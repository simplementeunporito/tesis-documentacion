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charts/chart5.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de fondo.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1-1.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φ y uno vectorial ψ</a:t>
            </a:r>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φ: compresión, viaja a Vp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ψ: corte, viaja a Vs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Gmax</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ρ, Vp y Vs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Vp para P y Vs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Vs &lt; Vp,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Vs1 &lt; Vs2</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cR ≈ 0,9·Vs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cR / Vs va de 0,86 a 0,95 según ν</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cR</a:t>
            </a:r>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Vs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ρ suele variar poco en comparación con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Vs(z),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ν = 0,3. Variación de ρ: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λ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λ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Vs(z)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Vs(z)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Vs(z)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ρ,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(ρ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Δφ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Δφ(f) sale la velocidad de fase cR(f)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Δφ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ζ ≈ 0,25; con 1339 Ω de carga: ζ = 0,60</a:t>
            </a:r>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ζ: factor de amortiguamiento. Ri: resistencia de la bobina (375 Ω). RL: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ζ = 0,25,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ζ1 &gt; ζ0,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HBP(s):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ζ0, ζ1, ωn (en Ma: γ0, γ1, ω0).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ζ1 ≈ 938,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low</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in</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4297680" y="406908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high</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f</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Cf en paralelo con Rf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2026-10-13T05:59:29Z</dcterms:created>
  <dcterms:modified xsi:type="dcterms:W3CDTF">2026-10-13T05:59:29Z</dcterms:modified>
</cp:coreProperties>
</file>