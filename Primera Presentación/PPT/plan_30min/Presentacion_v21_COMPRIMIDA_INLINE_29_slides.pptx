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863">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1
2604 Hz</c:v>
                  </c:pt>
                  <c:pt idx="1">
                    <c:v>2
1302 Hz</c:v>
                  </c:pt>
                  <c:pt idx="2">
                    <c:v>5
521 Hz</c:v>
                  </c:pt>
                  <c:pt idx="3">
                    <c:v>10
260 Hz</c:v>
                  </c:pt>
                </c:lvl>
              </c:multiLvlStrCache>
            </c:multiLvlStrRef>
          </c:cat>
          <c:val>
            <c:numRef>
              <c:f>Sheet1!$B$2:$B$5</c:f>
              <c:numCache>
                <c:formatCode>General</c:formatCode>
                <c:ptCount val="4"/>
                <c:pt idx="0">
                  <c:v>5.9</c:v>
                </c:pt>
                <c:pt idx="1">
                  <c:v>11.8</c:v>
                </c:pt>
                <c:pt idx="2">
                  <c:v>29.5</c:v>
                </c:pt>
                <c:pt idx="3">
                  <c:v>59</c:v>
                </c:pt>
              </c:numCache>
            </c:numRef>
          </c:val>
        </c:ser>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49"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 Toda obra empieza por conocer el suelo que la sostiene]
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
[Slide larga 3: El control del terreno no termina cuando la obra se levanta]
Pero el trabajo con el terreno no termina cuando se levanta la obra. Aparecen grietas y asentamientos, problemas en rutas y pavimentos, taludes que se mueven. Hay que volver a medir, y de preferencia sin dañar lo que ya está construido.
[Slide larga 4: Nos proponemos definir un método de medición del terreno que, mediante el procesamiento de lo sensado, permita obtener información útil]
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6: SPT: se cuentan los golpes necesarios para hincar una cuchara en el suelo]
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
[Slide larga 7: CPT/CPTu: un cono se hinca a velocidad constante y mide mientras avanza]
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
[Slide larga 8: Ventajas: resistencia medida directamente y con mucha experiencia acumulada]
Qué ofrecen. El SPT es sencillo, está en todas partes y entrega una muestra. El CPT da un perfil continuo y repetible, sin perforar antes, y con presión de poros distingue mejor el tipo de suelo. Los dos tienen décadas de correlaciones publicadas, y eso pesa mucho en la práctica.
[Slide larga 9: Limitaciones: puntuales, invasivos y sin medir la rigidez de forma directa]
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 Al excitar un terreno sólido, este se deforma de forma transitoria y la perturbación se propaga]
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
[Slide larga 11: Para analizarlo, simplificamos: un medio homogéneo, isótropo y elástico lineal]
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
[Slide larga 12: En ese medio, la ecuación de movimiento admite solo dos tipos de onda: P y S]
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13: Onda P: el terreno se comprime y se dilata en la dirección en que avanza]
La solución del potencial escalar es la onda P. Las partículas oscilan en la misma dirección en que avanza la onda, así que el material se comprime y se dilata. No se transporta material: se transporta la perturbación. Viaja tanto en sólidos como en fluidos.
[Slide larga 14: Onda S: el terreno se corta en la dirección perpendicular al avance]
La solución del potencial vectorial es la onda S. La oscilación es perpendicular al avance y el material no se comprime: se corta. Por eso necesita que el medio resista al corte. Un fluido no lo hace, así que la S no viaja por el agua.
[Slide larga 15: Las velocidades de propagación se deducen de esas mismas ecuaciones]
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
[Slide larga 16: En suelos, la relación esfuerzo-deformación solo es lineal para deformaciones pequeñas]
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
[Slide larga 17: En pequeña señal, la velocidad de corte da directamente la rigidez máxima]
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
[Slide larga 18: Si conocemos Vs, podemos estimar Gmax con una incertidumbre razonable]
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19: Downhole: la fuente está en superficie y los geófonos dentro del pozo]
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
[Slide larga 20: Crosshole: fuente y receptor a la misma profundidad, en pozos distintos]
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
[Slide larga 21: Ventajas: miden Vs de forma directa, con trayectos conocidos]
Los dos miden Vs sin correlaciones: el trayecto es conocido. El downhole necesita un solo pozo y da un perfil con la profundidad. El crosshole mide capas individuales a una profundidad conocida, con mejor resolución vertical.
[Slide larga 22: Limitaciones: exigen perforar y siguen siendo ensayos puntuales]
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23: Refracción: a cierta distancia, la onda refractada llega antes que la directa]
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
[Slide larga 24: Refracción: del gráfico de tiempos salen las velocidades y el espesor de la capa]
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
[Slide larga 25: Refracción: simple y rápida, pero exige que la velocidad crezca con la profundidad]
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
[Slide larga 26: Reflexión: se registra el tiempo de ida y vuelta de la energía reflejada]
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
[Slide larga 27: Reflexión: alcanza más profundidad, pero rinde poco en los primeros metros]
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28: Las ondas de cuerpo, al llegar a una interfaz, se reflejan y se transmiten]
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
[Slide larga 29: En el caso de una superficie libre, la energía vuelve al terreno]
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
[Slide larga 30: Respecto a la superficie libre, la onda S se clasifica en SV y SH]
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
[Slide larga 31: Los ángulos de las ondas generadas se relacionan con la ley de Snell]
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
[Slide larga 32: En la superficie libre, P y SV se convierten entre sí; SH queda aparte]
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33: Las ondas Love solo existen si una capa blanda cubre un medio más rápido]
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
[Slide larga 34: Onda Love: movimiento horizontal, perpendicular a la propagación]
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
[Slide larga 35: Onda Rayleigh: P y SV acopladas en la superficie libre, con órbita elíptica]
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
[Slide larga 36: Una fuente en superficie envía dos tercios de su energía en ondas Rayleigh]
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
[Slide larga 37: Además, las Rayleigh se atenúan menos con la distancia que las de cuerpo]
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
[Slide larga 38: En un semiespacio homogéneo, Rayleigh viaja a cR ≈ 0,9·Vs y no depende de la frecuencia]
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39: En un terreno estratificado, la rigidez y la velocidad de corte cambian con la profundidad]
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
[Slide larga 40: Cada longitud de onda «ve» una profundidad distinta del terreno]
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
[Slide larga 41: Como cada frecuencia ve profundidades distintas, la velocidad de fase depende de la frecuencia: dispersión]
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
[Slide larga 42: La dispersión permite reconstruir un modelo estratificado compatible con las mediciones de campo]
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
[Slide larga 43: La inversión tiene límites: depende de supuestos y se apoya en otras mediciones]
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44: SASW: la diferencia de fase entre dos receptores da la velocidad de fase]
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
[Slide larga 45: SASW es simple, pero deja ambigüedades y poca redundancia espacial]
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
[Slide larga 46: MASW extiende el principio a múltiples posiciones a lo largo del terreno]
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
[Slide larga 47: El registro MASW es una matriz espacio–tiempo: una traza por posición]
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
[Slide larga 48: La dimensión espacial puede sintetizarse con adquisiciones sucesivas]
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49: La medición MASW fija tres requerimientos de adquisición]
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
[Slide larga 50: Esos requerimientos se traducen en cinco condiciones de diseño del sistema]
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
[Slide larga 51: La plataforma consta de un maestro y de nodos independientes que se comunican por ESP-NOW]
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52: El SM-24 es un geófono vertical pasivo de bobina móvil, y su amortiguamiento depende de la carga]
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
[Slide larga 53: La masa suspendida se mueve respecto de la carcasa, y ese movimiento relativo genera la tensión]
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
[Slide larga 54: Por debajo de su frecuencia natural, la tensión del SM-24 cae rápido: a 1 Hz, unos 40 dB]
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
[Slide larga 55: La pérdida cae justo en las bajas frecuencias, que son las que llegan más profundo]
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56: Existen cuatro familias de técnicas para mejorar la respuesta en baja frecuencia de un geófono]
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
[Slide larga 57: Invertir la respuesta del sensor exige muchísima ganancia cerca de continua]
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
[Slide larga 58: La resistencia negativa y el balance de fuerza funcionan, pero cargan al transductor con un lazo activo]
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
[Slide larga 59: La idea de Ma et al.: no levantar el fondo, bajar el pico]
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
[Slide larga 60: Elegimos el método de Ma et al. porque es estable, simple y no amplifica ruido]
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
[Slide larga 61: El compensador sube el amortiguamiento del conjunto: es un camino directo menos un pasabanda]
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62: Implementación: la ganancia se reparte entre las etapas para recuperar la atenuación del compensador]
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
[Slide larga 63: La entrada es instrumental, con dos operacionales, para rechazar el ruido de red]
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
[Slide larga 64: El pasabanda es un inversor con dos quiebres desacoplados, en lugar de un Sallen-Key]
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
[Slide larga 65: Como el pasabanda ya invierte la fase, un sumador reemplaza al amplificador diferencial]
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
[Slide larga 66: El antialias es un Bessel de tercer orden que aprovecha el polo del sumador]
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
[Slide larga 67: AFE final]
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68: La ruta PGA–ADC se midió con barridos y el geófono se tomó con su modelo nominal]
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
[Slide larga 69: El offset se acumula en la cadena y recorta la señal; no se puede filtrar en continua]
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
[Slide larga 70: La continua de cada etapa depende de las anteriores, por eso el ajuste se hace en orden]
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
[Slide larga 71: La calibración verifica los códigos guardados y, si hace falta, ajusta etapa por etapa antes de capturar]
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
[Slide larga 72: La calibración converge y baja el offset residual en el ADC de 2,9–45,8 % a 0,4–3,9 % del fondo de escala]
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73: Reparto de tareas digitales entre la máquina de estados y el procesador]
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
[Slide larga 74: Camino digital en PSoC Creator]
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
[Slide larga 75: Camino lógico de los datos y del control en el PSoC]
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
[Slide larga 76: Selección del tipo de ADC: por qué delta-sigma]
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77: El ADC tiene cuatro rangos de entrada, y el rango y la ganancia se eligen juntos]
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
[Slide larga 78: Diezmamos con una media móvil: registros más chicos y mejor vista de las señales lentas]
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
[Slide larga 79: La máquina de estados en hardware dispara, cuenta y cierra la captura]
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
[Slide larga 80: Cada nodo guarda sus muestras en la RAM del ESP32 o, si hay tarjeta, en la SD del PSoC]
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
[Slide larga 81: Sin SD, el diezmado define cuánto dura el registro, a costa de ancho de banda]
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con D igual a 10 queda en 130 hertz y el registro dura casi un minuto. El gráfico llega hasta D igual a 10 porque más allá ya no tiene sentido práctico. Duración y banda compiten, y el D se elige según el sitio y la longitud de onda que se quiere resolver. Con tarjeta SD el límite lo fija el tamaño de la tarjeta y por eso no lo muestro. Nota para mí: confirmar con el director que D = 10 es un buen techo para el gráfico. Supongo además que el límite de 512 lotes cuenta muestras ya diezmadas, porque los metadatos guardan fs′ y D; es una inferencia que hay que confirmar en el firmware.
[Slide larga 82: Cada registro guarda sus metadatos y su integridad, y el original permanece en el nodo]
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83: El maestro coordina por ESP-NOW y cada nodo une su ESP32 con su PSoC]
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
[Slide larga 84: Elegimos ESP-NOW por costo y simplicidad, no por ser la opción más precisa]
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
[Slide larga 85: Un desfase de tiempo entre nodos se convierte en un error de fase que crece con la frecuencia]
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
[Slide larga 86: En velocidad de fase, el error depende del espaciamiento entre receptores y no de la frecuencia]
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87: El disparo se prepara en dos pasos y se ejecuta con una sola orden por broadcast]
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
[Slide larga 88: El disparo va por broadcast: el unicast agrega retransmisiones distintas en cada nodo]
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
[Slide larga 89: El jitter se mide con un disparo falso y un osciloscopio: 128 órdenes, 200 a 400 µs]
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
[Slide larga 90: Esta medición no incluye el inicio real del ADC ni la deriva posterior]
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
[Slide larga 91: Tras el disparo, cada nodo muestrea con su reloj local y la deriva se acumula]
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92: Los registros se descargan en lotes numerados, con CRC y reintento si algo falla]
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
[Slide larga 93: El número de nodos está limitado por los pares de ESP-NOW y por la descarga secuencial]
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
[Slide larga 94: El nodo HAMMER registra el impacto con un sensor ICP y el mismo firmware que los nodos GEO]
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95: Del impacto al perfil Vs(z): el flujo completo del sistema]
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
[Slide larga 96: La interfaz web del maestro configura, revisa y decide cada captura]
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
[Slide larga 97: Una sesión de campo: del navegador al servidor, con el maestro en el medio]
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98: El arreglo: 21 posiciones del receptor, un HAMMER fijo y 40 m de apertura]
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
[Slide larga 99: La separación y la apertura fijan las longitudes de onda que se pueden medir]
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
[Slide larga 100: Un receptor móvil sintetiza el registro; no equivale a un MASW simultáneo]
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
[Slide larga 104: Un error en la posición de los receptores se paga en velocidad de fase]
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101: Una captura real: el impacto del HAMMER marca el tiempo y el geófono lo sigue]
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
[Slide larga 102: Cada posición se alinea con el HAMMER y se promedia traza por traza]
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
[Slide larga 103: El resultado: un registro espacio–tiempo de 21 trazas promediadas]
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
[Slide larga 105: El servidor conserva el original y procesa copias derivadas]
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106: La SNR aparente compara la energía después del impacto con la de antes]
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
[Slide larga 107: Por debajo de 10 Hz la señal apenas se distingue del ruido; arriba, la SNR es alta]
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
[Slide larga 108: No se puede atribuir la baja SNR a un solo elemento: cómo separar las causas]
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109: Qué está demostrado y qué falta, por nivel de evidencia]
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
[Slide larga 110: Trabajo futuro: cinco pasos desde la adquisición hacia la caracterización del suelo]
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
[Slide larga 111: Si ESP-NOW no alcanza, UWB es un candidato fundado, no una prestación disponible]
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
[Slide larga 112: Riesgo conocido: un rearranque por watchdog puede ocultar una falla de sincronismo]
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115: Referencias (1 de 2)]
Lista de referencias tomada del resumen firmado y de las fuentes añadidas durante la preparación. Nota para mí: completar y verificar cada entrada contra su PDF.
[Slide larga 116: Referencias (2 de 2)]
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4-1.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9.png"/><Relationship Id="rId13" Type="http://schemas.openxmlformats.org/officeDocument/2006/relationships/image" Target="../media/image-7-11.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7-9.png"/><Relationship Id="rId6" Type="http://schemas.openxmlformats.org/officeDocument/2006/relationships/image" Target="../media/image-7-11.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Conocer el terreno importa antes, durante y después de la obra: proponemos un método</a:t>
            </a:r>
            <a:endParaRPr lang="en-US" sz="2200" dirty="0"/>
          </a:p>
        </p:txBody>
      </p:sp>
      <p:sp>
        <p:nvSpPr>
          <p:cNvPr id="3" name="Obj [o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Toda obra empieza por conocer el suelo que la sostiene</a:t>
            </a:r>
            <a:endParaRPr lang="en-US" sz="1400" dirty="0"/>
          </a:p>
        </p:txBody>
      </p:sp>
      <p:pic>
        <p:nvPicPr>
          <p:cNvPr id="4" name="Obj [o2]" descr="Esquema de zapata aislada: armadura, hormigón de limpieza y terreno de fundación">    </p:cNvPr>
          <p:cNvPicPr>
            <a:picLocks noChangeAspect="1"/>
          </p:cNvPicPr>
          <p:nvPr/>
        </p:nvPicPr>
        <p:blipFill>
          <a:blip r:embed="rId1"/>
          <a:stretch>
            <a:fillRect/>
          </a:stretch>
        </p:blipFill>
        <p:spPr>
          <a:xfrm>
            <a:off x="966136" y="1561458"/>
            <a:ext cx="1570554" cy="2796548"/>
          </a:xfrm>
          <a:prstGeom prst="rect">
            <a:avLst/>
          </a:prstGeom>
        </p:spPr>
      </p:pic>
      <p:sp>
        <p:nvSpPr>
          <p:cNvPr id="5" name="Obj [o3]"/>
          <p:cNvSpPr txBox="1"/>
          <p:nvPr/>
        </p:nvSpPr>
        <p:spPr>
          <a:xfrm>
            <a:off x="2889263" y="1641589"/>
            <a:ext cx="5288601" cy="152247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Reconocer los materiales antes de construir</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Estimar parámetros para dimensionar la fundación</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Controlar rellenos y capas compactadas durante la obra</a:t>
            </a:r>
            <a:endParaRPr lang="en-US" sz="1800" dirty="0"/>
          </a:p>
        </p:txBody>
      </p:sp>
      <p:sp>
        <p:nvSpPr>
          <p:cNvPr id="6" name="Obj [o4]"/>
          <p:cNvSpPr/>
          <p:nvPr/>
        </p:nvSpPr>
        <p:spPr>
          <a:xfrm>
            <a:off x="2889263" y="3364390"/>
            <a:ext cx="5288601" cy="721173"/>
          </a:xfrm>
          <a:prstGeom prst="rect">
            <a:avLst/>
          </a:prstGeom>
          <a:solidFill>
            <a:srgbClr val="EAF1F8"/>
          </a:solidFill>
          <a:ln w="6350">
            <a:solidFill>
              <a:srgbClr val="EAF1F8"/>
            </a:solidFill>
            <a:prstDash val="solid"/>
          </a:ln>
        </p:spPr>
      </p:sp>
      <p:sp>
        <p:nvSpPr>
          <p:cNvPr id="7" name="Obj [o5]"/>
          <p:cNvSpPr txBox="1"/>
          <p:nvPr/>
        </p:nvSpPr>
        <p:spPr>
          <a:xfrm>
            <a:off x="3009459" y="3364390"/>
            <a:ext cx="5048210" cy="721173"/>
          </a:xfrm>
          <a:prstGeom prst="rect">
            <a:avLst/>
          </a:prstGeom>
          <a:noFill/>
          <a:ln/>
        </p:spPr>
        <p:txBody>
          <a:bodyPr wrap="square" lIns="0" tIns="0" rIns="0" bIns="0" rtlCol="0" anchor="ctr"/>
          <a:lstStyle/>
          <a:p>
            <a:pPr indent="0" marL="0">
              <a:buNone/>
            </a:pPr>
            <a:r>
              <a:rPr lang="en-US" sz="1620" b="1" dirty="0">
                <a:solidFill>
                  <a:srgbClr val="1F4E79"/>
                </a:solidFill>
                <a:latin typeface="Arial" pitchFamily="34" charset="0"/>
                <a:ea typeface="Arial" pitchFamily="34" charset="-122"/>
                <a:cs typeface="Arial" pitchFamily="34" charset="-120"/>
              </a:rPr>
              <a:t>La construcción creció 6,2 % en 2025 (BCP, 2026)</a:t>
            </a:r>
            <a:endParaRPr lang="en-US" sz="1620" dirty="0"/>
          </a:p>
        </p:txBody>
      </p:sp>
      <p:sp>
        <p:nvSpPr>
          <p:cNvPr id="8" name="Obj [o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Samtani y Nowatzki (2006). BCP (2026). Imagen: Instagram (s. f.).</a:t>
            </a:r>
            <a:endParaRPr lang="en-US" sz="800" dirty="0"/>
          </a:p>
        </p:txBody>
      </p:sp>
      <p:sp>
        <p:nvSpPr>
          <p:cNvPr id="9" name="Obj [o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control del terreno no termina cuando la obra se levanta</a:t>
            </a:r>
            <a:endParaRPr lang="en-US" sz="1400" dirty="0"/>
          </a:p>
        </p:txBody>
      </p:sp>
      <p:pic>
        <p:nvPicPr>
          <p:cNvPr id="10" name="Obj [o8]" descr="Grietas y asentamientos">    </p:cNvPr>
          <p:cNvPicPr>
            <a:picLocks noChangeAspect="1"/>
          </p:cNvPicPr>
          <p:nvPr/>
        </p:nvPicPr>
        <p:blipFill>
          <a:blip r:embed="rId2"/>
          <a:stretch>
            <a:fillRect/>
          </a:stretch>
        </p:blipFill>
        <p:spPr>
          <a:xfrm>
            <a:off x="441794" y="1633397"/>
            <a:ext cx="2128962" cy="1300187"/>
          </a:xfrm>
          <a:prstGeom prst="rect">
            <a:avLst/>
          </a:prstGeom>
        </p:spPr>
      </p:pic>
      <p:sp>
        <p:nvSpPr>
          <p:cNvPr id="11" name="Obj [o9]"/>
          <p:cNvSpPr txBox="1"/>
          <p:nvPr/>
        </p:nvSpPr>
        <p:spPr>
          <a:xfrm>
            <a:off x="44179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Grietas y asentamientos</a:t>
            </a:r>
            <a:endParaRPr lang="en-US" sz="1380" dirty="0"/>
          </a:p>
        </p:txBody>
      </p:sp>
      <p:pic>
        <p:nvPicPr>
          <p:cNvPr id="12" name="Obj [o10]" descr="Pavimentos y rellenos">    </p:cNvPr>
          <p:cNvPicPr>
            <a:picLocks noChangeAspect="1"/>
          </p:cNvPicPr>
          <p:nvPr/>
        </p:nvPicPr>
        <p:blipFill>
          <a:blip r:embed="rId3"/>
          <a:stretch>
            <a:fillRect/>
          </a:stretch>
        </p:blipFill>
        <p:spPr>
          <a:xfrm>
            <a:off x="2798859" y="1633397"/>
            <a:ext cx="2128962" cy="1444653"/>
          </a:xfrm>
          <a:prstGeom prst="rect">
            <a:avLst/>
          </a:prstGeom>
        </p:spPr>
      </p:pic>
      <p:sp>
        <p:nvSpPr>
          <p:cNvPr id="13" name="Obj [o11]"/>
          <p:cNvSpPr txBox="1"/>
          <p:nvPr/>
        </p:nvSpPr>
        <p:spPr>
          <a:xfrm>
            <a:off x="2798859"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Pavimentos y rellenos</a:t>
            </a:r>
            <a:endParaRPr lang="en-US" sz="1380" dirty="0"/>
          </a:p>
        </p:txBody>
      </p:sp>
      <p:pic>
        <p:nvPicPr>
          <p:cNvPr id="14" name="Obj [o12]" descr="Taludes">    </p:cNvPr>
          <p:cNvPicPr>
            <a:picLocks noChangeAspect="1"/>
          </p:cNvPicPr>
          <p:nvPr/>
        </p:nvPicPr>
        <p:blipFill>
          <a:blip r:embed="rId4"/>
          <a:stretch>
            <a:fillRect/>
          </a:stretch>
        </p:blipFill>
        <p:spPr>
          <a:xfrm>
            <a:off x="5155924" y="1633397"/>
            <a:ext cx="2128962" cy="1444653"/>
          </a:xfrm>
          <a:prstGeom prst="rect">
            <a:avLst/>
          </a:prstGeom>
        </p:spPr>
      </p:pic>
      <p:sp>
        <p:nvSpPr>
          <p:cNvPr id="15" name="Obj [o13]"/>
          <p:cNvSpPr txBox="1"/>
          <p:nvPr/>
        </p:nvSpPr>
        <p:spPr>
          <a:xfrm>
            <a:off x="515592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Taludes</a:t>
            </a:r>
            <a:endParaRPr lang="en-US" sz="1380" dirty="0"/>
          </a:p>
        </p:txBody>
      </p:sp>
      <p:sp>
        <p:nvSpPr>
          <p:cNvPr id="16" name="Obj [o14]"/>
          <p:cNvSpPr txBox="1"/>
          <p:nvPr/>
        </p:nvSpPr>
        <p:spPr>
          <a:xfrm>
            <a:off x="441794" y="3610290"/>
            <a:ext cx="6843091" cy="608275"/>
          </a:xfrm>
          <a:prstGeom prst="rect">
            <a:avLst/>
          </a:prstGeom>
          <a:noFill/>
          <a:ln/>
        </p:spPr>
        <p:txBody>
          <a:bodyPr wrap="square" lIns="0" tIns="0" rIns="0" bIns="0" rtlCol="0" anchor="t"/>
          <a:lstStyle/>
          <a:p>
            <a:pPr indent="0" marL="0">
              <a:buNone/>
            </a:pPr>
            <a:r>
              <a:rPr lang="en-US" sz="1726"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1726" dirty="0"/>
          </a:p>
        </p:txBody>
      </p:sp>
      <p:sp>
        <p:nvSpPr>
          <p:cNvPr id="17" name="Obj [o1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Park et al. (2018). Imágenes: UPCommons (asentamientos); 360 en Concreto (rodillo); Facebook (ilustración).</a:t>
            </a:r>
            <a:endParaRPr lang="en-US" sz="800" dirty="0"/>
          </a:p>
        </p:txBody>
      </p:sp>
      <p:sp>
        <p:nvSpPr>
          <p:cNvPr id="18" name="Obj [o1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1400" dirty="0"/>
          </a:p>
        </p:txBody>
      </p:sp>
      <p:sp>
        <p:nvSpPr>
          <p:cNvPr id="19" name="Obj [o17]"/>
          <p:cNvSpPr/>
          <p:nvPr/>
        </p:nvSpPr>
        <p:spPr>
          <a:xfrm>
            <a:off x="2152567" y="1785465"/>
            <a:ext cx="3421546" cy="874395"/>
          </a:xfrm>
          <a:prstGeom prst="roundRect">
            <a:avLst>
              <a:gd name="adj" fmla="val 8366"/>
            </a:avLst>
          </a:prstGeom>
          <a:solidFill>
            <a:srgbClr val="FFFFFF">
              <a:alpha val="0"/>
            </a:srgbClr>
          </a:solidFill>
          <a:ln w="21121">
            <a:solidFill>
              <a:srgbClr val="C55A11"/>
            </a:solidFill>
            <a:prstDash val="solid"/>
          </a:ln>
        </p:spPr>
      </p:sp>
      <p:sp>
        <p:nvSpPr>
          <p:cNvPr id="20" name="Obj [o18]"/>
          <p:cNvSpPr/>
          <p:nvPr/>
        </p:nvSpPr>
        <p:spPr>
          <a:xfrm>
            <a:off x="441794" y="1861500"/>
            <a:ext cx="1482670" cy="722326"/>
          </a:xfrm>
          <a:prstGeom prst="rect">
            <a:avLst/>
          </a:prstGeom>
          <a:solidFill>
            <a:srgbClr val="EAF1F8"/>
          </a:solidFill>
          <a:ln w="10560">
            <a:solidFill>
              <a:srgbClr val="2E75B6"/>
            </a:solidFill>
            <a:prstDash val="solid"/>
          </a:ln>
        </p:spPr>
      </p:sp>
      <p:sp>
        <p:nvSpPr>
          <p:cNvPr id="21" name="Obj [o19]"/>
          <p:cNvSpPr txBox="1"/>
          <p:nvPr/>
        </p:nvSpPr>
        <p:spPr>
          <a:xfrm>
            <a:off x="441794"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Fenómeno físico del terreno</a:t>
            </a:r>
            <a:endParaRPr lang="en-US" sz="1380" dirty="0"/>
          </a:p>
        </p:txBody>
      </p:sp>
      <p:sp>
        <p:nvSpPr>
          <p:cNvPr id="22" name="Obj [o20]"/>
          <p:cNvSpPr/>
          <p:nvPr/>
        </p:nvSpPr>
        <p:spPr>
          <a:xfrm>
            <a:off x="1947274" y="2222663"/>
            <a:ext cx="258517" cy="0"/>
          </a:xfrm>
          <a:prstGeom prst="line">
            <a:avLst/>
          </a:prstGeom>
          <a:noFill/>
          <a:ln w="21121">
            <a:solidFill>
              <a:srgbClr val="1F4E79"/>
            </a:solidFill>
            <a:prstDash val="solid"/>
            <a:tailEnd type="triangle"/>
          </a:ln>
        </p:spPr>
      </p:sp>
      <p:sp>
        <p:nvSpPr>
          <p:cNvPr id="23" name="Obj [o21]"/>
          <p:cNvSpPr/>
          <p:nvPr/>
        </p:nvSpPr>
        <p:spPr>
          <a:xfrm>
            <a:off x="2228602" y="1861500"/>
            <a:ext cx="1482670" cy="722326"/>
          </a:xfrm>
          <a:prstGeom prst="rect">
            <a:avLst/>
          </a:prstGeom>
          <a:solidFill>
            <a:srgbClr val="EAF1F8"/>
          </a:solidFill>
          <a:ln w="10560">
            <a:solidFill>
              <a:srgbClr val="2E75B6"/>
            </a:solidFill>
            <a:prstDash val="solid"/>
          </a:ln>
        </p:spPr>
      </p:sp>
      <p:sp>
        <p:nvSpPr>
          <p:cNvPr id="24" name="Obj [o22]"/>
          <p:cNvSpPr txBox="1"/>
          <p:nvPr/>
        </p:nvSpPr>
        <p:spPr>
          <a:xfrm>
            <a:off x="2228602"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Transductor</a:t>
            </a:r>
            <a:endParaRPr lang="en-US" sz="1380" dirty="0"/>
          </a:p>
        </p:txBody>
      </p:sp>
      <p:sp>
        <p:nvSpPr>
          <p:cNvPr id="25" name="Obj [o23]"/>
          <p:cNvSpPr/>
          <p:nvPr/>
        </p:nvSpPr>
        <p:spPr>
          <a:xfrm>
            <a:off x="3734082" y="2222663"/>
            <a:ext cx="258517" cy="0"/>
          </a:xfrm>
          <a:prstGeom prst="line">
            <a:avLst/>
          </a:prstGeom>
          <a:noFill/>
          <a:ln w="21121">
            <a:solidFill>
              <a:srgbClr val="1F4E79"/>
            </a:solidFill>
            <a:prstDash val="solid"/>
            <a:tailEnd type="triangle"/>
          </a:ln>
        </p:spPr>
      </p:sp>
      <p:sp>
        <p:nvSpPr>
          <p:cNvPr id="26" name="Obj [o24]"/>
          <p:cNvSpPr/>
          <p:nvPr/>
        </p:nvSpPr>
        <p:spPr>
          <a:xfrm>
            <a:off x="4015409" y="1861500"/>
            <a:ext cx="1482670" cy="722326"/>
          </a:xfrm>
          <a:prstGeom prst="rect">
            <a:avLst/>
          </a:prstGeom>
          <a:solidFill>
            <a:srgbClr val="EAF1F8"/>
          </a:solidFill>
          <a:ln w="10560">
            <a:solidFill>
              <a:srgbClr val="2E75B6"/>
            </a:solidFill>
            <a:prstDash val="solid"/>
          </a:ln>
        </p:spPr>
      </p:sp>
      <p:sp>
        <p:nvSpPr>
          <p:cNvPr id="27" name="Obj [o25]"/>
          <p:cNvSpPr txBox="1"/>
          <p:nvPr/>
        </p:nvSpPr>
        <p:spPr>
          <a:xfrm>
            <a:off x="4015409"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Procesamiento</a:t>
            </a:r>
            <a:endParaRPr lang="en-US" sz="1380" dirty="0"/>
          </a:p>
        </p:txBody>
      </p:sp>
      <p:sp>
        <p:nvSpPr>
          <p:cNvPr id="28" name="Obj [o26]"/>
          <p:cNvSpPr/>
          <p:nvPr/>
        </p:nvSpPr>
        <p:spPr>
          <a:xfrm>
            <a:off x="5520889" y="2222663"/>
            <a:ext cx="258517" cy="0"/>
          </a:xfrm>
          <a:prstGeom prst="line">
            <a:avLst/>
          </a:prstGeom>
          <a:noFill/>
          <a:ln w="21121">
            <a:solidFill>
              <a:srgbClr val="1F4E79"/>
            </a:solidFill>
            <a:prstDash val="solid"/>
            <a:tailEnd type="triangle"/>
          </a:ln>
        </p:spPr>
      </p:sp>
      <p:sp>
        <p:nvSpPr>
          <p:cNvPr id="29" name="Obj [o27]"/>
          <p:cNvSpPr/>
          <p:nvPr/>
        </p:nvSpPr>
        <p:spPr>
          <a:xfrm>
            <a:off x="5802216" y="1861500"/>
            <a:ext cx="1482670" cy="722326"/>
          </a:xfrm>
          <a:prstGeom prst="rect">
            <a:avLst/>
          </a:prstGeom>
          <a:solidFill>
            <a:srgbClr val="1F4E79"/>
          </a:solidFill>
          <a:ln w="10560">
            <a:solidFill>
              <a:srgbClr val="1F4E79"/>
            </a:solidFill>
            <a:prstDash val="solid"/>
          </a:ln>
        </p:spPr>
      </p:sp>
      <p:sp>
        <p:nvSpPr>
          <p:cNvPr id="30" name="Obj [o28]"/>
          <p:cNvSpPr txBox="1"/>
          <p:nvPr/>
        </p:nvSpPr>
        <p:spPr>
          <a:xfrm>
            <a:off x="5802216"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Información útil del terreno</a:t>
            </a:r>
            <a:endParaRPr lang="en-US" sz="1380" dirty="0"/>
          </a:p>
        </p:txBody>
      </p:sp>
      <p:sp>
        <p:nvSpPr>
          <p:cNvPr id="31" name="Obj [o29]"/>
          <p:cNvSpPr txBox="1"/>
          <p:nvPr/>
        </p:nvSpPr>
        <p:spPr>
          <a:xfrm>
            <a:off x="2152567" y="2713084"/>
            <a:ext cx="3421546" cy="380172"/>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380" dirty="0"/>
          </a:p>
        </p:txBody>
      </p:sp>
      <p:sp>
        <p:nvSpPr>
          <p:cNvPr id="32" name="Obj [o30]"/>
          <p:cNvSpPr txBox="1"/>
          <p:nvPr/>
        </p:nvSpPr>
        <p:spPr>
          <a:xfrm>
            <a:off x="441794" y="3116066"/>
            <a:ext cx="2281030" cy="266120"/>
          </a:xfrm>
          <a:prstGeom prst="rect">
            <a:avLst/>
          </a:prstGeom>
          <a:noFill/>
          <a:ln/>
        </p:spPr>
        <p:txBody>
          <a:bodyPr wrap="square" lIns="0" tIns="0" rIns="0" bIns="0" rtlCol="0" anchor="ctr"/>
          <a:lstStyle/>
          <a:p>
            <a:pPr indent="0" marL="0">
              <a:buNone/>
            </a:pPr>
            <a:r>
              <a:rPr lang="en-US" sz="1726" b="1" dirty="0">
                <a:solidFill>
                  <a:srgbClr val="1F4E79"/>
                </a:solidFill>
                <a:latin typeface="Arial" pitchFamily="34" charset="0"/>
                <a:ea typeface="Arial" pitchFamily="34" charset="-122"/>
                <a:cs typeface="Arial" pitchFamily="34" charset="-120"/>
              </a:rPr>
              <a:t>Hoja de ruta</a:t>
            </a:r>
            <a:endParaRPr lang="en-US" sz="1726" dirty="0"/>
          </a:p>
        </p:txBody>
      </p:sp>
      <p:sp>
        <p:nvSpPr>
          <p:cNvPr id="33" name="Obj [o31]"/>
          <p:cNvSpPr/>
          <p:nvPr/>
        </p:nvSpPr>
        <p:spPr>
          <a:xfrm>
            <a:off x="441794" y="3473428"/>
            <a:ext cx="205293" cy="205293"/>
          </a:xfrm>
          <a:prstGeom prst="ellipse">
            <a:avLst/>
          </a:prstGeom>
          <a:solidFill>
            <a:srgbClr val="2E75B6"/>
          </a:solidFill>
          <a:ln w="6350">
            <a:solidFill>
              <a:srgbClr val="2E75B6"/>
            </a:solidFill>
            <a:prstDash val="solid"/>
          </a:ln>
        </p:spPr>
      </p:sp>
      <p:sp>
        <p:nvSpPr>
          <p:cNvPr id="34" name="Obj [o32]"/>
          <p:cNvSpPr txBox="1"/>
          <p:nvPr/>
        </p:nvSpPr>
        <p:spPr>
          <a:xfrm>
            <a:off x="441794" y="347342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1</a:t>
            </a:r>
            <a:endParaRPr lang="en-US" sz="1035" dirty="0"/>
          </a:p>
        </p:txBody>
      </p:sp>
      <p:sp>
        <p:nvSpPr>
          <p:cNvPr id="35" name="Obj [o33]"/>
          <p:cNvSpPr txBox="1"/>
          <p:nvPr/>
        </p:nvSpPr>
        <p:spPr>
          <a:xfrm>
            <a:off x="745932" y="345822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380" dirty="0"/>
          </a:p>
        </p:txBody>
      </p:sp>
      <p:sp>
        <p:nvSpPr>
          <p:cNvPr id="36" name="Obj [o34]"/>
          <p:cNvSpPr/>
          <p:nvPr/>
        </p:nvSpPr>
        <p:spPr>
          <a:xfrm>
            <a:off x="441794" y="3731945"/>
            <a:ext cx="205293" cy="205293"/>
          </a:xfrm>
          <a:prstGeom prst="ellipse">
            <a:avLst/>
          </a:prstGeom>
          <a:solidFill>
            <a:srgbClr val="2E75B6"/>
          </a:solidFill>
          <a:ln w="6350">
            <a:solidFill>
              <a:srgbClr val="2E75B6"/>
            </a:solidFill>
            <a:prstDash val="solid"/>
          </a:ln>
        </p:spPr>
      </p:sp>
      <p:sp>
        <p:nvSpPr>
          <p:cNvPr id="37" name="Obj [o35]"/>
          <p:cNvSpPr txBox="1"/>
          <p:nvPr/>
        </p:nvSpPr>
        <p:spPr>
          <a:xfrm>
            <a:off x="441794" y="3731945"/>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2</a:t>
            </a:r>
            <a:endParaRPr lang="en-US" sz="1035" dirty="0"/>
          </a:p>
        </p:txBody>
      </p:sp>
      <p:sp>
        <p:nvSpPr>
          <p:cNvPr id="38" name="Obj [o36]"/>
          <p:cNvSpPr txBox="1"/>
          <p:nvPr/>
        </p:nvSpPr>
        <p:spPr>
          <a:xfrm>
            <a:off x="745932" y="3716738"/>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Análisis en profundidad del método seleccionado</a:t>
            </a:r>
            <a:endParaRPr lang="en-US" sz="1380" dirty="0"/>
          </a:p>
        </p:txBody>
      </p:sp>
      <p:sp>
        <p:nvSpPr>
          <p:cNvPr id="39" name="Obj [o37]"/>
          <p:cNvSpPr/>
          <p:nvPr/>
        </p:nvSpPr>
        <p:spPr>
          <a:xfrm>
            <a:off x="441794" y="3990461"/>
            <a:ext cx="205293" cy="205293"/>
          </a:xfrm>
          <a:prstGeom prst="ellipse">
            <a:avLst/>
          </a:prstGeom>
          <a:solidFill>
            <a:srgbClr val="2E75B6"/>
          </a:solidFill>
          <a:ln w="6350">
            <a:solidFill>
              <a:srgbClr val="2E75B6"/>
            </a:solidFill>
            <a:prstDash val="solid"/>
          </a:ln>
        </p:spPr>
      </p:sp>
      <p:sp>
        <p:nvSpPr>
          <p:cNvPr id="40" name="Obj [o38]"/>
          <p:cNvSpPr txBox="1"/>
          <p:nvPr/>
        </p:nvSpPr>
        <p:spPr>
          <a:xfrm>
            <a:off x="441794" y="3990461"/>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3</a:t>
            </a:r>
            <a:endParaRPr lang="en-US" sz="1035" dirty="0"/>
          </a:p>
        </p:txBody>
      </p:sp>
      <p:sp>
        <p:nvSpPr>
          <p:cNvPr id="41" name="Obj [o39]"/>
          <p:cNvSpPr txBox="1"/>
          <p:nvPr/>
        </p:nvSpPr>
        <p:spPr>
          <a:xfrm>
            <a:off x="745932" y="3975255"/>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Especificaciones y plataforma propuesta</a:t>
            </a:r>
            <a:endParaRPr lang="en-US" sz="1380" dirty="0"/>
          </a:p>
        </p:txBody>
      </p:sp>
      <p:sp>
        <p:nvSpPr>
          <p:cNvPr id="42" name="Obj [o40]"/>
          <p:cNvSpPr/>
          <p:nvPr/>
        </p:nvSpPr>
        <p:spPr>
          <a:xfrm>
            <a:off x="441794" y="4248978"/>
            <a:ext cx="205293" cy="205293"/>
          </a:xfrm>
          <a:prstGeom prst="ellipse">
            <a:avLst/>
          </a:prstGeom>
          <a:solidFill>
            <a:srgbClr val="2E75B6"/>
          </a:solidFill>
          <a:ln w="6350">
            <a:solidFill>
              <a:srgbClr val="2E75B6"/>
            </a:solidFill>
            <a:prstDash val="solid"/>
          </a:ln>
        </p:spPr>
      </p:sp>
      <p:sp>
        <p:nvSpPr>
          <p:cNvPr id="43" name="Obj [o41]"/>
          <p:cNvSpPr txBox="1"/>
          <p:nvPr/>
        </p:nvSpPr>
        <p:spPr>
          <a:xfrm>
            <a:off x="441794" y="424897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4</a:t>
            </a:r>
            <a:endParaRPr lang="en-US" sz="1035" dirty="0"/>
          </a:p>
        </p:txBody>
      </p:sp>
      <p:sp>
        <p:nvSpPr>
          <p:cNvPr id="44" name="Obj [o42]"/>
          <p:cNvSpPr txBox="1"/>
          <p:nvPr/>
        </p:nvSpPr>
        <p:spPr>
          <a:xfrm>
            <a:off x="745932" y="423377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Resultados parciales</a:t>
            </a:r>
            <a:endParaRPr lang="en-US" sz="1380" dirty="0"/>
          </a:p>
        </p:txBody>
      </p:sp>
      <p:sp>
        <p:nvSpPr>
          <p:cNvPr id="45" name="Obj [o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t>
            </a:r>
            <a:endParaRPr lang="en-US" sz="800" dirty="0"/>
          </a:p>
        </p:txBody>
      </p:sp>
      <p:sp>
        <p:nvSpPr>
          <p:cNvPr id="4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grpId="0" fill="hold" nodeType="withEffect">
                                  <p:stCondLst>
                                    <p:cond delay="205"/>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25"/>
                                        <p:tgtEl>
                                          <p:spTgt spid="5">
                                            <p:txEl>
                                              <p:pRg st="0" end="0"/>
                                            </p:txEl>
                                          </p:spTgt>
                                        </p:tgtEl>
                                      </p:cBhvr>
                                    </p:animEffect>
                                  </p:childTnLst>
                                </p:cTn>
                              </p:par>
                              <p:par>
                                <p:cTn id="16" presetID="10" presetClass="entr" presetSubtype="0" grpId="0" fill="hold" nodeType="withEffect">
                                  <p:stCondLst>
                                    <p:cond delay="39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25"/>
                                        <p:tgtEl>
                                          <p:spTgt spid="5">
                                            <p:txEl>
                                              <p:pRg st="1" end="1"/>
                                            </p:txEl>
                                          </p:spTgt>
                                        </p:tgtEl>
                                      </p:cBhvr>
                                    </p:animEffect>
                                  </p:childTnLst>
                                </p:cTn>
                              </p:par>
                              <p:par>
                                <p:cTn id="19" presetID="10" presetClass="entr" presetSubtype="0" grpId="0" fill="hold" nodeType="withEffect">
                                  <p:stCondLst>
                                    <p:cond delay="585"/>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25"/>
                                        <p:tgtEl>
                                          <p:spTgt spid="5">
                                            <p:txEl>
                                              <p:pRg st="2" end="2"/>
                                            </p:txEl>
                                          </p:spTgt>
                                        </p:tgtEl>
                                      </p:cBhvr>
                                    </p:animEffect>
                                  </p:childTnLst>
                                </p:cTn>
                              </p:par>
                              <p:par>
                                <p:cTn id="22" presetID="10" presetClass="entr" presetSubtype="0" fill="hold" nodeType="withEffect">
                                  <p:stCondLst>
                                    <p:cond delay="24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25"/>
                                        <p:tgtEl>
                                          <p:spTgt spid="6"/>
                                        </p:tgtEl>
                                      </p:cBhvr>
                                    </p:animEffect>
                                  </p:childTnLst>
                                </p:cTn>
                              </p:par>
                              <p:par>
                                <p:cTn id="25" presetID="22" presetClass="entr" presetSubtype="8" fill="hold" nodeType="withEffect">
                                  <p:stCondLst>
                                    <p:cond delay="275"/>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250"/>
                                        <p:tgtEl>
                                          <p:spTgt spid="7"/>
                                        </p:tgtEl>
                                      </p:cBhvr>
                                    </p:animEffect>
                                  </p:childTnLst>
                                </p:cTn>
                              </p:par>
                              <p:par>
                                <p:cTn id="28" presetID="10" presetClass="entr" presetSubtype="0" fill="hold" nodeType="withEffect">
                                  <p:stCondLst>
                                    <p:cond delay="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5"/>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175"/>
                                        <p:tgtEl>
                                          <p:spTgt spid="3"/>
                                        </p:tgtEl>
                                      </p:cBhvr>
                                    </p:animEffect>
                                    <p:set>
                                      <p:cBhvr>
                                        <p:cTn id="35" dur="1" fill="hold">
                                          <p:stCondLst>
                                            <p:cond delay="174"/>
                                          </p:stCondLst>
                                        </p:cTn>
                                        <p:tgtEl>
                                          <p:spTgt spid="3"/>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175"/>
                                        <p:tgtEl>
                                          <p:spTgt spid="5">
                                            <p:txEl>
                                              <p:pRg st="0" end="0"/>
                                            </p:txEl>
                                          </p:spTgt>
                                        </p:tgtEl>
                                      </p:cBhvr>
                                    </p:animEffect>
                                    <p:set>
                                      <p:cBhvr>
                                        <p:cTn id="38" dur="1" fill="hold">
                                          <p:stCondLst>
                                            <p:cond delay="174"/>
                                          </p:stCondLst>
                                        </p:cTn>
                                        <p:tgtEl>
                                          <p:spTgt spid="5">
                                            <p:txEl>
                                              <p:pRg st="0" end="0"/>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175"/>
                                        <p:tgtEl>
                                          <p:spTgt spid="5">
                                            <p:txEl>
                                              <p:pRg st="1" end="1"/>
                                            </p:txEl>
                                          </p:spTgt>
                                        </p:tgtEl>
                                      </p:cBhvr>
                                    </p:animEffect>
                                    <p:set>
                                      <p:cBhvr>
                                        <p:cTn id="41" dur="1" fill="hold">
                                          <p:stCondLst>
                                            <p:cond delay="174"/>
                                          </p:stCondLst>
                                        </p:cTn>
                                        <p:tgtEl>
                                          <p:spTgt spid="5">
                                            <p:txEl>
                                              <p:pRg st="1" end="1"/>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175"/>
                                        <p:tgtEl>
                                          <p:spTgt spid="5">
                                            <p:txEl>
                                              <p:pRg st="2" end="2"/>
                                            </p:txEl>
                                          </p:spTgt>
                                        </p:tgtEl>
                                      </p:cBhvr>
                                    </p:animEffect>
                                    <p:set>
                                      <p:cBhvr>
                                        <p:cTn id="44" dur="1" fill="hold">
                                          <p:stCondLst>
                                            <p:cond delay="174"/>
                                          </p:stCondLst>
                                        </p:cTn>
                                        <p:tgtEl>
                                          <p:spTgt spid="5">
                                            <p:txEl>
                                              <p:pRg st="2" end="2"/>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75"/>
                                        <p:tgtEl>
                                          <p:spTgt spid="6"/>
                                        </p:tgtEl>
                                      </p:cBhvr>
                                    </p:animEffect>
                                    <p:set>
                                      <p:cBhvr>
                                        <p:cTn id="47" dur="1" fill="hold">
                                          <p:stCondLst>
                                            <p:cond delay="174"/>
                                          </p:stCondLst>
                                        </p:cTn>
                                        <p:tgtEl>
                                          <p:spTgt spid="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75"/>
                                        <p:tgtEl>
                                          <p:spTgt spid="7"/>
                                        </p:tgtEl>
                                      </p:cBhvr>
                                    </p:animEffect>
                                    <p:set>
                                      <p:cBhvr>
                                        <p:cTn id="50" dur="1" fill="hold">
                                          <p:stCondLst>
                                            <p:cond delay="174"/>
                                          </p:stCondLst>
                                        </p:cTn>
                                        <p:tgtEl>
                                          <p:spTgt spid="7"/>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8"/>
                                        </p:tgtEl>
                                      </p:cBhvr>
                                    </p:animEffect>
                                    <p:set>
                                      <p:cBhvr>
                                        <p:cTn id="53" dur="1" fill="hold">
                                          <p:stCondLst>
                                            <p:cond delay="174"/>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70096 -0.21810 E" pathEditMode="relative" rAng="0" ptsTypes="AA">
                                      <p:cBhvr>
                                        <p:cTn id="55" dur="375" fill="hold"/>
                                        <p:tgtEl>
                                          <p:spTgt spid="4"/>
                                        </p:tgtEl>
                                        <p:attrNameLst>
                                          <p:attrName>ppt_x</p:attrName>
                                          <p:attrName>ppt_y</p:attrName>
                                        </p:attrNameLst>
                                      </p:cBhvr>
                                      <p:rCtr x="35048" y="-10904"/>
                                    </p:animMotion>
                                  </p:childTnLst>
                                </p:cTn>
                              </p:par>
                              <p:par>
                                <p:cTn id="56" presetID="6" presetClass="emph" presetSubtype="0" accel="50000" decel="50000" fill="hold" nodeType="withEffect">
                                  <p:stCondLst>
                                    <p:cond delay="0"/>
                                  </p:stCondLst>
                                  <p:childTnLst>
                                    <p:animScale>
                                      <p:cBhvr>
                                        <p:cTn id="57" dur="375" fill="hold"/>
                                        <p:tgtEl>
                                          <p:spTgt spid="4"/>
                                        </p:tgtEl>
                                      </p:cBhvr>
                                      <p:by x="25504" y="25504"/>
                                    </p:animScale>
                                  </p:childTnLst>
                                </p:cTn>
                              </p:par>
                              <p:par>
                                <p:cTn id="58" presetID="10" presetClass="entr" presetSubtype="0" fill="hold" nodeType="withEffect">
                                  <p:stCondLst>
                                    <p:cond delay="225"/>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225"/>
                                        <p:tgtEl>
                                          <p:spTgt spid="9"/>
                                        </p:tgtEl>
                                      </p:cBhvr>
                                    </p:animEffect>
                                  </p:childTnLst>
                                </p:cTn>
                              </p:par>
                              <p:par>
                                <p:cTn id="61" presetID="53" presetClass="entr" presetSubtype="16" fill="hold" nodeType="withEffect">
                                  <p:stCondLst>
                                    <p:cond delay="260"/>
                                  </p:stCondLst>
                                  <p:childTnLst>
                                    <p:set>
                                      <p:cBhvr>
                                        <p:cTn id="62" dur="1" fill="hold">
                                          <p:stCondLst>
                                            <p:cond delay="0"/>
                                          </p:stCondLst>
                                        </p:cTn>
                                        <p:tgtEl>
                                          <p:spTgt spid="10"/>
                                        </p:tgtEl>
                                        <p:attrNameLst>
                                          <p:attrName>style.visibility</p:attrName>
                                        </p:attrNameLst>
                                      </p:cBhvr>
                                      <p:to>
                                        <p:strVal val="visible"/>
                                      </p:to>
                                    </p:set>
                                    <p:anim calcmode="lin" valueType="num">
                                      <p:cBhvr>
                                        <p:cTn id="63" dur="300" fill="hold"/>
                                        <p:tgtEl>
                                          <p:spTgt spid="10"/>
                                        </p:tgtEl>
                                        <p:attrNameLst>
                                          <p:attrName>ppt_w</p:attrName>
                                        </p:attrNameLst>
                                      </p:cBhvr>
                                      <p:tavLst>
                                        <p:tav tm="0">
                                          <p:val>
                                            <p:fltVal val="0"/>
                                          </p:val>
                                        </p:tav>
                                        <p:tav tm="100000">
                                          <p:val>
                                            <p:strVal val="#ppt_w"/>
                                          </p:val>
                                        </p:tav>
                                      </p:tavLst>
                                    </p:anim>
                                    <p:anim calcmode="lin" valueType="num">
                                      <p:cBhvr>
                                        <p:cTn id="64" dur="300" fill="hold"/>
                                        <p:tgtEl>
                                          <p:spTgt spid="10"/>
                                        </p:tgtEl>
                                        <p:attrNameLst>
                                          <p:attrName>ppt_h</p:attrName>
                                        </p:attrNameLst>
                                      </p:cBhvr>
                                      <p:tavLst>
                                        <p:tav tm="0">
                                          <p:val>
                                            <p:fltVal val="0"/>
                                          </p:val>
                                        </p:tav>
                                        <p:tav tm="100000">
                                          <p:val>
                                            <p:strVal val="#ppt_h"/>
                                          </p:val>
                                        </p:tav>
                                      </p:tavLst>
                                    </p:anim>
                                    <p:animEffect transition="in" filter="fade">
                                      <p:cBhvr>
                                        <p:cTn id="65" dur="300"/>
                                        <p:tgtEl>
                                          <p:spTgt spid="10"/>
                                        </p:tgtEl>
                                      </p:cBhvr>
                                    </p:animEffect>
                                  </p:childTnLst>
                                </p:cTn>
                              </p:par>
                              <p:par>
                                <p:cTn id="66" presetID="53" presetClass="entr" presetSubtype="16" fill="hold" nodeType="withEffect">
                                  <p:stCondLst>
                                    <p:cond delay="295"/>
                                  </p:stCondLst>
                                  <p:childTnLst>
                                    <p:set>
                                      <p:cBhvr>
                                        <p:cTn id="67" dur="1" fill="hold">
                                          <p:stCondLst>
                                            <p:cond delay="0"/>
                                          </p:stCondLst>
                                        </p:cTn>
                                        <p:tgtEl>
                                          <p:spTgt spid="12"/>
                                        </p:tgtEl>
                                        <p:attrNameLst>
                                          <p:attrName>style.visibility</p:attrName>
                                        </p:attrNameLst>
                                      </p:cBhvr>
                                      <p:to>
                                        <p:strVal val="visible"/>
                                      </p:to>
                                    </p:set>
                                    <p:anim calcmode="lin" valueType="num">
                                      <p:cBhvr>
                                        <p:cTn id="68" dur="300" fill="hold"/>
                                        <p:tgtEl>
                                          <p:spTgt spid="12"/>
                                        </p:tgtEl>
                                        <p:attrNameLst>
                                          <p:attrName>ppt_w</p:attrName>
                                        </p:attrNameLst>
                                      </p:cBhvr>
                                      <p:tavLst>
                                        <p:tav tm="0">
                                          <p:val>
                                            <p:fltVal val="0"/>
                                          </p:val>
                                        </p:tav>
                                        <p:tav tm="100000">
                                          <p:val>
                                            <p:strVal val="#ppt_w"/>
                                          </p:val>
                                        </p:tav>
                                      </p:tavLst>
                                    </p:anim>
                                    <p:anim calcmode="lin" valueType="num">
                                      <p:cBhvr>
                                        <p:cTn id="69" dur="300" fill="hold"/>
                                        <p:tgtEl>
                                          <p:spTgt spid="12"/>
                                        </p:tgtEl>
                                        <p:attrNameLst>
                                          <p:attrName>ppt_h</p:attrName>
                                        </p:attrNameLst>
                                      </p:cBhvr>
                                      <p:tavLst>
                                        <p:tav tm="0">
                                          <p:val>
                                            <p:fltVal val="0"/>
                                          </p:val>
                                        </p:tav>
                                        <p:tav tm="100000">
                                          <p:val>
                                            <p:strVal val="#ppt_h"/>
                                          </p:val>
                                        </p:tav>
                                      </p:tavLst>
                                    </p:anim>
                                    <p:animEffect transition="in" filter="fade">
                                      <p:cBhvr>
                                        <p:cTn id="70" dur="300"/>
                                        <p:tgtEl>
                                          <p:spTgt spid="12"/>
                                        </p:tgtEl>
                                      </p:cBhvr>
                                    </p:animEffect>
                                  </p:childTnLst>
                                </p:cTn>
                              </p:par>
                              <p:par>
                                <p:cTn id="71" presetID="53" presetClass="entr" presetSubtype="16" fill="hold" nodeType="withEffect">
                                  <p:stCondLst>
                                    <p:cond delay="330"/>
                                  </p:stCondLst>
                                  <p:childTnLst>
                                    <p:set>
                                      <p:cBhvr>
                                        <p:cTn id="72" dur="1" fill="hold">
                                          <p:stCondLst>
                                            <p:cond delay="0"/>
                                          </p:stCondLst>
                                        </p:cTn>
                                        <p:tgtEl>
                                          <p:spTgt spid="14"/>
                                        </p:tgtEl>
                                        <p:attrNameLst>
                                          <p:attrName>style.visibility</p:attrName>
                                        </p:attrNameLst>
                                      </p:cBhvr>
                                      <p:to>
                                        <p:strVal val="visible"/>
                                      </p:to>
                                    </p:set>
                                    <p:anim calcmode="lin" valueType="num">
                                      <p:cBhvr>
                                        <p:cTn id="73" dur="300" fill="hold"/>
                                        <p:tgtEl>
                                          <p:spTgt spid="14"/>
                                        </p:tgtEl>
                                        <p:attrNameLst>
                                          <p:attrName>ppt_w</p:attrName>
                                        </p:attrNameLst>
                                      </p:cBhvr>
                                      <p:tavLst>
                                        <p:tav tm="0">
                                          <p:val>
                                            <p:fltVal val="0"/>
                                          </p:val>
                                        </p:tav>
                                        <p:tav tm="100000">
                                          <p:val>
                                            <p:strVal val="#ppt_w"/>
                                          </p:val>
                                        </p:tav>
                                      </p:tavLst>
                                    </p:anim>
                                    <p:anim calcmode="lin" valueType="num">
                                      <p:cBhvr>
                                        <p:cTn id="74" dur="300" fill="hold"/>
                                        <p:tgtEl>
                                          <p:spTgt spid="14"/>
                                        </p:tgtEl>
                                        <p:attrNameLst>
                                          <p:attrName>ppt_h</p:attrName>
                                        </p:attrNameLst>
                                      </p:cBhvr>
                                      <p:tavLst>
                                        <p:tav tm="0">
                                          <p:val>
                                            <p:fltVal val="0"/>
                                          </p:val>
                                        </p:tav>
                                        <p:tav tm="100000">
                                          <p:val>
                                            <p:strVal val="#ppt_h"/>
                                          </p:val>
                                        </p:tav>
                                      </p:tavLst>
                                    </p:anim>
                                    <p:animEffect transition="in" filter="fade">
                                      <p:cBhvr>
                                        <p:cTn id="75" dur="300"/>
                                        <p:tgtEl>
                                          <p:spTgt spid="14"/>
                                        </p:tgtEl>
                                      </p:cBhvr>
                                    </p:animEffect>
                                  </p:childTnLst>
                                </p:cTn>
                              </p:par>
                              <p:par>
                                <p:cTn id="76" presetID="22" presetClass="entr" presetSubtype="4" fill="hold" nodeType="withEffect">
                                  <p:stCondLst>
                                    <p:cond delay="365"/>
                                  </p:stCondLst>
                                  <p:childTnLst>
                                    <p:set>
                                      <p:cBhvr>
                                        <p:cTn id="77" dur="1" fill="hold">
                                          <p:stCondLst>
                                            <p:cond delay="0"/>
                                          </p:stCondLst>
                                        </p:cTn>
                                        <p:tgtEl>
                                          <p:spTgt spid="11"/>
                                        </p:tgtEl>
                                        <p:attrNameLst>
                                          <p:attrName>style.visibility</p:attrName>
                                        </p:attrNameLst>
                                      </p:cBhvr>
                                      <p:to>
                                        <p:strVal val="visible"/>
                                      </p:to>
                                    </p:set>
                                    <p:animEffect transition="in" filter="wipe(down)">
                                      <p:cBhvr>
                                        <p:cTn id="78" dur="250"/>
                                        <p:tgtEl>
                                          <p:spTgt spid="11"/>
                                        </p:tgtEl>
                                      </p:cBhvr>
                                    </p:animEffect>
                                  </p:childTnLst>
                                </p:cTn>
                              </p:par>
                              <p:par>
                                <p:cTn id="79" presetID="22" presetClass="entr" presetSubtype="4" fill="hold" nodeType="withEffect">
                                  <p:stCondLst>
                                    <p:cond delay="400"/>
                                  </p:stCondLst>
                                  <p:childTnLst>
                                    <p:set>
                                      <p:cBhvr>
                                        <p:cTn id="80" dur="1" fill="hold">
                                          <p:stCondLst>
                                            <p:cond delay="0"/>
                                          </p:stCondLst>
                                        </p:cTn>
                                        <p:tgtEl>
                                          <p:spTgt spid="13"/>
                                        </p:tgtEl>
                                        <p:attrNameLst>
                                          <p:attrName>style.visibility</p:attrName>
                                        </p:attrNameLst>
                                      </p:cBhvr>
                                      <p:to>
                                        <p:strVal val="visible"/>
                                      </p:to>
                                    </p:set>
                                    <p:animEffect transition="in" filter="wipe(down)">
                                      <p:cBhvr>
                                        <p:cTn id="81" dur="250"/>
                                        <p:tgtEl>
                                          <p:spTgt spid="13"/>
                                        </p:tgtEl>
                                      </p:cBhvr>
                                    </p:animEffect>
                                  </p:childTnLst>
                                </p:cTn>
                              </p:par>
                              <p:par>
                                <p:cTn id="82" presetID="22" presetClass="entr" presetSubtype="4" fill="hold" nodeType="withEffect">
                                  <p:stCondLst>
                                    <p:cond delay="435"/>
                                  </p:stCondLst>
                                  <p:childTnLst>
                                    <p:set>
                                      <p:cBhvr>
                                        <p:cTn id="83" dur="1" fill="hold">
                                          <p:stCondLst>
                                            <p:cond delay="0"/>
                                          </p:stCondLst>
                                        </p:cTn>
                                        <p:tgtEl>
                                          <p:spTgt spid="15"/>
                                        </p:tgtEl>
                                        <p:attrNameLst>
                                          <p:attrName>style.visibility</p:attrName>
                                        </p:attrNameLst>
                                      </p:cBhvr>
                                      <p:to>
                                        <p:strVal val="visible"/>
                                      </p:to>
                                    </p:set>
                                    <p:animEffect transition="in" filter="wipe(down)">
                                      <p:cBhvr>
                                        <p:cTn id="84" dur="250"/>
                                        <p:tgtEl>
                                          <p:spTgt spid="15"/>
                                        </p:tgtEl>
                                      </p:cBhvr>
                                    </p:animEffect>
                                  </p:childTnLst>
                                </p:cTn>
                              </p:par>
                              <p:par>
                                <p:cTn id="85" presetID="22" presetClass="entr" presetSubtype="4" fill="hold" nodeType="withEffect">
                                  <p:stCondLst>
                                    <p:cond delay="470"/>
                                  </p:stCondLst>
                                  <p:childTnLst>
                                    <p:set>
                                      <p:cBhvr>
                                        <p:cTn id="86" dur="1" fill="hold">
                                          <p:stCondLst>
                                            <p:cond delay="0"/>
                                          </p:stCondLst>
                                        </p:cTn>
                                        <p:tgtEl>
                                          <p:spTgt spid="16"/>
                                        </p:tgtEl>
                                        <p:attrNameLst>
                                          <p:attrName>style.visibility</p:attrName>
                                        </p:attrNameLst>
                                      </p:cBhvr>
                                      <p:to>
                                        <p:strVal val="visible"/>
                                      </p:to>
                                    </p:set>
                                    <p:animEffect transition="in" filter="wipe(down)">
                                      <p:cBhvr>
                                        <p:cTn id="87" dur="250"/>
                                        <p:tgtEl>
                                          <p:spTgt spid="16"/>
                                        </p:tgtEl>
                                      </p:cBhvr>
                                    </p:animEffect>
                                  </p:childTnLst>
                                </p:cTn>
                              </p:par>
                              <p:par>
                                <p:cTn id="88" presetID="10" presetClass="entr" presetSubtype="0" fill="hold" nodeType="withEffect">
                                  <p:stCondLst>
                                    <p:cond delay="29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225"/>
                                        <p:tgtEl>
                                          <p:spTgt spid="1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175"/>
                                        <p:tgtEl>
                                          <p:spTgt spid="9"/>
                                        </p:tgtEl>
                                      </p:cBhvr>
                                    </p:animEffect>
                                    <p:set>
                                      <p:cBhvr>
                                        <p:cTn id="95" dur="1" fill="hold">
                                          <p:stCondLst>
                                            <p:cond delay="174"/>
                                          </p:stCondLst>
                                        </p:cTn>
                                        <p:tgtEl>
                                          <p:spTgt spid="9"/>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175"/>
                                        <p:tgtEl>
                                          <p:spTgt spid="10"/>
                                        </p:tgtEl>
                                      </p:cBhvr>
                                    </p:animEffect>
                                    <p:set>
                                      <p:cBhvr>
                                        <p:cTn id="98" dur="1" fill="hold">
                                          <p:stCondLst>
                                            <p:cond delay="174"/>
                                          </p:stCondLst>
                                        </p:cTn>
                                        <p:tgtEl>
                                          <p:spTgt spid="10"/>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75"/>
                                        <p:tgtEl>
                                          <p:spTgt spid="11"/>
                                        </p:tgtEl>
                                      </p:cBhvr>
                                    </p:animEffect>
                                    <p:set>
                                      <p:cBhvr>
                                        <p:cTn id="101" dur="1" fill="hold">
                                          <p:stCondLst>
                                            <p:cond delay="174"/>
                                          </p:stCondLst>
                                        </p:cTn>
                                        <p:tgtEl>
                                          <p:spTgt spid="11"/>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75"/>
                                        <p:tgtEl>
                                          <p:spTgt spid="13"/>
                                        </p:tgtEl>
                                      </p:cBhvr>
                                    </p:animEffect>
                                    <p:set>
                                      <p:cBhvr>
                                        <p:cTn id="104" dur="1" fill="hold">
                                          <p:stCondLst>
                                            <p:cond delay="174"/>
                                          </p:stCondLst>
                                        </p:cTn>
                                        <p:tgtEl>
                                          <p:spTgt spid="13"/>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75"/>
                                        <p:tgtEl>
                                          <p:spTgt spid="15"/>
                                        </p:tgtEl>
                                      </p:cBhvr>
                                    </p:animEffect>
                                    <p:set>
                                      <p:cBhvr>
                                        <p:cTn id="107" dur="1" fill="hold">
                                          <p:stCondLst>
                                            <p:cond delay="174"/>
                                          </p:stCondLst>
                                        </p:cTn>
                                        <p:tgtEl>
                                          <p:spTgt spid="15"/>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75"/>
                                        <p:tgtEl>
                                          <p:spTgt spid="16"/>
                                        </p:tgtEl>
                                      </p:cBhvr>
                                    </p:animEffect>
                                    <p:set>
                                      <p:cBhvr>
                                        <p:cTn id="110" dur="1" fill="hold">
                                          <p:stCondLst>
                                            <p:cond delay="174"/>
                                          </p:stCondLst>
                                        </p:cTn>
                                        <p:tgtEl>
                                          <p:spTgt spid="16"/>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175"/>
                                        <p:tgtEl>
                                          <p:spTgt spid="17"/>
                                        </p:tgtEl>
                                      </p:cBhvr>
                                    </p:animEffect>
                                    <p:set>
                                      <p:cBhvr>
                                        <p:cTn id="113" dur="1" fill="hold">
                                          <p:stCondLst>
                                            <p:cond delay="174"/>
                                          </p:stCondLst>
                                        </p:cTn>
                                        <p:tgtEl>
                                          <p:spTgt spid="17"/>
                                        </p:tgtEl>
                                        <p:attrNameLst>
                                          <p:attrName>style.visibility</p:attrName>
                                        </p:attrNameLst>
                                      </p:cBhvr>
                                      <p:to>
                                        <p:strVal val="hidden"/>
                                      </p:to>
                                    </p:set>
                                  </p:childTnLst>
                                </p:cTn>
                              </p:par>
                              <p:par>
                                <p:cTn id="114" presetID="0" presetClass="path" presetSubtype="0" accel="50000" decel="50000" fill="hold" nodeType="withEffect">
                                  <p:stCondLst>
                                    <p:cond delay="0"/>
                                  </p:stCondLst>
                                  <p:childTnLst>
                                    <p:animMotion origin="layout" path="M 0 0 L 0.47000 0.04867 E" pathEditMode="relative" rAng="0" ptsTypes="AA">
                                      <p:cBhvr>
                                        <p:cTn id="115" dur="375" fill="hold"/>
                                        <p:tgtEl>
                                          <p:spTgt spid="12"/>
                                        </p:tgtEl>
                                        <p:attrNameLst>
                                          <p:attrName>ppt_x</p:attrName>
                                          <p:attrName>ppt_y</p:attrName>
                                        </p:attrNameLst>
                                      </p:cBhvr>
                                      <p:rCtr x="23500" y="2433"/>
                                    </p:animMotion>
                                  </p:childTnLst>
                                </p:cTn>
                              </p:par>
                              <p:par>
                                <p:cTn id="116" presetID="6" presetClass="emph" presetSubtype="0" accel="50000" decel="50000" fill="hold" nodeType="withEffect">
                                  <p:stCondLst>
                                    <p:cond delay="0"/>
                                  </p:stCondLst>
                                  <p:childTnLst>
                                    <p:animScale>
                                      <p:cBhvr>
                                        <p:cTn id="117" dur="375" fill="hold"/>
                                        <p:tgtEl>
                                          <p:spTgt spid="12"/>
                                        </p:tgtEl>
                                      </p:cBhvr>
                                      <p:by x="49370" y="49370"/>
                                    </p:animScale>
                                  </p:childTnLst>
                                </p:cTn>
                              </p:par>
                              <p:par>
                                <p:cTn id="118" presetID="0" presetClass="path" presetSubtype="0" accel="50000" decel="50000" fill="hold" nodeType="withEffect">
                                  <p:stCondLst>
                                    <p:cond delay="0"/>
                                  </p:stCondLst>
                                  <p:childTnLst>
                                    <p:animMotion origin="layout" path="M 0 0 L 0.21223 0.19800 E" pathEditMode="relative" rAng="0" ptsTypes="AA">
                                      <p:cBhvr>
                                        <p:cTn id="119" dur="375" fill="hold"/>
                                        <p:tgtEl>
                                          <p:spTgt spid="14"/>
                                        </p:tgtEl>
                                        <p:attrNameLst>
                                          <p:attrName>ppt_x</p:attrName>
                                          <p:attrName>ppt_y</p:attrName>
                                        </p:attrNameLst>
                                      </p:cBhvr>
                                      <p:rCtr x="10611" y="9900"/>
                                    </p:animMotion>
                                  </p:childTnLst>
                                </p:cTn>
                              </p:par>
                              <p:par>
                                <p:cTn id="120" presetID="6" presetClass="emph" presetSubtype="0" accel="50000" decel="50000" fill="hold" nodeType="withEffect">
                                  <p:stCondLst>
                                    <p:cond delay="0"/>
                                  </p:stCondLst>
                                  <p:childTnLst>
                                    <p:animScale>
                                      <p:cBhvr>
                                        <p:cTn id="121" dur="375" fill="hold"/>
                                        <p:tgtEl>
                                          <p:spTgt spid="14"/>
                                        </p:tgtEl>
                                      </p:cBhvr>
                                      <p:by x="49370" y="49370"/>
                                    </p:animScale>
                                  </p:childTnLst>
                                </p:cTn>
                              </p:par>
                              <p:par>
                                <p:cTn id="122" presetID="10" presetClass="entr" presetSubtype="0" fill="hold" nodeType="withEffect">
                                  <p:stCondLst>
                                    <p:cond delay="225"/>
                                  </p:stCondLst>
                                  <p:childTnLst>
                                    <p:set>
                                      <p:cBhvr>
                                        <p:cTn id="123" dur="1" fill="hold">
                                          <p:stCondLst>
                                            <p:cond delay="0"/>
                                          </p:stCondLst>
                                        </p:cTn>
                                        <p:tgtEl>
                                          <p:spTgt spid="18"/>
                                        </p:tgtEl>
                                        <p:attrNameLst>
                                          <p:attrName>style.visibility</p:attrName>
                                        </p:attrNameLst>
                                      </p:cBhvr>
                                      <p:to>
                                        <p:strVal val="visible"/>
                                      </p:to>
                                    </p:set>
                                    <p:animEffect transition="in" filter="fade">
                                      <p:cBhvr>
                                        <p:cTn id="124" dur="225"/>
                                        <p:tgtEl>
                                          <p:spTgt spid="18"/>
                                        </p:tgtEl>
                                      </p:cBhvr>
                                    </p:animEffect>
                                  </p:childTnLst>
                                </p:cTn>
                              </p:par>
                              <p:par>
                                <p:cTn id="125" presetID="10" presetClass="entr" presetSubtype="0" fill="hold" nodeType="withEffect">
                                  <p:stCondLst>
                                    <p:cond delay="260"/>
                                  </p:stCondLst>
                                  <p:childTnLst>
                                    <p:set>
                                      <p:cBhvr>
                                        <p:cTn id="126" dur="1" fill="hold">
                                          <p:stCondLst>
                                            <p:cond delay="0"/>
                                          </p:stCondLst>
                                        </p:cTn>
                                        <p:tgtEl>
                                          <p:spTgt spid="19"/>
                                        </p:tgtEl>
                                        <p:attrNameLst>
                                          <p:attrName>style.visibility</p:attrName>
                                        </p:attrNameLst>
                                      </p:cBhvr>
                                      <p:to>
                                        <p:strVal val="visible"/>
                                      </p:to>
                                    </p:set>
                                    <p:animEffect transition="in" filter="fade">
                                      <p:cBhvr>
                                        <p:cTn id="127" dur="225"/>
                                        <p:tgtEl>
                                          <p:spTgt spid="19"/>
                                        </p:tgtEl>
                                      </p:cBhvr>
                                    </p:animEffect>
                                  </p:childTnLst>
                                </p:cTn>
                              </p:par>
                              <p:par>
                                <p:cTn id="128" presetID="10" presetClass="entr" presetSubtype="0" fill="hold" nodeType="withEffect">
                                  <p:stCondLst>
                                    <p:cond delay="295"/>
                                  </p:stCondLst>
                                  <p:childTnLst>
                                    <p:set>
                                      <p:cBhvr>
                                        <p:cTn id="129" dur="1" fill="hold">
                                          <p:stCondLst>
                                            <p:cond delay="0"/>
                                          </p:stCondLst>
                                        </p:cTn>
                                        <p:tgtEl>
                                          <p:spTgt spid="20"/>
                                        </p:tgtEl>
                                        <p:attrNameLst>
                                          <p:attrName>style.visibility</p:attrName>
                                        </p:attrNameLst>
                                      </p:cBhvr>
                                      <p:to>
                                        <p:strVal val="visible"/>
                                      </p:to>
                                    </p:set>
                                    <p:animEffect transition="in" filter="fade">
                                      <p:cBhvr>
                                        <p:cTn id="130" dur="225"/>
                                        <p:tgtEl>
                                          <p:spTgt spid="20"/>
                                        </p:tgtEl>
                                      </p:cBhvr>
                                    </p:animEffect>
                                  </p:childTnLst>
                                </p:cTn>
                              </p:par>
                              <p:par>
                                <p:cTn id="131" presetID="22" presetClass="entr" presetSubtype="8" fill="hold" nodeType="withEffect">
                                  <p:stCondLst>
                                    <p:cond delay="295"/>
                                  </p:stCondLst>
                                  <p:childTnLst>
                                    <p:set>
                                      <p:cBhvr>
                                        <p:cTn id="132" dur="1" fill="hold">
                                          <p:stCondLst>
                                            <p:cond delay="0"/>
                                          </p:stCondLst>
                                        </p:cTn>
                                        <p:tgtEl>
                                          <p:spTgt spid="21"/>
                                        </p:tgtEl>
                                        <p:attrNameLst>
                                          <p:attrName>style.visibility</p:attrName>
                                        </p:attrNameLst>
                                      </p:cBhvr>
                                      <p:to>
                                        <p:strVal val="visible"/>
                                      </p:to>
                                    </p:set>
                                    <p:animEffect transition="in" filter="wipe(left)">
                                      <p:cBhvr>
                                        <p:cTn id="133" dur="250"/>
                                        <p:tgtEl>
                                          <p:spTgt spid="21"/>
                                        </p:tgtEl>
                                      </p:cBhvr>
                                    </p:animEffect>
                                  </p:childTnLst>
                                </p:cTn>
                              </p:par>
                              <p:par>
                                <p:cTn id="134" presetID="10" presetClass="entr" presetSubtype="0" fill="hold" nodeType="withEffect">
                                  <p:stCondLst>
                                    <p:cond delay="330"/>
                                  </p:stCondLst>
                                  <p:childTnLst>
                                    <p:set>
                                      <p:cBhvr>
                                        <p:cTn id="135" dur="1" fill="hold">
                                          <p:stCondLst>
                                            <p:cond delay="0"/>
                                          </p:stCondLst>
                                        </p:cTn>
                                        <p:tgtEl>
                                          <p:spTgt spid="22"/>
                                        </p:tgtEl>
                                        <p:attrNameLst>
                                          <p:attrName>style.visibility</p:attrName>
                                        </p:attrNameLst>
                                      </p:cBhvr>
                                      <p:to>
                                        <p:strVal val="visible"/>
                                      </p:to>
                                    </p:set>
                                    <p:animEffect transition="in" filter="fade">
                                      <p:cBhvr>
                                        <p:cTn id="136" dur="225"/>
                                        <p:tgtEl>
                                          <p:spTgt spid="22"/>
                                        </p:tgtEl>
                                      </p:cBhvr>
                                    </p:animEffect>
                                  </p:childTnLst>
                                </p:cTn>
                              </p:par>
                              <p:par>
                                <p:cTn id="137" presetID="10" presetClass="entr" presetSubtype="0" fill="hold" nodeType="withEffect">
                                  <p:stCondLst>
                                    <p:cond delay="365"/>
                                  </p:stCondLst>
                                  <p:childTnLst>
                                    <p:set>
                                      <p:cBhvr>
                                        <p:cTn id="138" dur="1" fill="hold">
                                          <p:stCondLst>
                                            <p:cond delay="0"/>
                                          </p:stCondLst>
                                        </p:cTn>
                                        <p:tgtEl>
                                          <p:spTgt spid="23"/>
                                        </p:tgtEl>
                                        <p:attrNameLst>
                                          <p:attrName>style.visibility</p:attrName>
                                        </p:attrNameLst>
                                      </p:cBhvr>
                                      <p:to>
                                        <p:strVal val="visible"/>
                                      </p:to>
                                    </p:set>
                                    <p:animEffect transition="in" filter="fade">
                                      <p:cBhvr>
                                        <p:cTn id="139" dur="225"/>
                                        <p:tgtEl>
                                          <p:spTgt spid="23"/>
                                        </p:tgtEl>
                                      </p:cBhvr>
                                    </p:animEffect>
                                  </p:childTnLst>
                                </p:cTn>
                              </p:par>
                              <p:par>
                                <p:cTn id="140" presetID="22" presetClass="entr" presetSubtype="8" fill="hold" nodeType="withEffect">
                                  <p:stCondLst>
                                    <p:cond delay="365"/>
                                  </p:stCondLst>
                                  <p:childTnLst>
                                    <p:set>
                                      <p:cBhvr>
                                        <p:cTn id="141" dur="1" fill="hold">
                                          <p:stCondLst>
                                            <p:cond delay="0"/>
                                          </p:stCondLst>
                                        </p:cTn>
                                        <p:tgtEl>
                                          <p:spTgt spid="24"/>
                                        </p:tgtEl>
                                        <p:attrNameLst>
                                          <p:attrName>style.visibility</p:attrName>
                                        </p:attrNameLst>
                                      </p:cBhvr>
                                      <p:to>
                                        <p:strVal val="visible"/>
                                      </p:to>
                                    </p:set>
                                    <p:animEffect transition="in" filter="wipe(left)">
                                      <p:cBhvr>
                                        <p:cTn id="142" dur="250"/>
                                        <p:tgtEl>
                                          <p:spTgt spid="24"/>
                                        </p:tgtEl>
                                      </p:cBhvr>
                                    </p:animEffect>
                                  </p:childTnLst>
                                </p:cTn>
                              </p:par>
                              <p:par>
                                <p:cTn id="143" presetID="10" presetClass="entr" presetSubtype="0" fill="hold" nodeType="withEffect">
                                  <p:stCondLst>
                                    <p:cond delay="400"/>
                                  </p:stCondLst>
                                  <p:childTnLst>
                                    <p:set>
                                      <p:cBhvr>
                                        <p:cTn id="144" dur="1" fill="hold">
                                          <p:stCondLst>
                                            <p:cond delay="0"/>
                                          </p:stCondLst>
                                        </p:cTn>
                                        <p:tgtEl>
                                          <p:spTgt spid="25"/>
                                        </p:tgtEl>
                                        <p:attrNameLst>
                                          <p:attrName>style.visibility</p:attrName>
                                        </p:attrNameLst>
                                      </p:cBhvr>
                                      <p:to>
                                        <p:strVal val="visible"/>
                                      </p:to>
                                    </p:set>
                                    <p:animEffect transition="in" filter="fade">
                                      <p:cBhvr>
                                        <p:cTn id="145" dur="225"/>
                                        <p:tgtEl>
                                          <p:spTgt spid="25"/>
                                        </p:tgtEl>
                                      </p:cBhvr>
                                    </p:animEffect>
                                  </p:childTnLst>
                                </p:cTn>
                              </p:par>
                              <p:par>
                                <p:cTn id="146" presetID="10" presetClass="entr" presetSubtype="0" fill="hold" nodeType="withEffect">
                                  <p:stCondLst>
                                    <p:cond delay="435"/>
                                  </p:stCondLst>
                                  <p:childTnLst>
                                    <p:set>
                                      <p:cBhvr>
                                        <p:cTn id="147" dur="1" fill="hold">
                                          <p:stCondLst>
                                            <p:cond delay="0"/>
                                          </p:stCondLst>
                                        </p:cTn>
                                        <p:tgtEl>
                                          <p:spTgt spid="26"/>
                                        </p:tgtEl>
                                        <p:attrNameLst>
                                          <p:attrName>style.visibility</p:attrName>
                                        </p:attrNameLst>
                                      </p:cBhvr>
                                      <p:to>
                                        <p:strVal val="visible"/>
                                      </p:to>
                                    </p:set>
                                    <p:animEffect transition="in" filter="fade">
                                      <p:cBhvr>
                                        <p:cTn id="148" dur="225"/>
                                        <p:tgtEl>
                                          <p:spTgt spid="26"/>
                                        </p:tgtEl>
                                      </p:cBhvr>
                                    </p:animEffect>
                                  </p:childTnLst>
                                </p:cTn>
                              </p:par>
                              <p:par>
                                <p:cTn id="149" presetID="22" presetClass="entr" presetSubtype="8" fill="hold" nodeType="withEffect">
                                  <p:stCondLst>
                                    <p:cond delay="435"/>
                                  </p:stCondLst>
                                  <p:childTnLst>
                                    <p:set>
                                      <p:cBhvr>
                                        <p:cTn id="150" dur="1" fill="hold">
                                          <p:stCondLst>
                                            <p:cond delay="0"/>
                                          </p:stCondLst>
                                        </p:cTn>
                                        <p:tgtEl>
                                          <p:spTgt spid="27"/>
                                        </p:tgtEl>
                                        <p:attrNameLst>
                                          <p:attrName>style.visibility</p:attrName>
                                        </p:attrNameLst>
                                      </p:cBhvr>
                                      <p:to>
                                        <p:strVal val="visible"/>
                                      </p:to>
                                    </p:set>
                                    <p:animEffect transition="in" filter="wipe(left)">
                                      <p:cBhvr>
                                        <p:cTn id="151" dur="250"/>
                                        <p:tgtEl>
                                          <p:spTgt spid="27"/>
                                        </p:tgtEl>
                                      </p:cBhvr>
                                    </p:animEffect>
                                  </p:childTnLst>
                                </p:cTn>
                              </p:par>
                              <p:par>
                                <p:cTn id="152" presetID="10" presetClass="entr" presetSubtype="0" fill="hold" nodeType="withEffect">
                                  <p:stCondLst>
                                    <p:cond delay="470"/>
                                  </p:stCondLst>
                                  <p:childTnLst>
                                    <p:set>
                                      <p:cBhvr>
                                        <p:cTn id="153" dur="1" fill="hold">
                                          <p:stCondLst>
                                            <p:cond delay="0"/>
                                          </p:stCondLst>
                                        </p:cTn>
                                        <p:tgtEl>
                                          <p:spTgt spid="28"/>
                                        </p:tgtEl>
                                        <p:attrNameLst>
                                          <p:attrName>style.visibility</p:attrName>
                                        </p:attrNameLst>
                                      </p:cBhvr>
                                      <p:to>
                                        <p:strVal val="visible"/>
                                      </p:to>
                                    </p:set>
                                    <p:animEffect transition="in" filter="fade">
                                      <p:cBhvr>
                                        <p:cTn id="154" dur="225"/>
                                        <p:tgtEl>
                                          <p:spTgt spid="28"/>
                                        </p:tgtEl>
                                      </p:cBhvr>
                                    </p:animEffect>
                                  </p:childTnLst>
                                </p:cTn>
                              </p:par>
                              <p:par>
                                <p:cTn id="155" presetID="10" presetClass="entr" presetSubtype="0" fill="hold" nodeType="withEffect">
                                  <p:stCondLst>
                                    <p:cond delay="505"/>
                                  </p:stCondLst>
                                  <p:childTnLst>
                                    <p:set>
                                      <p:cBhvr>
                                        <p:cTn id="156" dur="1" fill="hold">
                                          <p:stCondLst>
                                            <p:cond delay="0"/>
                                          </p:stCondLst>
                                        </p:cTn>
                                        <p:tgtEl>
                                          <p:spTgt spid="29"/>
                                        </p:tgtEl>
                                        <p:attrNameLst>
                                          <p:attrName>style.visibility</p:attrName>
                                        </p:attrNameLst>
                                      </p:cBhvr>
                                      <p:to>
                                        <p:strVal val="visible"/>
                                      </p:to>
                                    </p:set>
                                    <p:animEffect transition="in" filter="fade">
                                      <p:cBhvr>
                                        <p:cTn id="157" dur="225"/>
                                        <p:tgtEl>
                                          <p:spTgt spid="29"/>
                                        </p:tgtEl>
                                      </p:cBhvr>
                                    </p:animEffect>
                                  </p:childTnLst>
                                </p:cTn>
                              </p:par>
                              <p:par>
                                <p:cTn id="158" presetID="22" presetClass="entr" presetSubtype="8" fill="hold" nodeType="withEffect">
                                  <p:stCondLst>
                                    <p:cond delay="505"/>
                                  </p:stCondLst>
                                  <p:childTnLst>
                                    <p:set>
                                      <p:cBhvr>
                                        <p:cTn id="159" dur="1" fill="hold">
                                          <p:stCondLst>
                                            <p:cond delay="0"/>
                                          </p:stCondLst>
                                        </p:cTn>
                                        <p:tgtEl>
                                          <p:spTgt spid="30"/>
                                        </p:tgtEl>
                                        <p:attrNameLst>
                                          <p:attrName>style.visibility</p:attrName>
                                        </p:attrNameLst>
                                      </p:cBhvr>
                                      <p:to>
                                        <p:strVal val="visible"/>
                                      </p:to>
                                    </p:set>
                                    <p:animEffect transition="in" filter="wipe(left)">
                                      <p:cBhvr>
                                        <p:cTn id="160" dur="250"/>
                                        <p:tgtEl>
                                          <p:spTgt spid="30"/>
                                        </p:tgtEl>
                                      </p:cBhvr>
                                    </p:animEffect>
                                  </p:childTnLst>
                                </p:cTn>
                              </p:par>
                              <p:par>
                                <p:cTn id="161" presetID="22" presetClass="entr" presetSubtype="8" fill="hold" nodeType="withEffect">
                                  <p:stCondLst>
                                    <p:cond delay="540"/>
                                  </p:stCondLst>
                                  <p:childTnLst>
                                    <p:set>
                                      <p:cBhvr>
                                        <p:cTn id="162" dur="1" fill="hold">
                                          <p:stCondLst>
                                            <p:cond delay="0"/>
                                          </p:stCondLst>
                                        </p:cTn>
                                        <p:tgtEl>
                                          <p:spTgt spid="31"/>
                                        </p:tgtEl>
                                        <p:attrNameLst>
                                          <p:attrName>style.visibility</p:attrName>
                                        </p:attrNameLst>
                                      </p:cBhvr>
                                      <p:to>
                                        <p:strVal val="visible"/>
                                      </p:to>
                                    </p:set>
                                    <p:animEffect transition="in" filter="wipe(left)">
                                      <p:cBhvr>
                                        <p:cTn id="163" dur="250"/>
                                        <p:tgtEl>
                                          <p:spTgt spid="31"/>
                                        </p:tgtEl>
                                      </p:cBhvr>
                                    </p:animEffect>
                                  </p:childTnLst>
                                </p:cTn>
                              </p:par>
                              <p:par>
                                <p:cTn id="164" presetID="22" presetClass="entr" presetSubtype="8" fill="hold" nodeType="withEffect">
                                  <p:stCondLst>
                                    <p:cond delay="575"/>
                                  </p:stCondLst>
                                  <p:childTnLst>
                                    <p:set>
                                      <p:cBhvr>
                                        <p:cTn id="165" dur="1" fill="hold">
                                          <p:stCondLst>
                                            <p:cond delay="0"/>
                                          </p:stCondLst>
                                        </p:cTn>
                                        <p:tgtEl>
                                          <p:spTgt spid="32"/>
                                        </p:tgtEl>
                                        <p:attrNameLst>
                                          <p:attrName>style.visibility</p:attrName>
                                        </p:attrNameLst>
                                      </p:cBhvr>
                                      <p:to>
                                        <p:strVal val="visible"/>
                                      </p:to>
                                    </p:set>
                                    <p:animEffect transition="in" filter="wipe(left)">
                                      <p:cBhvr>
                                        <p:cTn id="166" dur="250"/>
                                        <p:tgtEl>
                                          <p:spTgt spid="32"/>
                                        </p:tgtEl>
                                      </p:cBhvr>
                                    </p:animEffect>
                                  </p:childTnLst>
                                </p:cTn>
                              </p:par>
                              <p:par>
                                <p:cTn id="167" presetID="10" presetClass="entr" presetSubtype="0" fill="hold" nodeType="withEffect">
                                  <p:stCondLst>
                                    <p:cond delay="610"/>
                                  </p:stCondLst>
                                  <p:childTnLst>
                                    <p:set>
                                      <p:cBhvr>
                                        <p:cTn id="168" dur="1" fill="hold">
                                          <p:stCondLst>
                                            <p:cond delay="0"/>
                                          </p:stCondLst>
                                        </p:cTn>
                                        <p:tgtEl>
                                          <p:spTgt spid="33"/>
                                        </p:tgtEl>
                                        <p:attrNameLst>
                                          <p:attrName>style.visibility</p:attrName>
                                        </p:attrNameLst>
                                      </p:cBhvr>
                                      <p:to>
                                        <p:strVal val="visible"/>
                                      </p:to>
                                    </p:set>
                                    <p:animEffect transition="in" filter="fade">
                                      <p:cBhvr>
                                        <p:cTn id="169" dur="225"/>
                                        <p:tgtEl>
                                          <p:spTgt spid="33"/>
                                        </p:tgtEl>
                                      </p:cBhvr>
                                    </p:animEffect>
                                  </p:childTnLst>
                                </p:cTn>
                              </p:par>
                              <p:par>
                                <p:cTn id="170" presetID="22" presetClass="entr" presetSubtype="8" fill="hold" nodeType="withEffect">
                                  <p:stCondLst>
                                    <p:cond delay="610"/>
                                  </p:stCondLst>
                                  <p:childTnLst>
                                    <p:set>
                                      <p:cBhvr>
                                        <p:cTn id="171" dur="1" fill="hold">
                                          <p:stCondLst>
                                            <p:cond delay="0"/>
                                          </p:stCondLst>
                                        </p:cTn>
                                        <p:tgtEl>
                                          <p:spTgt spid="34"/>
                                        </p:tgtEl>
                                        <p:attrNameLst>
                                          <p:attrName>style.visibility</p:attrName>
                                        </p:attrNameLst>
                                      </p:cBhvr>
                                      <p:to>
                                        <p:strVal val="visible"/>
                                      </p:to>
                                    </p:set>
                                    <p:animEffect transition="in" filter="wipe(left)">
                                      <p:cBhvr>
                                        <p:cTn id="172" dur="250"/>
                                        <p:tgtEl>
                                          <p:spTgt spid="34"/>
                                        </p:tgtEl>
                                      </p:cBhvr>
                                    </p:animEffect>
                                  </p:childTnLst>
                                </p:cTn>
                              </p:par>
                              <p:par>
                                <p:cTn id="173" presetID="22" presetClass="entr" presetSubtype="8" fill="hold" nodeType="withEffect">
                                  <p:stCondLst>
                                    <p:cond delay="645"/>
                                  </p:stCondLst>
                                  <p:childTnLst>
                                    <p:set>
                                      <p:cBhvr>
                                        <p:cTn id="174" dur="1" fill="hold">
                                          <p:stCondLst>
                                            <p:cond delay="0"/>
                                          </p:stCondLst>
                                        </p:cTn>
                                        <p:tgtEl>
                                          <p:spTgt spid="35"/>
                                        </p:tgtEl>
                                        <p:attrNameLst>
                                          <p:attrName>style.visibility</p:attrName>
                                        </p:attrNameLst>
                                      </p:cBhvr>
                                      <p:to>
                                        <p:strVal val="visible"/>
                                      </p:to>
                                    </p:set>
                                    <p:animEffect transition="in" filter="wipe(left)">
                                      <p:cBhvr>
                                        <p:cTn id="175" dur="250"/>
                                        <p:tgtEl>
                                          <p:spTgt spid="35"/>
                                        </p:tgtEl>
                                      </p:cBhvr>
                                    </p:animEffect>
                                  </p:childTnLst>
                                </p:cTn>
                              </p:par>
                              <p:par>
                                <p:cTn id="176" presetID="10" presetClass="entr" presetSubtype="0" fill="hold" nodeType="withEffect">
                                  <p:stCondLst>
                                    <p:cond delay="680"/>
                                  </p:stCondLst>
                                  <p:childTnLst>
                                    <p:set>
                                      <p:cBhvr>
                                        <p:cTn id="177" dur="1" fill="hold">
                                          <p:stCondLst>
                                            <p:cond delay="0"/>
                                          </p:stCondLst>
                                        </p:cTn>
                                        <p:tgtEl>
                                          <p:spTgt spid="36"/>
                                        </p:tgtEl>
                                        <p:attrNameLst>
                                          <p:attrName>style.visibility</p:attrName>
                                        </p:attrNameLst>
                                      </p:cBhvr>
                                      <p:to>
                                        <p:strVal val="visible"/>
                                      </p:to>
                                    </p:set>
                                    <p:animEffect transition="in" filter="fade">
                                      <p:cBhvr>
                                        <p:cTn id="178" dur="225"/>
                                        <p:tgtEl>
                                          <p:spTgt spid="36"/>
                                        </p:tgtEl>
                                      </p:cBhvr>
                                    </p:animEffect>
                                  </p:childTnLst>
                                </p:cTn>
                              </p:par>
                              <p:par>
                                <p:cTn id="179" presetID="22" presetClass="entr" presetSubtype="8" fill="hold" nodeType="withEffect">
                                  <p:stCondLst>
                                    <p:cond delay="680"/>
                                  </p:stCondLst>
                                  <p:childTnLst>
                                    <p:set>
                                      <p:cBhvr>
                                        <p:cTn id="180" dur="1" fill="hold">
                                          <p:stCondLst>
                                            <p:cond delay="0"/>
                                          </p:stCondLst>
                                        </p:cTn>
                                        <p:tgtEl>
                                          <p:spTgt spid="37"/>
                                        </p:tgtEl>
                                        <p:attrNameLst>
                                          <p:attrName>style.visibility</p:attrName>
                                        </p:attrNameLst>
                                      </p:cBhvr>
                                      <p:to>
                                        <p:strVal val="visible"/>
                                      </p:to>
                                    </p:set>
                                    <p:animEffect transition="in" filter="wipe(left)">
                                      <p:cBhvr>
                                        <p:cTn id="181" dur="250"/>
                                        <p:tgtEl>
                                          <p:spTgt spid="37"/>
                                        </p:tgtEl>
                                      </p:cBhvr>
                                    </p:animEffect>
                                  </p:childTnLst>
                                </p:cTn>
                              </p:par>
                              <p:par>
                                <p:cTn id="182" presetID="22" presetClass="entr" presetSubtype="8" fill="hold" nodeType="withEffect">
                                  <p:stCondLst>
                                    <p:cond delay="715"/>
                                  </p:stCondLst>
                                  <p:childTnLst>
                                    <p:set>
                                      <p:cBhvr>
                                        <p:cTn id="183" dur="1" fill="hold">
                                          <p:stCondLst>
                                            <p:cond delay="0"/>
                                          </p:stCondLst>
                                        </p:cTn>
                                        <p:tgtEl>
                                          <p:spTgt spid="38"/>
                                        </p:tgtEl>
                                        <p:attrNameLst>
                                          <p:attrName>style.visibility</p:attrName>
                                        </p:attrNameLst>
                                      </p:cBhvr>
                                      <p:to>
                                        <p:strVal val="visible"/>
                                      </p:to>
                                    </p:set>
                                    <p:animEffect transition="in" filter="wipe(left)">
                                      <p:cBhvr>
                                        <p:cTn id="184" dur="250"/>
                                        <p:tgtEl>
                                          <p:spTgt spid="38"/>
                                        </p:tgtEl>
                                      </p:cBhvr>
                                    </p:animEffect>
                                  </p:childTnLst>
                                </p:cTn>
                              </p:par>
                              <p:par>
                                <p:cTn id="185" presetID="10" presetClass="entr" presetSubtype="0" fill="hold" nodeType="withEffect">
                                  <p:stCondLst>
                                    <p:cond delay="740"/>
                                  </p:stCondLst>
                                  <p:childTnLst>
                                    <p:set>
                                      <p:cBhvr>
                                        <p:cTn id="186" dur="1" fill="hold">
                                          <p:stCondLst>
                                            <p:cond delay="0"/>
                                          </p:stCondLst>
                                        </p:cTn>
                                        <p:tgtEl>
                                          <p:spTgt spid="39"/>
                                        </p:tgtEl>
                                        <p:attrNameLst>
                                          <p:attrName>style.visibility</p:attrName>
                                        </p:attrNameLst>
                                      </p:cBhvr>
                                      <p:to>
                                        <p:strVal val="visible"/>
                                      </p:to>
                                    </p:set>
                                    <p:animEffect transition="in" filter="fade">
                                      <p:cBhvr>
                                        <p:cTn id="187" dur="225"/>
                                        <p:tgtEl>
                                          <p:spTgt spid="39"/>
                                        </p:tgtEl>
                                      </p:cBhvr>
                                    </p:animEffect>
                                  </p:childTnLst>
                                </p:cTn>
                              </p:par>
                              <p:par>
                                <p:cTn id="188" presetID="22" presetClass="entr" presetSubtype="8" fill="hold" nodeType="withEffect">
                                  <p:stCondLst>
                                    <p:cond delay="740"/>
                                  </p:stCondLst>
                                  <p:childTnLst>
                                    <p:set>
                                      <p:cBhvr>
                                        <p:cTn id="189" dur="1" fill="hold">
                                          <p:stCondLst>
                                            <p:cond delay="0"/>
                                          </p:stCondLst>
                                        </p:cTn>
                                        <p:tgtEl>
                                          <p:spTgt spid="40"/>
                                        </p:tgtEl>
                                        <p:attrNameLst>
                                          <p:attrName>style.visibility</p:attrName>
                                        </p:attrNameLst>
                                      </p:cBhvr>
                                      <p:to>
                                        <p:strVal val="visible"/>
                                      </p:to>
                                    </p:set>
                                    <p:animEffect transition="in" filter="wipe(left)">
                                      <p:cBhvr>
                                        <p:cTn id="190" dur="250"/>
                                        <p:tgtEl>
                                          <p:spTgt spid="40"/>
                                        </p:tgtEl>
                                      </p:cBhvr>
                                    </p:animEffect>
                                  </p:childTnLst>
                                </p:cTn>
                              </p:par>
                              <p:par>
                                <p:cTn id="191" presetID="22" presetClass="entr" presetSubtype="8" fill="hold" nodeType="withEffect">
                                  <p:stCondLst>
                                    <p:cond delay="740"/>
                                  </p:stCondLst>
                                  <p:childTnLst>
                                    <p:set>
                                      <p:cBhvr>
                                        <p:cTn id="192" dur="1" fill="hold">
                                          <p:stCondLst>
                                            <p:cond delay="0"/>
                                          </p:stCondLst>
                                        </p:cTn>
                                        <p:tgtEl>
                                          <p:spTgt spid="41"/>
                                        </p:tgtEl>
                                        <p:attrNameLst>
                                          <p:attrName>style.visibility</p:attrName>
                                        </p:attrNameLst>
                                      </p:cBhvr>
                                      <p:to>
                                        <p:strVal val="visible"/>
                                      </p:to>
                                    </p:set>
                                    <p:animEffect transition="in" filter="wipe(left)">
                                      <p:cBhvr>
                                        <p:cTn id="193" dur="250"/>
                                        <p:tgtEl>
                                          <p:spTgt spid="41"/>
                                        </p:tgtEl>
                                      </p:cBhvr>
                                    </p:animEffect>
                                  </p:childTnLst>
                                </p:cTn>
                              </p:par>
                              <p:par>
                                <p:cTn id="194" presetID="10" presetClass="entr" presetSubtype="0" fill="hold" nodeType="withEffect">
                                  <p:stCondLst>
                                    <p:cond delay="740"/>
                                  </p:stCondLst>
                                  <p:childTnLst>
                                    <p:set>
                                      <p:cBhvr>
                                        <p:cTn id="195" dur="1" fill="hold">
                                          <p:stCondLst>
                                            <p:cond delay="0"/>
                                          </p:stCondLst>
                                        </p:cTn>
                                        <p:tgtEl>
                                          <p:spTgt spid="42"/>
                                        </p:tgtEl>
                                        <p:attrNameLst>
                                          <p:attrName>style.visibility</p:attrName>
                                        </p:attrNameLst>
                                      </p:cBhvr>
                                      <p:to>
                                        <p:strVal val="visible"/>
                                      </p:to>
                                    </p:set>
                                    <p:animEffect transition="in" filter="fade">
                                      <p:cBhvr>
                                        <p:cTn id="196" dur="225"/>
                                        <p:tgtEl>
                                          <p:spTgt spid="42"/>
                                        </p:tgtEl>
                                      </p:cBhvr>
                                    </p:animEffect>
                                  </p:childTnLst>
                                </p:cTn>
                              </p:par>
                              <p:par>
                                <p:cTn id="197" presetID="22" presetClass="entr" presetSubtype="8" fill="hold" nodeType="withEffect">
                                  <p:stCondLst>
                                    <p:cond delay="740"/>
                                  </p:stCondLst>
                                  <p:childTnLst>
                                    <p:set>
                                      <p:cBhvr>
                                        <p:cTn id="198" dur="1" fill="hold">
                                          <p:stCondLst>
                                            <p:cond delay="0"/>
                                          </p:stCondLst>
                                        </p:cTn>
                                        <p:tgtEl>
                                          <p:spTgt spid="43"/>
                                        </p:tgtEl>
                                        <p:attrNameLst>
                                          <p:attrName>style.visibility</p:attrName>
                                        </p:attrNameLst>
                                      </p:cBhvr>
                                      <p:to>
                                        <p:strVal val="visible"/>
                                      </p:to>
                                    </p:set>
                                    <p:animEffect transition="in" filter="wipe(left)">
                                      <p:cBhvr>
                                        <p:cTn id="199" dur="250"/>
                                        <p:tgtEl>
                                          <p:spTgt spid="43"/>
                                        </p:tgtEl>
                                      </p:cBhvr>
                                    </p:animEffect>
                                  </p:childTnLst>
                                </p:cTn>
                              </p:par>
                              <p:par>
                                <p:cTn id="200" presetID="22" presetClass="entr" presetSubtype="8" fill="hold" nodeType="withEffect">
                                  <p:stCondLst>
                                    <p:cond delay="740"/>
                                  </p:stCondLst>
                                  <p:childTnLst>
                                    <p:set>
                                      <p:cBhvr>
                                        <p:cTn id="201" dur="1" fill="hold">
                                          <p:stCondLst>
                                            <p:cond delay="0"/>
                                          </p:stCondLst>
                                        </p:cTn>
                                        <p:tgtEl>
                                          <p:spTgt spid="44"/>
                                        </p:tgtEl>
                                        <p:attrNameLst>
                                          <p:attrName>style.visibility</p:attrName>
                                        </p:attrNameLst>
                                      </p:cBhvr>
                                      <p:to>
                                        <p:strVal val="visible"/>
                                      </p:to>
                                    </p:set>
                                    <p:animEffect transition="in" filter="wipe(left)">
                                      <p:cBhvr>
                                        <p:cTn id="202" dur="250"/>
                                        <p:tgtEl>
                                          <p:spTgt spid="44"/>
                                        </p:tgtEl>
                                      </p:cBhvr>
                                    </p:animEffect>
                                  </p:childTnLst>
                                </p:cTn>
                              </p:par>
                              <p:par>
                                <p:cTn id="203" presetID="10" presetClass="entr" presetSubtype="0" fill="hold" nodeType="withEffect">
                                  <p:stCondLst>
                                    <p:cond delay="290"/>
                                  </p:stCondLst>
                                  <p:childTnLst>
                                    <p:set>
                                      <p:cBhvr>
                                        <p:cTn id="204" dur="1" fill="hold">
                                          <p:stCondLst>
                                            <p:cond delay="0"/>
                                          </p:stCondLst>
                                        </p:cTn>
                                        <p:tgtEl>
                                          <p:spTgt spid="45"/>
                                        </p:tgtEl>
                                        <p:attrNameLst>
                                          <p:attrName>style.visibility</p:attrName>
                                        </p:attrNameLst>
                                      </p:cBhvr>
                                      <p:to>
                                        <p:strVal val="visible"/>
                                      </p:to>
                                    </p:set>
                                    <p:animEffect transition="in" filter="fade">
                                      <p:cBhvr>
                                        <p:cTn id="205" dur="225"/>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Hay dos familias de ensayos; los de penetración son directos pero puntuales</a:t>
            </a:r>
            <a:endParaRPr lang="en-US" sz="2200" dirty="0"/>
          </a:p>
        </p:txBody>
      </p:sp>
      <p:grpSp>
        <p:nvGrpSpPr>
          <p:cNvPr id="3" name="Obj [o45]"/>
          <p:cNvGrpSpPr/>
          <p:nvPr/>
        </p:nvGrpSpPr>
        <p:grpSpPr>
          <a:xfrm>
            <a:off x="966136" y="1561458"/>
            <a:ext cx="4471272" cy="2828600"/>
            <a:chOff x="966136" y="1561458"/>
            <a:chExt cx="4471272" cy="2828600"/>
          </a:xfrm>
        </p:grpSpPr>
        <p:sp>
          <p:nvSpPr>
            <p:cNvPr id="4" name="MX45:0"/>
            <p:cNvSpPr/>
            <p:nvPr/>
          </p:nvSpPr>
          <p:spPr>
            <a:xfrm>
              <a:off x="2360403" y="1561458"/>
              <a:ext cx="1522476" cy="681108"/>
            </a:xfrm>
            <a:prstGeom prst="rect">
              <a:avLst/>
            </a:prstGeom>
            <a:solidFill>
              <a:srgbClr val="1F4E79"/>
            </a:solidFill>
            <a:ln w="11129">
              <a:solidFill>
                <a:srgbClr val="1F4E79"/>
              </a:solidFill>
              <a:prstDash val="solid"/>
            </a:ln>
          </p:spPr>
        </p:sp>
        <p:sp>
          <p:nvSpPr>
            <p:cNvPr id="5" name="MX45: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6" name="MX45:2"/>
            <p:cNvSpPr/>
            <p:nvPr/>
          </p:nvSpPr>
          <p:spPr>
            <a:xfrm>
              <a:off x="3914931" y="1561458"/>
              <a:ext cx="1522476" cy="681108"/>
            </a:xfrm>
            <a:prstGeom prst="rect">
              <a:avLst/>
            </a:prstGeom>
            <a:solidFill>
              <a:srgbClr val="1F4E79"/>
            </a:solidFill>
            <a:ln w="11129">
              <a:solidFill>
                <a:srgbClr val="1F4E79"/>
              </a:solidFill>
              <a:prstDash val="solid"/>
            </a:ln>
          </p:spPr>
        </p:sp>
        <p:sp>
          <p:nvSpPr>
            <p:cNvPr id="7" name="MX45: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8" name="MX45:4"/>
            <p:cNvSpPr/>
            <p:nvPr/>
          </p:nvSpPr>
          <p:spPr>
            <a:xfrm>
              <a:off x="966136" y="2274618"/>
              <a:ext cx="1362215" cy="761238"/>
            </a:xfrm>
            <a:prstGeom prst="rect">
              <a:avLst/>
            </a:prstGeom>
            <a:solidFill>
              <a:srgbClr val="2E75B6"/>
            </a:solidFill>
            <a:ln w="11129">
              <a:solidFill>
                <a:srgbClr val="2E75B6"/>
              </a:solidFill>
              <a:prstDash val="solid"/>
            </a:ln>
          </p:spPr>
        </p:sp>
        <p:sp>
          <p:nvSpPr>
            <p:cNvPr id="9" name="MX45: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0" name="MX45:6"/>
            <p:cNvSpPr/>
            <p:nvPr/>
          </p:nvSpPr>
          <p:spPr>
            <a:xfrm>
              <a:off x="966136" y="3067908"/>
              <a:ext cx="1362215" cy="1322150"/>
            </a:xfrm>
            <a:prstGeom prst="rect">
              <a:avLst/>
            </a:prstGeom>
            <a:solidFill>
              <a:srgbClr val="2E75B6"/>
            </a:solidFill>
            <a:ln w="11129">
              <a:solidFill>
                <a:srgbClr val="2E75B6"/>
              </a:solidFill>
              <a:prstDash val="solid"/>
            </a:ln>
          </p:spPr>
        </p:sp>
        <p:sp>
          <p:nvSpPr>
            <p:cNvPr id="11" name="MX45: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2" name="MX45:8"/>
            <p:cNvSpPr/>
            <p:nvPr/>
          </p:nvSpPr>
          <p:spPr>
            <a:xfrm>
              <a:off x="2360403" y="2274618"/>
              <a:ext cx="1522476" cy="761238"/>
            </a:xfrm>
            <a:prstGeom prst="rect">
              <a:avLst/>
            </a:prstGeom>
            <a:solidFill>
              <a:srgbClr val="FFFFFF"/>
            </a:solidFill>
            <a:ln w="11129">
              <a:solidFill>
                <a:srgbClr val="6B6B6B"/>
              </a:solidFill>
              <a:prstDash val="solid"/>
            </a:ln>
          </p:spPr>
        </p:sp>
        <p:sp>
          <p:nvSpPr>
            <p:cNvPr id="13" name="MX45: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SPT</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CPT / CPTu</a:t>
              </a:r>
              <a:endParaRPr lang="en-US" sz="1440" dirty="0"/>
            </a:p>
          </p:txBody>
        </p:sp>
        <p:sp>
          <p:nvSpPr>
            <p:cNvPr id="14" name="MX45:10"/>
            <p:cNvSpPr/>
            <p:nvPr/>
          </p:nvSpPr>
          <p:spPr>
            <a:xfrm>
              <a:off x="3914931" y="2274618"/>
              <a:ext cx="1522476" cy="761238"/>
            </a:xfrm>
            <a:prstGeom prst="rect">
              <a:avLst/>
            </a:prstGeom>
            <a:solidFill>
              <a:srgbClr val="FFFFFF"/>
            </a:solidFill>
            <a:ln w="11129">
              <a:solidFill>
                <a:srgbClr val="6B6B6B"/>
              </a:solidFill>
              <a:prstDash val="solid"/>
            </a:ln>
          </p:spPr>
        </p:sp>
        <p:sp>
          <p:nvSpPr>
            <p:cNvPr id="15" name="MX45: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6" name="MX45:12"/>
            <p:cNvSpPr/>
            <p:nvPr/>
          </p:nvSpPr>
          <p:spPr>
            <a:xfrm>
              <a:off x="2360403" y="3067908"/>
              <a:ext cx="1522476" cy="1322150"/>
            </a:xfrm>
            <a:prstGeom prst="rect">
              <a:avLst/>
            </a:prstGeom>
            <a:solidFill>
              <a:srgbClr val="FFFFFF"/>
            </a:solidFill>
            <a:ln w="11129">
              <a:solidFill>
                <a:srgbClr val="6B6B6B"/>
              </a:solidFill>
              <a:prstDash val="solid"/>
            </a:ln>
          </p:spPr>
        </p:sp>
        <p:sp>
          <p:nvSpPr>
            <p:cNvPr id="17" name="MX45: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18" name="MX45:14"/>
            <p:cNvSpPr/>
            <p:nvPr/>
          </p:nvSpPr>
          <p:spPr>
            <a:xfrm>
              <a:off x="3914931" y="3067908"/>
              <a:ext cx="1522476" cy="1322150"/>
            </a:xfrm>
            <a:prstGeom prst="rect">
              <a:avLst/>
            </a:prstGeom>
            <a:solidFill>
              <a:srgbClr val="FFFFFF"/>
            </a:solidFill>
            <a:ln w="33388">
              <a:solidFill>
                <a:srgbClr val="C55A11"/>
              </a:solidFill>
              <a:prstDash val="solid"/>
            </a:ln>
          </p:spPr>
        </p:sp>
        <p:sp>
          <p:nvSpPr>
            <p:cNvPr id="19" name="MX45:15"/>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grpSp>
      <p:grpSp>
        <p:nvGrpSpPr>
          <p:cNvPr id="20" name="Obj [o68]"/>
          <p:cNvGrpSpPr/>
          <p:nvPr/>
        </p:nvGrpSpPr>
        <p:grpSpPr>
          <a:xfrm>
            <a:off x="966136" y="1561458"/>
            <a:ext cx="4471272" cy="2828600"/>
            <a:chOff x="966136" y="1561458"/>
            <a:chExt cx="4471272" cy="2828600"/>
          </a:xfrm>
        </p:grpSpPr>
        <p:sp>
          <p:nvSpPr>
            <p:cNvPr id="21" name="MX68:0"/>
            <p:cNvSpPr/>
            <p:nvPr/>
          </p:nvSpPr>
          <p:spPr>
            <a:xfrm>
              <a:off x="2360403" y="1561458"/>
              <a:ext cx="1522476" cy="681108"/>
            </a:xfrm>
            <a:prstGeom prst="rect">
              <a:avLst/>
            </a:prstGeom>
            <a:solidFill>
              <a:srgbClr val="1F4E79"/>
            </a:solidFill>
            <a:ln w="11129">
              <a:solidFill>
                <a:srgbClr val="1F4E79"/>
              </a:solidFill>
              <a:prstDash val="solid"/>
            </a:ln>
          </p:spPr>
        </p:sp>
        <p:sp>
          <p:nvSpPr>
            <p:cNvPr id="22" name="MX68: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23" name="MX68:2"/>
            <p:cNvSpPr/>
            <p:nvPr/>
          </p:nvSpPr>
          <p:spPr>
            <a:xfrm>
              <a:off x="3914931" y="1561458"/>
              <a:ext cx="1522476" cy="681108"/>
            </a:xfrm>
            <a:prstGeom prst="rect">
              <a:avLst/>
            </a:prstGeom>
            <a:solidFill>
              <a:srgbClr val="1F4E79"/>
            </a:solidFill>
            <a:ln w="11129">
              <a:solidFill>
                <a:srgbClr val="1F4E79"/>
              </a:solidFill>
              <a:prstDash val="solid"/>
            </a:ln>
          </p:spPr>
        </p:sp>
        <p:sp>
          <p:nvSpPr>
            <p:cNvPr id="24" name="MX68: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25" name="MX68:4"/>
            <p:cNvSpPr/>
            <p:nvPr/>
          </p:nvSpPr>
          <p:spPr>
            <a:xfrm>
              <a:off x="966136" y="2274618"/>
              <a:ext cx="1362215" cy="761238"/>
            </a:xfrm>
            <a:prstGeom prst="rect">
              <a:avLst/>
            </a:prstGeom>
            <a:solidFill>
              <a:srgbClr val="2E75B6"/>
            </a:solidFill>
            <a:ln w="11129">
              <a:solidFill>
                <a:srgbClr val="2E75B6"/>
              </a:solidFill>
              <a:prstDash val="solid"/>
            </a:ln>
          </p:spPr>
        </p:sp>
        <p:sp>
          <p:nvSpPr>
            <p:cNvPr id="26" name="MX68: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27" name="MX68:6"/>
            <p:cNvSpPr/>
            <p:nvPr/>
          </p:nvSpPr>
          <p:spPr>
            <a:xfrm>
              <a:off x="966136" y="3067908"/>
              <a:ext cx="1362215" cy="1322150"/>
            </a:xfrm>
            <a:prstGeom prst="rect">
              <a:avLst/>
            </a:prstGeom>
            <a:solidFill>
              <a:srgbClr val="2E75B6"/>
            </a:solidFill>
            <a:ln w="11129">
              <a:solidFill>
                <a:srgbClr val="2E75B6"/>
              </a:solidFill>
              <a:prstDash val="solid"/>
            </a:ln>
          </p:spPr>
        </p:sp>
        <p:sp>
          <p:nvSpPr>
            <p:cNvPr id="28" name="MX68: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29" name="MX68:8"/>
            <p:cNvSpPr/>
            <p:nvPr/>
          </p:nvSpPr>
          <p:spPr>
            <a:xfrm>
              <a:off x="2360403" y="2274618"/>
              <a:ext cx="1522476" cy="761238"/>
            </a:xfrm>
            <a:prstGeom prst="rect">
              <a:avLst/>
            </a:prstGeom>
            <a:solidFill>
              <a:srgbClr val="FFFFFF"/>
            </a:solidFill>
            <a:ln w="11129">
              <a:solidFill>
                <a:srgbClr val="6B6B6B"/>
              </a:solidFill>
              <a:prstDash val="solid"/>
            </a:ln>
          </p:spPr>
        </p:sp>
        <p:sp>
          <p:nvSpPr>
            <p:cNvPr id="30" name="MX68: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31" name="MX68:10"/>
            <p:cNvSpPr/>
            <p:nvPr/>
          </p:nvSpPr>
          <p:spPr>
            <a:xfrm>
              <a:off x="3914931" y="2274618"/>
              <a:ext cx="1522476" cy="761238"/>
            </a:xfrm>
            <a:prstGeom prst="rect">
              <a:avLst/>
            </a:prstGeom>
            <a:solidFill>
              <a:srgbClr val="FFFFFF"/>
            </a:solidFill>
            <a:ln w="11129">
              <a:solidFill>
                <a:srgbClr val="6B6B6B"/>
              </a:solidFill>
              <a:prstDash val="solid"/>
            </a:ln>
          </p:spPr>
        </p:sp>
        <p:sp>
          <p:nvSpPr>
            <p:cNvPr id="32" name="MX68: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33" name="MX68:12"/>
            <p:cNvSpPr/>
            <p:nvPr/>
          </p:nvSpPr>
          <p:spPr>
            <a:xfrm>
              <a:off x="2360403" y="3067908"/>
              <a:ext cx="1522476" cy="1322150"/>
            </a:xfrm>
            <a:prstGeom prst="rect">
              <a:avLst/>
            </a:prstGeom>
            <a:solidFill>
              <a:srgbClr val="FFFFFF"/>
            </a:solidFill>
            <a:ln w="11129">
              <a:solidFill>
                <a:srgbClr val="6B6B6B"/>
              </a:solidFill>
              <a:prstDash val="solid"/>
            </a:ln>
          </p:spPr>
        </p:sp>
        <p:sp>
          <p:nvSpPr>
            <p:cNvPr id="34" name="MX68: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35" name="MX68:14"/>
            <p:cNvSpPr/>
            <p:nvPr/>
          </p:nvSpPr>
          <p:spPr>
            <a:xfrm>
              <a:off x="3914931" y="3067908"/>
              <a:ext cx="1522476" cy="1322150"/>
            </a:xfrm>
            <a:prstGeom prst="rect">
              <a:avLst/>
            </a:prstGeom>
            <a:solidFill>
              <a:srgbClr val="FFFFFF"/>
            </a:solidFill>
            <a:ln w="33388">
              <a:solidFill>
                <a:srgbClr val="C55A11"/>
              </a:solidFill>
              <a:prstDash val="solid"/>
            </a:ln>
          </p:spPr>
        </p:sp>
        <p:sp>
          <p:nvSpPr>
            <p:cNvPr id="36" name="MX68:15"/>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grpSp>
      <p:sp>
        <p:nvSpPr>
          <p:cNvPr id="37" name="Obj [o4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Hay dos formas de medir el terreno: por su resistencia o por cómo transmite ondas</a:t>
            </a:r>
            <a:endParaRPr lang="en-US" sz="1400" dirty="0"/>
          </a:p>
        </p:txBody>
      </p:sp>
      <p:sp>
        <p:nvSpPr>
          <p:cNvPr id="38" name="Obj [o46]"/>
          <p:cNvSpPr txBox="1"/>
          <p:nvPr/>
        </p:nvSpPr>
        <p:spPr>
          <a:xfrm>
            <a:off x="5733890" y="1641589"/>
            <a:ext cx="2443975" cy="2724431"/>
          </a:xfrm>
          <a:prstGeom prst="rect">
            <a:avLst/>
          </a:prstGeom>
          <a:noFill/>
          <a:ln/>
        </p:spPr>
        <p:txBody>
          <a:bodyPr wrap="square" lIns="0" tIns="0" rIns="0" bIns="0" rtlCol="0" anchor="t"/>
          <a:lstStyle/>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Resistencia: miden cuánto cuesta penetrar el terreno</a:t>
            </a:r>
            <a:endParaRPr lang="en-US" sz="1620" dirty="0"/>
          </a:p>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620" dirty="0"/>
          </a:p>
        </p:txBody>
      </p:sp>
      <p:sp>
        <p:nvSpPr>
          <p:cNvPr id="39" name="Obj [o4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40" name="Obj [o4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SPT: se cuentan los golpes necesarios para hincar una cuchara en el suelo</a:t>
            </a:r>
            <a:endParaRPr lang="en-US" sz="1400" dirty="0"/>
          </a:p>
        </p:txBody>
      </p:sp>
      <p:pic>
        <p:nvPicPr>
          <p:cNvPr id="41" name="Obj [o49]" descr="SPT">    </p:cNvPr>
          <p:cNvPicPr>
            <a:picLocks noChangeAspect="1"/>
          </p:cNvPicPr>
          <p:nvPr/>
        </p:nvPicPr>
        <p:blipFill>
          <a:blip r:embed="rId1"/>
          <a:stretch>
            <a:fillRect/>
          </a:stretch>
        </p:blipFill>
        <p:spPr>
          <a:xfrm>
            <a:off x="966136" y="1561458"/>
            <a:ext cx="1682737" cy="1262052"/>
          </a:xfrm>
          <a:prstGeom prst="rect">
            <a:avLst/>
          </a:prstGeom>
        </p:spPr>
      </p:pic>
      <p:sp>
        <p:nvSpPr>
          <p:cNvPr id="42" name="Obj [o50]"/>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43" name="Obj [o51]"/>
          <p:cNvSpPr txBox="1"/>
          <p:nvPr/>
        </p:nvSpPr>
        <p:spPr>
          <a:xfrm>
            <a:off x="966136" y="2983771"/>
            <a:ext cx="3445604" cy="1602606"/>
          </a:xfrm>
          <a:prstGeom prst="rect">
            <a:avLst/>
          </a:prstGeom>
          <a:noFill/>
          <a:ln/>
        </p:spPr>
        <p:txBody>
          <a:bodyPr wrap="square" lIns="0" tIns="0" rIns="0" bIns="0" rtlCol="0" anchor="t"/>
          <a:lstStyle/>
          <a:p>
            <a:pPr marL="342900" indent="-342900">
              <a:spcAft>
                <a:spcPts val="1260"/>
              </a:spcAft>
              <a:buSzPct val="100000"/>
              <a:buChar char="•"/>
            </a:pPr>
            <a:r>
              <a:rPr lang="en-US" sz="1260" dirty="0">
                <a:solidFill>
                  <a:srgbClr val="2D2D2D"/>
                </a:solidFill>
                <a:latin typeface="Arial" pitchFamily="34" charset="0"/>
                <a:ea typeface="Arial" pitchFamily="34" charset="-122"/>
                <a:cs typeface="Arial" pitchFamily="34" charset="-120"/>
              </a:rPr>
              <a:t>Un martillo normalizado golpea una cuchara partida</a:t>
            </a:r>
            <a:endParaRPr lang="en-US" sz="1260" dirty="0"/>
          </a:p>
          <a:p>
            <a:pPr marL="342900" indent="-342900">
              <a:spcAft>
                <a:spcPts val="1260"/>
              </a:spcAft>
              <a:buSzPct val="100000"/>
              <a:buChar char="•"/>
            </a:pPr>
            <a:r>
              <a:rPr lang="en-US" sz="1260" dirty="0">
                <a:solidFill>
                  <a:srgbClr val="2D2D2D"/>
                </a:solidFill>
                <a:latin typeface="Arial" pitchFamily="34" charset="0"/>
                <a:ea typeface="Arial" pitchFamily="34" charset="-122"/>
                <a:cs typeface="Arial" pitchFamily="34" charset="-120"/>
              </a:rPr>
              <a:t>N: golpes para penetrar 0,304 m (N2 + N3)</a:t>
            </a:r>
            <a:endParaRPr lang="en-US" sz="1260" dirty="0"/>
          </a:p>
          <a:p>
            <a:pPr marL="342900" indent="-342900">
              <a:spcAft>
                <a:spcPts val="1260"/>
              </a:spcAft>
              <a:buSzPct val="100000"/>
              <a:buChar char="•"/>
            </a:pPr>
            <a:r>
              <a:rPr lang="en-US" sz="1260" dirty="0">
                <a:solidFill>
                  <a:srgbClr val="2D2D2D"/>
                </a:solidFill>
                <a:latin typeface="Arial" pitchFamily="34" charset="0"/>
                <a:ea typeface="Arial" pitchFamily="34" charset="-122"/>
                <a:cs typeface="Arial" pitchFamily="34" charset="-120"/>
              </a:rPr>
              <a:t>Además recupera una muestra alterada</a:t>
            </a:r>
            <a:endParaRPr lang="en-US" sz="1260" dirty="0"/>
          </a:p>
        </p:txBody>
      </p:sp>
      <p:sp>
        <p:nvSpPr>
          <p:cNvPr id="44" name="Obj [o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Procedimiento según la norma ASTM D1586.</a:t>
            </a:r>
            <a:endParaRPr lang="en-US" sz="800" dirty="0"/>
          </a:p>
        </p:txBody>
      </p:sp>
      <p:sp>
        <p:nvSpPr>
          <p:cNvPr id="45" name="Obj [o5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CPT/CPTu: un cono se hinca a velocidad constante y mide mientras avanza</a:t>
            </a:r>
            <a:endParaRPr lang="en-US" sz="1400" dirty="0"/>
          </a:p>
        </p:txBody>
      </p:sp>
      <p:pic>
        <p:nvPicPr>
          <p:cNvPr id="46" name="Obj [o54]" descr="CPTu">    </p:cNvPr>
          <p:cNvPicPr>
            <a:picLocks noChangeAspect="1"/>
          </p:cNvPicPr>
          <p:nvPr/>
        </p:nvPicPr>
        <p:blipFill>
          <a:blip r:embed="rId2"/>
          <a:stretch>
            <a:fillRect/>
          </a:stretch>
        </p:blipFill>
        <p:spPr>
          <a:xfrm>
            <a:off x="4732261" y="1561458"/>
            <a:ext cx="1161890" cy="1258046"/>
          </a:xfrm>
          <a:prstGeom prst="rect">
            <a:avLst/>
          </a:prstGeom>
        </p:spPr>
      </p:pic>
      <p:sp>
        <p:nvSpPr>
          <p:cNvPr id="47" name="Obj [o55]"/>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48" name="Obj [o56]"/>
          <p:cNvSpPr txBox="1"/>
          <p:nvPr/>
        </p:nvSpPr>
        <p:spPr>
          <a:xfrm>
            <a:off x="4732261" y="2979765"/>
            <a:ext cx="3445604" cy="1602606"/>
          </a:xfrm>
          <a:prstGeom prst="rect">
            <a:avLst/>
          </a:prstGeom>
          <a:noFill/>
          <a:ln/>
        </p:spPr>
        <p:txBody>
          <a:bodyPr wrap="square" lIns="0" tIns="0" rIns="0" bIns="0" rtlCol="0" anchor="t"/>
          <a:lstStyle/>
          <a:p>
            <a:pPr marL="342900" indent="-342900">
              <a:spcAft>
                <a:spcPts val="900"/>
              </a:spcAft>
              <a:buSzPct val="100000"/>
              <a:buChar char="•"/>
            </a:pPr>
            <a:r>
              <a:rPr lang="en-US" sz="1260" dirty="0">
                <a:solidFill>
                  <a:srgbClr val="2D2D2D"/>
                </a:solidFill>
                <a:latin typeface="Arial" pitchFamily="34" charset="0"/>
                <a:ea typeface="Arial" pitchFamily="34" charset="-122"/>
                <a:cs typeface="Arial" pitchFamily="34" charset="-120"/>
              </a:rPr>
              <a:t>Se hinca a unos 2 cm/s</a:t>
            </a:r>
            <a:endParaRPr lang="en-US" sz="1260" dirty="0"/>
          </a:p>
          <a:p>
            <a:pPr marL="342900" indent="-342900">
              <a:spcAft>
                <a:spcPts val="900"/>
              </a:spcAft>
              <a:buSzPct val="100000"/>
              <a:buChar char="•"/>
            </a:pPr>
            <a:r>
              <a:rPr lang="en-US" sz="1260"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f</m:t>
                        </m:r>
                      </m:e>
                      <m:sub>
                        <m:r>
                          <a:rPr lang="es-ES" sz="1260" i="1">
                            <a:solidFill>
                              <a:srgbClr val="2D2D2D"/>
                            </a:solidFill>
                            <a:latin typeface="Cambria Math" panose="02040503050406030204" pitchFamily="18" charset="0"/>
                          </a:rPr>
                          <m:t xml:space="preserve">s</m:t>
                        </m:r>
                      </m:sub>
                    </m:sSub>
                  </m:oMath>
                </a14:m>
              </mc:Choice>
              <mc:Fallback>
                <a:r>
                  <a:rPr lang="en-US" sz="1260" dirty="0">
                    <a:solidFill>
                      <a:srgbClr val="2D2D2D"/>
                    </a:solidFill>
                    <a:latin typeface="Arial" pitchFamily="34" charset="0"/>
                    <a:ea typeface="Arial" pitchFamily="34" charset="-122"/>
                    <a:cs typeface="Arial" pitchFamily="34" charset="-120"/>
                  </a:rPr>
                  <a:t>fs</a:t>
                </a:r>
              </mc:Fallback>
            </mc:AlternateContent>
            <a:r>
              <a:rPr lang="en-US" sz="1260" dirty="0">
                <a:solidFill>
                  <a:srgbClr val="2D2D2D"/>
                </a:solidFill>
                <a:latin typeface="Arial" pitchFamily="34" charset="0"/>
                <a:ea typeface="Arial" pitchFamily="34" charset="-122"/>
                <a:cs typeface="Arial" pitchFamily="34" charset="-120"/>
              </a:rPr>
              <a:t>)</a:t>
            </a:r>
            <a:endParaRPr lang="en-US" sz="1260" dirty="0"/>
          </a:p>
          <a:p>
            <a:pPr marL="342900" indent="-342900">
              <a:spcAft>
                <a:spcPts val="900"/>
              </a:spcAft>
              <a:buSzPct val="100000"/>
              <a:buChar char="•"/>
            </a:pPr>
            <a:r>
              <a:rPr lang="en-US" sz="1260" dirty="0">
                <a:solidFill>
                  <a:srgbClr val="2D2D2D"/>
                </a:solidFill>
                <a:latin typeface="Arial" pitchFamily="34" charset="0"/>
                <a:ea typeface="Arial" pitchFamily="34" charset="-122"/>
                <a:cs typeface="Arial" pitchFamily="34" charset="-120"/>
              </a:rPr>
              <a:t>El CPTu agrega la presión de poros (u₂)</a:t>
            </a:r>
            <a:endParaRPr lang="en-US" sz="1260" dirty="0"/>
          </a:p>
          <a:p>
            <a:pPr marL="342900" indent="-342900">
              <a:spcAft>
                <a:spcPts val="900"/>
              </a:spcAft>
              <a:buSzPct val="100000"/>
              <a:buChar char="•"/>
            </a:pPr>
            <a:r>
              <a:rPr lang="en-US" sz="1260" dirty="0">
                <a:solidFill>
                  <a:srgbClr val="2D2D2D"/>
                </a:solidFill>
                <a:latin typeface="Arial" pitchFamily="34" charset="0"/>
                <a:ea typeface="Arial" pitchFamily="34" charset="-122"/>
                <a:cs typeface="Arial" pitchFamily="34" charset="-120"/>
              </a:rPr>
              <a:t>Entrega un perfil continuo con la profundidad</a:t>
            </a:r>
            <a:endParaRPr lang="en-US" sz="1260" dirty="0"/>
          </a:p>
        </p:txBody>
      </p:sp>
      <p:sp>
        <p:nvSpPr>
          <p:cNvPr id="50" name="Obj [o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Procedimiento según la norma ASTM D1586. | Imagen: Putt et al. (2022), Front. Environ. Sci. 9:821882, fig. 1 (CC BY), traducida.</a:t>
            </a:r>
            <a:endParaRPr lang="en-US" sz="800" dirty="0"/>
          </a:p>
        </p:txBody>
      </p:sp>
      <p:sp>
        <p:nvSpPr>
          <p:cNvPr id="51" name="Obj [o5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resistencia medida directamente y con mucha experiencia acumulada</a:t>
            </a:r>
            <a:endParaRPr lang="en-US" sz="1400" dirty="0"/>
          </a:p>
        </p:txBody>
      </p:sp>
      <p:sp>
        <p:nvSpPr>
          <p:cNvPr id="52" name="Obj [o59]"/>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Equipo simple y muy difundido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Recupera una muestra para clasificar</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Amplia base de correlaciones</a:t>
            </a:r>
            <a:endParaRPr lang="en-US" sz="1440" dirty="0"/>
          </a:p>
        </p:txBody>
      </p:sp>
      <p:sp>
        <p:nvSpPr>
          <p:cNvPr id="53" name="Obj [o60]"/>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Perfil continuo, rápido y repetible</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No requiere perforación previa</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La presión de poros ayuda a distinguir el suelo</a:t>
            </a:r>
            <a:endParaRPr lang="en-US" sz="1440" dirty="0"/>
          </a:p>
        </p:txBody>
      </p:sp>
      <p:sp>
        <p:nvSpPr>
          <p:cNvPr id="54" name="Obj [o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55" name="Obj [o6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puntuales, invasivos y sin medir la rigidez de forma directa</a:t>
            </a:r>
            <a:endParaRPr lang="en-US" sz="1400" dirty="0"/>
          </a:p>
        </p:txBody>
      </p:sp>
      <p:sp>
        <p:nvSpPr>
          <p:cNvPr id="56" name="Obj [o63]"/>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Un dato por profundidad, no un perfil continuo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Depende de la energía del martillo y del operador</a:t>
            </a:r>
            <a:endParaRPr lang="en-US" sz="1440" dirty="0"/>
          </a:p>
        </p:txBody>
      </p:sp>
      <p:sp>
        <p:nvSpPr>
          <p:cNvPr id="57" name="Obj [o64]"/>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No recupera muestra</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No atraviesa gravas ni suelos muy duros</a:t>
            </a:r>
            <a:endParaRPr lang="en-US" sz="1440" dirty="0"/>
          </a:p>
        </p:txBody>
      </p:sp>
      <p:sp>
        <p:nvSpPr>
          <p:cNvPr id="58" name="Obj [o65]"/>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620" dirty="0"/>
          </a:p>
        </p:txBody>
      </p:sp>
      <p:sp>
        <p:nvSpPr>
          <p:cNvPr id="59" name="Obj [o6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60" name="Obj [o6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Resistencia a la penetración: vista. Falta lo que usa ondas</a:t>
            </a:r>
            <a:endParaRPr lang="en-US" sz="1400" dirty="0"/>
          </a:p>
        </p:txBody>
      </p:sp>
      <p:sp>
        <p:nvSpPr>
          <p:cNvPr id="61" name="Obj [o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6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25"/>
                                        <p:tgtEl>
                                          <p:spTgt spid="37"/>
                                        </p:tgtEl>
                                      </p:cBhvr>
                                    </p:animEffect>
                                  </p:childTnLst>
                                </p:cTn>
                              </p:par>
                              <p:par>
                                <p:cTn id="8" presetID="10" presetClass="entr" presetSubtype="0" fill="hold" nodeType="withEffect">
                                  <p:stCondLst>
                                    <p:cond delay="17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5"/>
                                        <p:tgtEl>
                                          <p:spTgt spid="3"/>
                                        </p:tgtEl>
                                      </p:cBhvr>
                                    </p:animEffect>
                                  </p:childTnLst>
                                </p:cTn>
                              </p:par>
                              <p:par>
                                <p:cTn id="11" presetID="10" presetClass="entr" presetSubtype="0" grpId="0" fill="hold" nodeType="withEffect">
                                  <p:stCondLst>
                                    <p:cond delay="205"/>
                                  </p:stCondLst>
                                  <p:childTnLst>
                                    <p:set>
                                      <p:cBhvr>
                                        <p:cTn id="12" dur="1" fill="hold">
                                          <p:stCondLst>
                                            <p:cond delay="0"/>
                                          </p:stCondLst>
                                        </p:cTn>
                                        <p:tgtEl>
                                          <p:spTgt spid="38">
                                            <p:txEl>
                                              <p:pRg st="0" end="0"/>
                                            </p:txEl>
                                          </p:spTgt>
                                        </p:tgtEl>
                                        <p:attrNameLst>
                                          <p:attrName>style.visibility</p:attrName>
                                        </p:attrNameLst>
                                      </p:cBhvr>
                                      <p:to>
                                        <p:strVal val="visible"/>
                                      </p:to>
                                    </p:set>
                                    <p:animEffect transition="in" filter="fade">
                                      <p:cBhvr>
                                        <p:cTn id="13" dur="225"/>
                                        <p:tgtEl>
                                          <p:spTgt spid="38">
                                            <p:txEl>
                                              <p:pRg st="0" end="0"/>
                                            </p:txEl>
                                          </p:spTgt>
                                        </p:tgtEl>
                                      </p:cBhvr>
                                    </p:animEffect>
                                  </p:childTnLst>
                                </p:cTn>
                              </p:par>
                              <p:par>
                                <p:cTn id="14" presetID="10" presetClass="entr" presetSubtype="0" grpId="0" fill="hold" nodeType="withEffect">
                                  <p:stCondLst>
                                    <p:cond delay="395"/>
                                  </p:stCondLst>
                                  <p:childTnLst>
                                    <p:set>
                                      <p:cBhvr>
                                        <p:cTn id="15" dur="1" fill="hold">
                                          <p:stCondLst>
                                            <p:cond delay="0"/>
                                          </p:stCondLst>
                                        </p:cTn>
                                        <p:tgtEl>
                                          <p:spTgt spid="38">
                                            <p:txEl>
                                              <p:pRg st="1" end="1"/>
                                            </p:txEl>
                                          </p:spTgt>
                                        </p:tgtEl>
                                        <p:attrNameLst>
                                          <p:attrName>style.visibility</p:attrName>
                                        </p:attrNameLst>
                                      </p:cBhvr>
                                      <p:to>
                                        <p:strVal val="visible"/>
                                      </p:to>
                                    </p:set>
                                    <p:animEffect transition="in" filter="fade">
                                      <p:cBhvr>
                                        <p:cTn id="16" dur="225"/>
                                        <p:tgtEl>
                                          <p:spTgt spid="38">
                                            <p:txEl>
                                              <p:pRg st="1" end="1"/>
                                            </p:txEl>
                                          </p:spTgt>
                                        </p:tgtEl>
                                      </p:cBhvr>
                                    </p:animEffect>
                                  </p:childTnLst>
                                </p:cTn>
                              </p:par>
                              <p:par>
                                <p:cTn id="17" presetID="10" presetClass="entr" presetSubtype="0" fill="hold" nodeType="withEffect">
                                  <p:stCondLst>
                                    <p:cond delay="20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225"/>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175"/>
                                        <p:tgtEl>
                                          <p:spTgt spid="37"/>
                                        </p:tgtEl>
                                      </p:cBhvr>
                                    </p:animEffect>
                                    <p:set>
                                      <p:cBhvr>
                                        <p:cTn id="24" dur="1" fill="hold">
                                          <p:stCondLst>
                                            <p:cond delay="174"/>
                                          </p:stCondLst>
                                        </p:cTn>
                                        <p:tgtEl>
                                          <p:spTgt spid="37"/>
                                        </p:tgtEl>
                                        <p:attrNameLst>
                                          <p:attrName>style.visibility</p:attrName>
                                        </p:attrNameLst>
                                      </p:cBhvr>
                                      <p:to>
                                        <p:strVal val="hidden"/>
                                      </p:to>
                                    </p:set>
                                  </p:childTnLst>
                                </p:cTn>
                              </p:par>
                              <p:par>
                                <p:cTn id="25" presetID="53" presetClass="exit" presetSubtype="16" fill="hold" nodeType="withEffect">
                                  <p:stCondLst>
                                    <p:cond delay="0"/>
                                  </p:stCondLst>
                                  <p:childTnLst>
                                    <p:anim calcmode="lin" valueType="num">
                                      <p:cBhvr>
                                        <p:cTn id="26" dur="475" fill="hold"/>
                                        <p:tgtEl>
                                          <p:spTgt spid="3"/>
                                        </p:tgtEl>
                                        <p:attrNameLst>
                                          <p:attrName>ppt_x</p:attrName>
                                        </p:attrNameLst>
                                      </p:cBhvr>
                                      <p:tavLst>
                                        <p:tav tm="0">
                                          <p:val>
                                            <p:strVal val="#ppt_x"/>
                                          </p:val>
                                        </p:tav>
                                        <p:tav tm="100000">
                                          <p:val>
                                            <p:fltVal val="0.52842"/>
                                          </p:val>
                                        </p:tav>
                                      </p:tavLst>
                                    </p:anim>
                                    <p:anim calcmode="lin" valueType="num">
                                      <p:cBhvr>
                                        <p:cTn id="27" dur="475" fill="hold"/>
                                        <p:tgtEl>
                                          <p:spTgt spid="3"/>
                                        </p:tgtEl>
                                        <p:attrNameLst>
                                          <p:attrName>ppt_y</p:attrName>
                                        </p:attrNameLst>
                                      </p:cBhvr>
                                      <p:tavLst>
                                        <p:tav tm="0">
                                          <p:val>
                                            <p:strVal val="#ppt_y"/>
                                          </p:val>
                                        </p:tav>
                                        <p:tav tm="100000">
                                          <p:val>
                                            <p:fltVal val="0.77988"/>
                                          </p:val>
                                        </p:tav>
                                      </p:tavLst>
                                    </p:anim>
                                    <p:anim calcmode="lin" valueType="num">
                                      <p:cBhvr>
                                        <p:cTn id="28" dur="475" fill="hold"/>
                                        <p:tgtEl>
                                          <p:spTgt spid="3"/>
                                        </p:tgtEl>
                                        <p:attrNameLst>
                                          <p:attrName>ppt_w</p:attrName>
                                        </p:attrNameLst>
                                      </p:cBhvr>
                                      <p:tavLst>
                                        <p:tav tm="0">
                                          <p:val>
                                            <p:strVal val="#ppt_w"/>
                                          </p:val>
                                        </p:tav>
                                        <p:tav tm="100000">
                                          <p:val>
                                            <p:fltVal val="1.58589"/>
                                          </p:val>
                                        </p:tav>
                                      </p:tavLst>
                                    </p:anim>
                                    <p:anim calcmode="lin" valueType="num">
                                      <p:cBhvr>
                                        <p:cTn id="29" dur="475" fill="hold"/>
                                        <p:tgtEl>
                                          <p:spTgt spid="3"/>
                                        </p:tgtEl>
                                        <p:attrNameLst>
                                          <p:attrName>ppt_h</p:attrName>
                                        </p:attrNameLst>
                                      </p:cBhvr>
                                      <p:tavLst>
                                        <p:tav tm="0">
                                          <p:val>
                                            <p:strVal val="#ppt_h"/>
                                          </p:val>
                                        </p:tav>
                                        <p:tav tm="100000">
                                          <p:val>
                                            <p:fltVal val="1.78358"/>
                                          </p:val>
                                        </p:tav>
                                      </p:tavLst>
                                    </p:anim>
                                    <p:animEffect transition="out" filter="fade">
                                      <p:cBhvr>
                                        <p:cTn id="30" dur="475"/>
                                        <p:tgtEl>
                                          <p:spTgt spid="3"/>
                                        </p:tgtEl>
                                      </p:cBhvr>
                                    </p:animEffect>
                                    <p:set>
                                      <p:cBhvr>
                                        <p:cTn id="31" dur="1" fill="hold">
                                          <p:stCondLst>
                                            <p:cond delay="474"/>
                                          </p:stCondLst>
                                        </p:cTn>
                                        <p:tgtEl>
                                          <p:spTgt spid="3"/>
                                        </p:tgtEl>
                                        <p:attrNameLst>
                                          <p:attrName>style.visibility</p:attrName>
                                        </p:attrNameLst>
                                      </p:cBhvr>
                                      <p:to>
                                        <p:strVal val="hidden"/>
                                      </p:to>
                                    </p:set>
                                  </p:childTnLst>
                                </p:cTn>
                              </p:par>
                              <p:par>
                                <p:cTn id="32" presetID="10" presetClass="exit" presetSubtype="0" grpId="0" fill="hold" nodeType="withEffect">
                                  <p:stCondLst>
                                    <p:cond delay="0"/>
                                  </p:stCondLst>
                                  <p:childTnLst>
                                    <p:animEffect transition="out" filter="fade">
                                      <p:cBhvr>
                                        <p:cTn id="33" dur="175"/>
                                        <p:tgtEl>
                                          <p:spTgt spid="38">
                                            <p:txEl>
                                              <p:pRg st="0" end="0"/>
                                            </p:txEl>
                                          </p:spTgt>
                                        </p:tgtEl>
                                      </p:cBhvr>
                                    </p:animEffect>
                                    <p:set>
                                      <p:cBhvr>
                                        <p:cTn id="34" dur="1" fill="hold">
                                          <p:stCondLst>
                                            <p:cond delay="174"/>
                                          </p:stCondLst>
                                        </p:cTn>
                                        <p:tgtEl>
                                          <p:spTgt spid="38">
                                            <p:txEl>
                                              <p:pRg st="0" end="0"/>
                                            </p:txEl>
                                          </p:spTgt>
                                        </p:tgtEl>
                                        <p:attrNameLst>
                                          <p:attrName>style.visibility</p:attrName>
                                        </p:attrNameLst>
                                      </p:cBhvr>
                                      <p:to>
                                        <p:strVal val="hidden"/>
                                      </p:to>
                                    </p:set>
                                  </p:childTnLst>
                                </p:cTn>
                              </p:par>
                              <p:par>
                                <p:cTn id="35" presetID="10" presetClass="exit" presetSubtype="0" grpId="0" fill="hold" nodeType="withEffect">
                                  <p:stCondLst>
                                    <p:cond delay="0"/>
                                  </p:stCondLst>
                                  <p:childTnLst>
                                    <p:animEffect transition="out" filter="fade">
                                      <p:cBhvr>
                                        <p:cTn id="36" dur="175"/>
                                        <p:tgtEl>
                                          <p:spTgt spid="38">
                                            <p:txEl>
                                              <p:pRg st="1" end="1"/>
                                            </p:txEl>
                                          </p:spTgt>
                                        </p:tgtEl>
                                      </p:cBhvr>
                                    </p:animEffect>
                                    <p:set>
                                      <p:cBhvr>
                                        <p:cTn id="37" dur="1" fill="hold">
                                          <p:stCondLst>
                                            <p:cond delay="174"/>
                                          </p:stCondLst>
                                        </p:cTn>
                                        <p:tgtEl>
                                          <p:spTgt spid="38">
                                            <p:txEl>
                                              <p:pRg st="1" end="1"/>
                                            </p:txEl>
                                          </p:spTgt>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175"/>
                                        <p:tgtEl>
                                          <p:spTgt spid="39"/>
                                        </p:tgtEl>
                                      </p:cBhvr>
                                    </p:animEffect>
                                    <p:set>
                                      <p:cBhvr>
                                        <p:cTn id="40" dur="1" fill="hold">
                                          <p:stCondLst>
                                            <p:cond delay="174"/>
                                          </p:stCondLst>
                                        </p:cTn>
                                        <p:tgtEl>
                                          <p:spTgt spid="39"/>
                                        </p:tgtEl>
                                        <p:attrNameLst>
                                          <p:attrName>style.visibility</p:attrName>
                                        </p:attrNameLst>
                                      </p:cBhvr>
                                      <p:to>
                                        <p:strVal val="hidden"/>
                                      </p:to>
                                    </p:set>
                                  </p:childTnLst>
                                </p:cTn>
                              </p:par>
                              <p:par>
                                <p:cTn id="41" presetID="10" presetClass="entr" presetSubtype="0" fill="hold" nodeType="withEffect">
                                  <p:stCondLst>
                                    <p:cond delay="20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225"/>
                                        <p:tgtEl>
                                          <p:spTgt spid="40"/>
                                        </p:tgtEl>
                                      </p:cBhvr>
                                    </p:animEffect>
                                  </p:childTnLst>
                                </p:cTn>
                              </p:par>
                              <p:par>
                                <p:cTn id="44" presetID="53" presetClass="entr" presetSubtype="16" fill="hold" nodeType="withEffect">
                                  <p:stCondLst>
                                    <p:cond delay="235"/>
                                  </p:stCondLst>
                                  <p:childTnLst>
                                    <p:set>
                                      <p:cBhvr>
                                        <p:cTn id="45" dur="1" fill="hold">
                                          <p:stCondLst>
                                            <p:cond delay="0"/>
                                          </p:stCondLst>
                                        </p:cTn>
                                        <p:tgtEl>
                                          <p:spTgt spid="41"/>
                                        </p:tgtEl>
                                        <p:attrNameLst>
                                          <p:attrName>style.visibility</p:attrName>
                                        </p:attrNameLst>
                                      </p:cBhvr>
                                      <p:to>
                                        <p:strVal val="visible"/>
                                      </p:to>
                                    </p:set>
                                    <p:anim calcmode="lin" valueType="num">
                                      <p:cBhvr>
                                        <p:cTn id="46" dur="300" fill="hold"/>
                                        <p:tgtEl>
                                          <p:spTgt spid="41"/>
                                        </p:tgtEl>
                                        <p:attrNameLst>
                                          <p:attrName>ppt_w</p:attrName>
                                        </p:attrNameLst>
                                      </p:cBhvr>
                                      <p:tavLst>
                                        <p:tav tm="0">
                                          <p:val>
                                            <p:fltVal val="0"/>
                                          </p:val>
                                        </p:tav>
                                        <p:tav tm="100000">
                                          <p:val>
                                            <p:strVal val="#ppt_w"/>
                                          </p:val>
                                        </p:tav>
                                      </p:tavLst>
                                    </p:anim>
                                    <p:anim calcmode="lin" valueType="num">
                                      <p:cBhvr>
                                        <p:cTn id="47" dur="300" fill="hold"/>
                                        <p:tgtEl>
                                          <p:spTgt spid="41"/>
                                        </p:tgtEl>
                                        <p:attrNameLst>
                                          <p:attrName>ppt_h</p:attrName>
                                        </p:attrNameLst>
                                      </p:cBhvr>
                                      <p:tavLst>
                                        <p:tav tm="0">
                                          <p:val>
                                            <p:fltVal val="0"/>
                                          </p:val>
                                        </p:tav>
                                        <p:tav tm="100000">
                                          <p:val>
                                            <p:strVal val="#ppt_h"/>
                                          </p:val>
                                        </p:tav>
                                      </p:tavLst>
                                    </p:anim>
                                    <p:animEffect transition="in" filter="fade">
                                      <p:cBhvr>
                                        <p:cTn id="48" dur="300"/>
                                        <p:tgtEl>
                                          <p:spTgt spid="41"/>
                                        </p:tgtEl>
                                      </p:cBhvr>
                                    </p:animEffect>
                                  </p:childTnLst>
                                </p:cTn>
                              </p:par>
                              <p:par>
                                <p:cTn id="49" presetID="22" presetClass="entr" presetSubtype="4" fill="hold" nodeType="withEffect">
                                  <p:stCondLst>
                                    <p:cond delay="270"/>
                                  </p:stCondLst>
                                  <p:childTnLst>
                                    <p:set>
                                      <p:cBhvr>
                                        <p:cTn id="50" dur="1" fill="hold">
                                          <p:stCondLst>
                                            <p:cond delay="0"/>
                                          </p:stCondLst>
                                        </p:cTn>
                                        <p:tgtEl>
                                          <p:spTgt spid="42"/>
                                        </p:tgtEl>
                                        <p:attrNameLst>
                                          <p:attrName>style.visibility</p:attrName>
                                        </p:attrNameLst>
                                      </p:cBhvr>
                                      <p:to>
                                        <p:strVal val="visible"/>
                                      </p:to>
                                    </p:set>
                                    <p:animEffect transition="in" filter="wipe(down)">
                                      <p:cBhvr>
                                        <p:cTn id="51" dur="250"/>
                                        <p:tgtEl>
                                          <p:spTgt spid="42"/>
                                        </p:tgtEl>
                                      </p:cBhvr>
                                    </p:animEffect>
                                  </p:childTnLst>
                                </p:cTn>
                              </p:par>
                              <p:par>
                                <p:cTn id="52" presetID="10" presetClass="entr" presetSubtype="0" grpId="0" fill="hold" nodeType="withEffect">
                                  <p:stCondLst>
                                    <p:cond delay="305"/>
                                  </p:stCondLst>
                                  <p:childTnLst>
                                    <p:set>
                                      <p:cBhvr>
                                        <p:cTn id="53" dur="1" fill="hold">
                                          <p:stCondLst>
                                            <p:cond delay="0"/>
                                          </p:stCondLst>
                                        </p:cTn>
                                        <p:tgtEl>
                                          <p:spTgt spid="43">
                                            <p:txEl>
                                              <p:pRg st="0" end="0"/>
                                            </p:txEl>
                                          </p:spTgt>
                                        </p:tgtEl>
                                        <p:attrNameLst>
                                          <p:attrName>style.visibility</p:attrName>
                                        </p:attrNameLst>
                                      </p:cBhvr>
                                      <p:to>
                                        <p:strVal val="visible"/>
                                      </p:to>
                                    </p:set>
                                    <p:animEffect transition="in" filter="fade">
                                      <p:cBhvr>
                                        <p:cTn id="54" dur="225"/>
                                        <p:tgtEl>
                                          <p:spTgt spid="43">
                                            <p:txEl>
                                              <p:pRg st="0" end="0"/>
                                            </p:txEl>
                                          </p:spTgt>
                                        </p:tgtEl>
                                      </p:cBhvr>
                                    </p:animEffect>
                                  </p:childTnLst>
                                </p:cTn>
                              </p:par>
                              <p:par>
                                <p:cTn id="55" presetID="10" presetClass="entr" presetSubtype="0" grpId="0" fill="hold" nodeType="withEffect">
                                  <p:stCondLst>
                                    <p:cond delay="495"/>
                                  </p:stCondLst>
                                  <p:childTnLst>
                                    <p:set>
                                      <p:cBhvr>
                                        <p:cTn id="56" dur="1" fill="hold">
                                          <p:stCondLst>
                                            <p:cond delay="0"/>
                                          </p:stCondLst>
                                        </p:cTn>
                                        <p:tgtEl>
                                          <p:spTgt spid="43">
                                            <p:txEl>
                                              <p:pRg st="1" end="1"/>
                                            </p:txEl>
                                          </p:spTgt>
                                        </p:tgtEl>
                                        <p:attrNameLst>
                                          <p:attrName>style.visibility</p:attrName>
                                        </p:attrNameLst>
                                      </p:cBhvr>
                                      <p:to>
                                        <p:strVal val="visible"/>
                                      </p:to>
                                    </p:set>
                                    <p:animEffect transition="in" filter="fade">
                                      <p:cBhvr>
                                        <p:cTn id="57" dur="225"/>
                                        <p:tgtEl>
                                          <p:spTgt spid="43">
                                            <p:txEl>
                                              <p:pRg st="1" end="1"/>
                                            </p:txEl>
                                          </p:spTgt>
                                        </p:tgtEl>
                                      </p:cBhvr>
                                    </p:animEffect>
                                  </p:childTnLst>
                                </p:cTn>
                              </p:par>
                              <p:par>
                                <p:cTn id="58" presetID="10" presetClass="entr" presetSubtype="0" grpId="0" fill="hold" nodeType="withEffect">
                                  <p:stCondLst>
                                    <p:cond delay="685"/>
                                  </p:stCondLst>
                                  <p:childTnLst>
                                    <p:set>
                                      <p:cBhvr>
                                        <p:cTn id="59" dur="1" fill="hold">
                                          <p:stCondLst>
                                            <p:cond delay="0"/>
                                          </p:stCondLst>
                                        </p:cTn>
                                        <p:tgtEl>
                                          <p:spTgt spid="43">
                                            <p:txEl>
                                              <p:pRg st="2" end="2"/>
                                            </p:txEl>
                                          </p:spTgt>
                                        </p:tgtEl>
                                        <p:attrNameLst>
                                          <p:attrName>style.visibility</p:attrName>
                                        </p:attrNameLst>
                                      </p:cBhvr>
                                      <p:to>
                                        <p:strVal val="visible"/>
                                      </p:to>
                                    </p:set>
                                    <p:animEffect transition="in" filter="fade">
                                      <p:cBhvr>
                                        <p:cTn id="60" dur="225"/>
                                        <p:tgtEl>
                                          <p:spTgt spid="43">
                                            <p:txEl>
                                              <p:pRg st="2" end="2"/>
                                            </p:txEl>
                                          </p:spTgt>
                                        </p:tgtEl>
                                      </p:cBhvr>
                                    </p:animEffect>
                                  </p:childTnLst>
                                </p:cTn>
                              </p:par>
                              <p:par>
                                <p:cTn id="61" presetID="10" presetClass="entr" presetSubtype="0" fill="hold" nodeType="withEffect">
                                  <p:stCondLst>
                                    <p:cond delay="265"/>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225"/>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nodeType="clickEffect">
                                  <p:stCondLst>
                                    <p:cond delay="0"/>
                                  </p:stCondLst>
                                  <p:childTnLst>
                                    <p:animEffect transition="out" filter="fade">
                                      <p:cBhvr>
                                        <p:cTn id="67" dur="175"/>
                                        <p:tgtEl>
                                          <p:spTgt spid="40"/>
                                        </p:tgtEl>
                                      </p:cBhvr>
                                    </p:animEffect>
                                    <p:set>
                                      <p:cBhvr>
                                        <p:cTn id="68" dur="1" fill="hold">
                                          <p:stCondLst>
                                            <p:cond delay="174"/>
                                          </p:stCondLst>
                                        </p:cTn>
                                        <p:tgtEl>
                                          <p:spTgt spid="40"/>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175"/>
                                        <p:tgtEl>
                                          <p:spTgt spid="44"/>
                                        </p:tgtEl>
                                      </p:cBhvr>
                                    </p:animEffect>
                                    <p:set>
                                      <p:cBhvr>
                                        <p:cTn id="71" dur="1" fill="hold">
                                          <p:stCondLst>
                                            <p:cond delay="174"/>
                                          </p:stCondLst>
                                        </p:cTn>
                                        <p:tgtEl>
                                          <p:spTgt spid="44"/>
                                        </p:tgtEl>
                                        <p:attrNameLst>
                                          <p:attrName>style.visibility</p:attrName>
                                        </p:attrNameLst>
                                      </p:cBhvr>
                                      <p:to>
                                        <p:strVal val="hidden"/>
                                      </p:to>
                                    </p:set>
                                  </p:childTnLst>
                                </p:cTn>
                              </p:par>
                              <p:par>
                                <p:cTn id="72" presetID="10" presetClass="entr" presetSubtype="0" fill="hold" nodeType="withEffect">
                                  <p:stCondLst>
                                    <p:cond delay="225"/>
                                  </p:stCondLst>
                                  <p:childTnLst>
                                    <p:set>
                                      <p:cBhvr>
                                        <p:cTn id="73" dur="1" fill="hold">
                                          <p:stCondLst>
                                            <p:cond delay="0"/>
                                          </p:stCondLst>
                                        </p:cTn>
                                        <p:tgtEl>
                                          <p:spTgt spid="45"/>
                                        </p:tgtEl>
                                        <p:attrNameLst>
                                          <p:attrName>style.visibility</p:attrName>
                                        </p:attrNameLst>
                                      </p:cBhvr>
                                      <p:to>
                                        <p:strVal val="visible"/>
                                      </p:to>
                                    </p:set>
                                    <p:animEffect transition="in" filter="fade">
                                      <p:cBhvr>
                                        <p:cTn id="74" dur="225"/>
                                        <p:tgtEl>
                                          <p:spTgt spid="45"/>
                                        </p:tgtEl>
                                      </p:cBhvr>
                                    </p:animEffect>
                                  </p:childTnLst>
                                </p:cTn>
                              </p:par>
                              <p:par>
                                <p:cTn id="75" presetID="53" presetClass="entr" presetSubtype="16" fill="hold" nodeType="withEffect">
                                  <p:stCondLst>
                                    <p:cond delay="260"/>
                                  </p:stCondLst>
                                  <p:childTnLst>
                                    <p:set>
                                      <p:cBhvr>
                                        <p:cTn id="76" dur="1" fill="hold">
                                          <p:stCondLst>
                                            <p:cond delay="0"/>
                                          </p:stCondLst>
                                        </p:cTn>
                                        <p:tgtEl>
                                          <p:spTgt spid="46"/>
                                        </p:tgtEl>
                                        <p:attrNameLst>
                                          <p:attrName>style.visibility</p:attrName>
                                        </p:attrNameLst>
                                      </p:cBhvr>
                                      <p:to>
                                        <p:strVal val="visible"/>
                                      </p:to>
                                    </p:set>
                                    <p:anim calcmode="lin" valueType="num">
                                      <p:cBhvr>
                                        <p:cTn id="77" dur="300" fill="hold"/>
                                        <p:tgtEl>
                                          <p:spTgt spid="46"/>
                                        </p:tgtEl>
                                        <p:attrNameLst>
                                          <p:attrName>ppt_w</p:attrName>
                                        </p:attrNameLst>
                                      </p:cBhvr>
                                      <p:tavLst>
                                        <p:tav tm="0">
                                          <p:val>
                                            <p:fltVal val="0"/>
                                          </p:val>
                                        </p:tav>
                                        <p:tav tm="100000">
                                          <p:val>
                                            <p:strVal val="#ppt_w"/>
                                          </p:val>
                                        </p:tav>
                                      </p:tavLst>
                                    </p:anim>
                                    <p:anim calcmode="lin" valueType="num">
                                      <p:cBhvr>
                                        <p:cTn id="78" dur="300" fill="hold"/>
                                        <p:tgtEl>
                                          <p:spTgt spid="46"/>
                                        </p:tgtEl>
                                        <p:attrNameLst>
                                          <p:attrName>ppt_h</p:attrName>
                                        </p:attrNameLst>
                                      </p:cBhvr>
                                      <p:tavLst>
                                        <p:tav tm="0">
                                          <p:val>
                                            <p:fltVal val="0"/>
                                          </p:val>
                                        </p:tav>
                                        <p:tav tm="100000">
                                          <p:val>
                                            <p:strVal val="#ppt_h"/>
                                          </p:val>
                                        </p:tav>
                                      </p:tavLst>
                                    </p:anim>
                                    <p:animEffect transition="in" filter="fade">
                                      <p:cBhvr>
                                        <p:cTn id="79" dur="300"/>
                                        <p:tgtEl>
                                          <p:spTgt spid="46"/>
                                        </p:tgtEl>
                                      </p:cBhvr>
                                    </p:animEffect>
                                  </p:childTnLst>
                                </p:cTn>
                              </p:par>
                              <p:par>
                                <p:cTn id="80" presetID="22" presetClass="entr" presetSubtype="8" fill="hold" nodeType="withEffect">
                                  <p:stCondLst>
                                    <p:cond delay="295"/>
                                  </p:stCondLst>
                                  <p:childTnLst>
                                    <p:set>
                                      <p:cBhvr>
                                        <p:cTn id="81" dur="1" fill="hold">
                                          <p:stCondLst>
                                            <p:cond delay="0"/>
                                          </p:stCondLst>
                                        </p:cTn>
                                        <p:tgtEl>
                                          <p:spTgt spid="47"/>
                                        </p:tgtEl>
                                        <p:attrNameLst>
                                          <p:attrName>style.visibility</p:attrName>
                                        </p:attrNameLst>
                                      </p:cBhvr>
                                      <p:to>
                                        <p:strVal val="visible"/>
                                      </p:to>
                                    </p:set>
                                    <p:animEffect transition="in" filter="wipe(left)">
                                      <p:cBhvr>
                                        <p:cTn id="82" dur="250"/>
                                        <p:tgtEl>
                                          <p:spTgt spid="47"/>
                                        </p:tgtEl>
                                      </p:cBhvr>
                                    </p:animEffect>
                                  </p:childTnLst>
                                </p:cTn>
                              </p:par>
                              <p:par>
                                <p:cTn id="83" presetID="10" presetClass="entr" presetSubtype="0" grpId="0" fill="hold" nodeType="withEffect">
                                  <p:stCondLst>
                                    <p:cond delay="330"/>
                                  </p:stCondLst>
                                  <p:childTnLst>
                                    <p:set>
                                      <p:cBhvr>
                                        <p:cTn id="84" dur="1" fill="hold">
                                          <p:stCondLst>
                                            <p:cond delay="0"/>
                                          </p:stCondLst>
                                        </p:cTn>
                                        <p:tgtEl>
                                          <p:spTgt spid="48">
                                            <p:txEl>
                                              <p:pRg st="0" end="0"/>
                                            </p:txEl>
                                          </p:spTgt>
                                        </p:tgtEl>
                                        <p:attrNameLst>
                                          <p:attrName>style.visibility</p:attrName>
                                        </p:attrNameLst>
                                      </p:cBhvr>
                                      <p:to>
                                        <p:strVal val="visible"/>
                                      </p:to>
                                    </p:set>
                                    <p:animEffect transition="in" filter="fade">
                                      <p:cBhvr>
                                        <p:cTn id="85" dur="225"/>
                                        <p:tgtEl>
                                          <p:spTgt spid="48">
                                            <p:txEl>
                                              <p:pRg st="0" end="0"/>
                                            </p:txEl>
                                          </p:spTgt>
                                        </p:tgtEl>
                                      </p:cBhvr>
                                    </p:animEffect>
                                  </p:childTnLst>
                                </p:cTn>
                              </p:par>
                              <p:par>
                                <p:cTn id="86" presetID="10" presetClass="entr" presetSubtype="0" grpId="0" fill="hold" nodeType="withEffect">
                                  <p:stCondLst>
                                    <p:cond delay="492"/>
                                  </p:stCondLst>
                                  <p:childTnLst>
                                    <p:set>
                                      <p:cBhvr>
                                        <p:cTn id="87" dur="1" fill="hold">
                                          <p:stCondLst>
                                            <p:cond delay="0"/>
                                          </p:stCondLst>
                                        </p:cTn>
                                        <p:tgtEl>
                                          <p:spTgt spid="48">
                                            <p:txEl>
                                              <p:pRg st="1" end="1"/>
                                            </p:txEl>
                                          </p:spTgt>
                                        </p:tgtEl>
                                        <p:attrNameLst>
                                          <p:attrName>style.visibility</p:attrName>
                                        </p:attrNameLst>
                                      </p:cBhvr>
                                      <p:to>
                                        <p:strVal val="visible"/>
                                      </p:to>
                                    </p:set>
                                    <p:animEffect transition="in" filter="fade">
                                      <p:cBhvr>
                                        <p:cTn id="88" dur="225"/>
                                        <p:tgtEl>
                                          <p:spTgt spid="48">
                                            <p:txEl>
                                              <p:pRg st="1" end="1"/>
                                            </p:txEl>
                                          </p:spTgt>
                                        </p:tgtEl>
                                      </p:cBhvr>
                                    </p:animEffect>
                                  </p:childTnLst>
                                </p:cTn>
                              </p:par>
                              <p:par>
                                <p:cTn id="89" presetID="10" presetClass="entr" presetSubtype="0" grpId="0" fill="hold" nodeType="withEffect">
                                  <p:stCondLst>
                                    <p:cond delay="654"/>
                                  </p:stCondLst>
                                  <p:childTnLst>
                                    <p:set>
                                      <p:cBhvr>
                                        <p:cTn id="90" dur="1" fill="hold">
                                          <p:stCondLst>
                                            <p:cond delay="0"/>
                                          </p:stCondLst>
                                        </p:cTn>
                                        <p:tgtEl>
                                          <p:spTgt spid="48">
                                            <p:txEl>
                                              <p:pRg st="2" end="2"/>
                                            </p:txEl>
                                          </p:spTgt>
                                        </p:tgtEl>
                                        <p:attrNameLst>
                                          <p:attrName>style.visibility</p:attrName>
                                        </p:attrNameLst>
                                      </p:cBhvr>
                                      <p:to>
                                        <p:strVal val="visible"/>
                                      </p:to>
                                    </p:set>
                                    <p:animEffect transition="in" filter="fade">
                                      <p:cBhvr>
                                        <p:cTn id="91" dur="225"/>
                                        <p:tgtEl>
                                          <p:spTgt spid="48">
                                            <p:txEl>
                                              <p:pRg st="2" end="2"/>
                                            </p:txEl>
                                          </p:spTgt>
                                        </p:tgtEl>
                                      </p:cBhvr>
                                    </p:animEffect>
                                  </p:childTnLst>
                                </p:cTn>
                              </p:par>
                              <p:par>
                                <p:cTn id="92" presetID="10" presetClass="entr" presetSubtype="0" grpId="0" fill="hold" nodeType="withEffect">
                                  <p:stCondLst>
                                    <p:cond delay="816"/>
                                  </p:stCondLst>
                                  <p:childTnLst>
                                    <p:set>
                                      <p:cBhvr>
                                        <p:cTn id="93" dur="1" fill="hold">
                                          <p:stCondLst>
                                            <p:cond delay="0"/>
                                          </p:stCondLst>
                                        </p:cTn>
                                        <p:tgtEl>
                                          <p:spTgt spid="48">
                                            <p:txEl>
                                              <p:pRg st="3" end="3"/>
                                            </p:txEl>
                                          </p:spTgt>
                                        </p:tgtEl>
                                        <p:attrNameLst>
                                          <p:attrName>style.visibility</p:attrName>
                                        </p:attrNameLst>
                                      </p:cBhvr>
                                      <p:to>
                                        <p:strVal val="visible"/>
                                      </p:to>
                                    </p:set>
                                    <p:animEffect transition="in" filter="fade">
                                      <p:cBhvr>
                                        <p:cTn id="94" dur="225"/>
                                        <p:tgtEl>
                                          <p:spTgt spid="48">
                                            <p:txEl>
                                              <p:pRg st="3" end="3"/>
                                            </p:txEl>
                                          </p:spTgt>
                                        </p:tgtEl>
                                      </p:cBhvr>
                                    </p:animEffect>
                                  </p:childTnLst>
                                </p:cTn>
                              </p:par>
                              <p:par>
                                <p:cTn id="95" presetID="10" presetClass="entr" presetSubtype="0" fill="hold" nodeType="withEffect">
                                  <p:stCondLst>
                                    <p:cond delay="29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225"/>
                                        <p:tgtEl>
                                          <p:spTgt spid="5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grpId="0" fill="hold" nodeType="clickEffect">
                                  <p:stCondLst>
                                    <p:cond delay="0"/>
                                  </p:stCondLst>
                                  <p:childTnLst>
                                    <p:animEffect transition="out" filter="fade">
                                      <p:cBhvr>
                                        <p:cTn id="101" dur="175"/>
                                        <p:tgtEl>
                                          <p:spTgt spid="43">
                                            <p:txEl>
                                              <p:pRg st="0" end="0"/>
                                            </p:txEl>
                                          </p:spTgt>
                                        </p:tgtEl>
                                      </p:cBhvr>
                                    </p:animEffect>
                                    <p:set>
                                      <p:cBhvr>
                                        <p:cTn id="102" dur="1" fill="hold">
                                          <p:stCondLst>
                                            <p:cond delay="174"/>
                                          </p:stCondLst>
                                        </p:cTn>
                                        <p:tgtEl>
                                          <p:spTgt spid="43">
                                            <p:txEl>
                                              <p:pRg st="0" end="0"/>
                                            </p:txEl>
                                          </p:spTgt>
                                        </p:tgtEl>
                                        <p:attrNameLst>
                                          <p:attrName>style.visibility</p:attrName>
                                        </p:attrNameLst>
                                      </p:cBhvr>
                                      <p:to>
                                        <p:strVal val="hidden"/>
                                      </p:to>
                                    </p:set>
                                  </p:childTnLst>
                                </p:cTn>
                              </p:par>
                              <p:par>
                                <p:cTn id="103" presetID="10" presetClass="exit" presetSubtype="0" grpId="0" fill="hold" nodeType="withEffect">
                                  <p:stCondLst>
                                    <p:cond delay="0"/>
                                  </p:stCondLst>
                                  <p:childTnLst>
                                    <p:animEffect transition="out" filter="fade">
                                      <p:cBhvr>
                                        <p:cTn id="104" dur="175"/>
                                        <p:tgtEl>
                                          <p:spTgt spid="43">
                                            <p:txEl>
                                              <p:pRg st="1" end="1"/>
                                            </p:txEl>
                                          </p:spTgt>
                                        </p:tgtEl>
                                      </p:cBhvr>
                                    </p:animEffect>
                                    <p:set>
                                      <p:cBhvr>
                                        <p:cTn id="105" dur="1" fill="hold">
                                          <p:stCondLst>
                                            <p:cond delay="174"/>
                                          </p:stCondLst>
                                        </p:cTn>
                                        <p:tgtEl>
                                          <p:spTgt spid="43">
                                            <p:txEl>
                                              <p:pRg st="1" end="1"/>
                                            </p:txEl>
                                          </p:spTgt>
                                        </p:tgtEl>
                                        <p:attrNameLst>
                                          <p:attrName>style.visibility</p:attrName>
                                        </p:attrNameLst>
                                      </p:cBhvr>
                                      <p:to>
                                        <p:strVal val="hidden"/>
                                      </p:to>
                                    </p:set>
                                  </p:childTnLst>
                                </p:cTn>
                              </p:par>
                              <p:par>
                                <p:cTn id="106" presetID="10" presetClass="exit" presetSubtype="0" grpId="0" fill="hold" nodeType="withEffect">
                                  <p:stCondLst>
                                    <p:cond delay="0"/>
                                  </p:stCondLst>
                                  <p:childTnLst>
                                    <p:animEffect transition="out" filter="fade">
                                      <p:cBhvr>
                                        <p:cTn id="107" dur="175"/>
                                        <p:tgtEl>
                                          <p:spTgt spid="43">
                                            <p:txEl>
                                              <p:pRg st="2" end="2"/>
                                            </p:txEl>
                                          </p:spTgt>
                                        </p:tgtEl>
                                      </p:cBhvr>
                                    </p:animEffect>
                                    <p:set>
                                      <p:cBhvr>
                                        <p:cTn id="108" dur="1" fill="hold">
                                          <p:stCondLst>
                                            <p:cond delay="174"/>
                                          </p:stCondLst>
                                        </p:cTn>
                                        <p:tgtEl>
                                          <p:spTgt spid="43">
                                            <p:txEl>
                                              <p:pRg st="2" end="2"/>
                                            </p:txEl>
                                          </p:spTgt>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175"/>
                                        <p:tgtEl>
                                          <p:spTgt spid="45"/>
                                        </p:tgtEl>
                                      </p:cBhvr>
                                    </p:animEffect>
                                    <p:set>
                                      <p:cBhvr>
                                        <p:cTn id="111" dur="1" fill="hold">
                                          <p:stCondLst>
                                            <p:cond delay="174"/>
                                          </p:stCondLst>
                                        </p:cTn>
                                        <p:tgtEl>
                                          <p:spTgt spid="45"/>
                                        </p:tgtEl>
                                        <p:attrNameLst>
                                          <p:attrName>style.visibility</p:attrName>
                                        </p:attrNameLst>
                                      </p:cBhvr>
                                      <p:to>
                                        <p:strVal val="hidden"/>
                                      </p:to>
                                    </p:set>
                                  </p:childTnLst>
                                </p:cTn>
                              </p:par>
                              <p:par>
                                <p:cTn id="112" presetID="10" presetClass="exit" presetSubtype="0" grpId="0" fill="hold" nodeType="withEffect">
                                  <p:stCondLst>
                                    <p:cond delay="0"/>
                                  </p:stCondLst>
                                  <p:childTnLst>
                                    <p:animEffect transition="out" filter="fade">
                                      <p:cBhvr>
                                        <p:cTn id="113" dur="175"/>
                                        <p:tgtEl>
                                          <p:spTgt spid="48">
                                            <p:txEl>
                                              <p:pRg st="0" end="0"/>
                                            </p:txEl>
                                          </p:spTgt>
                                        </p:tgtEl>
                                      </p:cBhvr>
                                    </p:animEffect>
                                    <p:set>
                                      <p:cBhvr>
                                        <p:cTn id="114" dur="1" fill="hold">
                                          <p:stCondLst>
                                            <p:cond delay="174"/>
                                          </p:stCondLst>
                                        </p:cTn>
                                        <p:tgtEl>
                                          <p:spTgt spid="48">
                                            <p:txEl>
                                              <p:pRg st="0" end="0"/>
                                            </p:txEl>
                                          </p:spTgt>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175"/>
                                        <p:tgtEl>
                                          <p:spTgt spid="48">
                                            <p:txEl>
                                              <p:pRg st="1" end="1"/>
                                            </p:txEl>
                                          </p:spTgt>
                                        </p:tgtEl>
                                      </p:cBhvr>
                                    </p:animEffect>
                                    <p:set>
                                      <p:cBhvr>
                                        <p:cTn id="117" dur="1" fill="hold">
                                          <p:stCondLst>
                                            <p:cond delay="174"/>
                                          </p:stCondLst>
                                        </p:cTn>
                                        <p:tgtEl>
                                          <p:spTgt spid="48">
                                            <p:txEl>
                                              <p:pRg st="1" end="1"/>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175"/>
                                        <p:tgtEl>
                                          <p:spTgt spid="48">
                                            <p:txEl>
                                              <p:pRg st="2" end="2"/>
                                            </p:txEl>
                                          </p:spTgt>
                                        </p:tgtEl>
                                      </p:cBhvr>
                                    </p:animEffect>
                                    <p:set>
                                      <p:cBhvr>
                                        <p:cTn id="120" dur="1" fill="hold">
                                          <p:stCondLst>
                                            <p:cond delay="174"/>
                                          </p:stCondLst>
                                        </p:cTn>
                                        <p:tgtEl>
                                          <p:spTgt spid="48">
                                            <p:txEl>
                                              <p:pRg st="2" end="2"/>
                                            </p:txEl>
                                          </p:spTgt>
                                        </p:tgtEl>
                                        <p:attrNameLst>
                                          <p:attrName>style.visibility</p:attrName>
                                        </p:attrNameLst>
                                      </p:cBhvr>
                                      <p:to>
                                        <p:strVal val="hidden"/>
                                      </p:to>
                                    </p:set>
                                  </p:childTnLst>
                                </p:cTn>
                              </p:par>
                              <p:par>
                                <p:cTn id="121" presetID="10" presetClass="exit" presetSubtype="0" grpId="0" fill="hold" nodeType="withEffect">
                                  <p:stCondLst>
                                    <p:cond delay="0"/>
                                  </p:stCondLst>
                                  <p:childTnLst>
                                    <p:animEffect transition="out" filter="fade">
                                      <p:cBhvr>
                                        <p:cTn id="122" dur="175"/>
                                        <p:tgtEl>
                                          <p:spTgt spid="48">
                                            <p:txEl>
                                              <p:pRg st="3" end="3"/>
                                            </p:txEl>
                                          </p:spTgt>
                                        </p:tgtEl>
                                      </p:cBhvr>
                                    </p:animEffect>
                                    <p:set>
                                      <p:cBhvr>
                                        <p:cTn id="123" dur="1" fill="hold">
                                          <p:stCondLst>
                                            <p:cond delay="174"/>
                                          </p:stCondLst>
                                        </p:cTn>
                                        <p:tgtEl>
                                          <p:spTgt spid="48">
                                            <p:txEl>
                                              <p:pRg st="3" end="3"/>
                                            </p:txEl>
                                          </p:spTgt>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175"/>
                                        <p:tgtEl>
                                          <p:spTgt spid="50"/>
                                        </p:tgtEl>
                                      </p:cBhvr>
                                    </p:animEffect>
                                    <p:set>
                                      <p:cBhvr>
                                        <p:cTn id="126" dur="1" fill="hold">
                                          <p:stCondLst>
                                            <p:cond delay="174"/>
                                          </p:stCondLst>
                                        </p:cTn>
                                        <p:tgtEl>
                                          <p:spTgt spid="50"/>
                                        </p:tgtEl>
                                        <p:attrNameLst>
                                          <p:attrName>style.visibility</p:attrName>
                                        </p:attrNameLst>
                                      </p:cBhvr>
                                      <p:to>
                                        <p:strVal val="hidden"/>
                                      </p:to>
                                    </p:set>
                                  </p:childTnLst>
                                </p:cTn>
                              </p:par>
                              <p:par>
                                <p:cTn id="127" presetID="10" presetClass="entr" presetSubtype="0" fill="hold" nodeType="withEffect">
                                  <p:stCondLst>
                                    <p:cond delay="225"/>
                                  </p:stCondLst>
                                  <p:childTnLst>
                                    <p:set>
                                      <p:cBhvr>
                                        <p:cTn id="128" dur="1" fill="hold">
                                          <p:stCondLst>
                                            <p:cond delay="0"/>
                                          </p:stCondLst>
                                        </p:cTn>
                                        <p:tgtEl>
                                          <p:spTgt spid="51"/>
                                        </p:tgtEl>
                                        <p:attrNameLst>
                                          <p:attrName>style.visibility</p:attrName>
                                        </p:attrNameLst>
                                      </p:cBhvr>
                                      <p:to>
                                        <p:strVal val="visible"/>
                                      </p:to>
                                    </p:set>
                                    <p:animEffect transition="in" filter="fade">
                                      <p:cBhvr>
                                        <p:cTn id="129" dur="225"/>
                                        <p:tgtEl>
                                          <p:spTgt spid="51"/>
                                        </p:tgtEl>
                                      </p:cBhvr>
                                    </p:animEffect>
                                  </p:childTnLst>
                                </p:cTn>
                              </p:par>
                              <p:par>
                                <p:cTn id="130" presetID="10" presetClass="entr" presetSubtype="0" grpId="0" fill="hold" nodeType="withEffect">
                                  <p:stCondLst>
                                    <p:cond delay="260"/>
                                  </p:stCondLst>
                                  <p:childTnLst>
                                    <p:set>
                                      <p:cBhvr>
                                        <p:cTn id="131" dur="1" fill="hold">
                                          <p:stCondLst>
                                            <p:cond delay="0"/>
                                          </p:stCondLst>
                                        </p:cTn>
                                        <p:tgtEl>
                                          <p:spTgt spid="52">
                                            <p:txEl>
                                              <p:pRg st="0" end="0"/>
                                            </p:txEl>
                                          </p:spTgt>
                                        </p:tgtEl>
                                        <p:attrNameLst>
                                          <p:attrName>style.visibility</p:attrName>
                                        </p:attrNameLst>
                                      </p:cBhvr>
                                      <p:to>
                                        <p:strVal val="visible"/>
                                      </p:to>
                                    </p:set>
                                    <p:animEffect transition="in" filter="fade">
                                      <p:cBhvr>
                                        <p:cTn id="132" dur="225"/>
                                        <p:tgtEl>
                                          <p:spTgt spid="52">
                                            <p:txEl>
                                              <p:pRg st="0" end="0"/>
                                            </p:txEl>
                                          </p:spTgt>
                                        </p:tgtEl>
                                      </p:cBhvr>
                                    </p:animEffect>
                                  </p:childTnLst>
                                </p:cTn>
                              </p:par>
                              <p:par>
                                <p:cTn id="133" presetID="10" presetClass="entr" presetSubtype="0" grpId="0" fill="hold" nodeType="withEffect">
                                  <p:stCondLst>
                                    <p:cond delay="450"/>
                                  </p:stCondLst>
                                  <p:childTnLst>
                                    <p:set>
                                      <p:cBhvr>
                                        <p:cTn id="134" dur="1" fill="hold">
                                          <p:stCondLst>
                                            <p:cond delay="0"/>
                                          </p:stCondLst>
                                        </p:cTn>
                                        <p:tgtEl>
                                          <p:spTgt spid="52">
                                            <p:txEl>
                                              <p:pRg st="1" end="1"/>
                                            </p:txEl>
                                          </p:spTgt>
                                        </p:tgtEl>
                                        <p:attrNameLst>
                                          <p:attrName>style.visibility</p:attrName>
                                        </p:attrNameLst>
                                      </p:cBhvr>
                                      <p:to>
                                        <p:strVal val="visible"/>
                                      </p:to>
                                    </p:set>
                                    <p:animEffect transition="in" filter="fade">
                                      <p:cBhvr>
                                        <p:cTn id="135" dur="225"/>
                                        <p:tgtEl>
                                          <p:spTgt spid="52">
                                            <p:txEl>
                                              <p:pRg st="1" end="1"/>
                                            </p:txEl>
                                          </p:spTgt>
                                        </p:tgtEl>
                                      </p:cBhvr>
                                    </p:animEffect>
                                  </p:childTnLst>
                                </p:cTn>
                              </p:par>
                              <p:par>
                                <p:cTn id="136" presetID="10" presetClass="entr" presetSubtype="0" grpId="0" fill="hold" nodeType="withEffect">
                                  <p:stCondLst>
                                    <p:cond delay="640"/>
                                  </p:stCondLst>
                                  <p:childTnLst>
                                    <p:set>
                                      <p:cBhvr>
                                        <p:cTn id="137" dur="1" fill="hold">
                                          <p:stCondLst>
                                            <p:cond delay="0"/>
                                          </p:stCondLst>
                                        </p:cTn>
                                        <p:tgtEl>
                                          <p:spTgt spid="52">
                                            <p:txEl>
                                              <p:pRg st="2" end="2"/>
                                            </p:txEl>
                                          </p:spTgt>
                                        </p:tgtEl>
                                        <p:attrNameLst>
                                          <p:attrName>style.visibility</p:attrName>
                                        </p:attrNameLst>
                                      </p:cBhvr>
                                      <p:to>
                                        <p:strVal val="visible"/>
                                      </p:to>
                                    </p:set>
                                    <p:animEffect transition="in" filter="fade">
                                      <p:cBhvr>
                                        <p:cTn id="138" dur="225"/>
                                        <p:tgtEl>
                                          <p:spTgt spid="52">
                                            <p:txEl>
                                              <p:pRg st="2" end="2"/>
                                            </p:txEl>
                                          </p:spTgt>
                                        </p:tgtEl>
                                      </p:cBhvr>
                                    </p:animEffect>
                                  </p:childTnLst>
                                </p:cTn>
                              </p:par>
                              <p:par>
                                <p:cTn id="139" presetID="10" presetClass="entr" presetSubtype="0" grpId="0" fill="hold" nodeType="withEffect">
                                  <p:stCondLst>
                                    <p:cond delay="295"/>
                                  </p:stCondLst>
                                  <p:childTnLst>
                                    <p:set>
                                      <p:cBhvr>
                                        <p:cTn id="140" dur="1" fill="hold">
                                          <p:stCondLst>
                                            <p:cond delay="0"/>
                                          </p:stCondLst>
                                        </p:cTn>
                                        <p:tgtEl>
                                          <p:spTgt spid="53">
                                            <p:txEl>
                                              <p:pRg st="0" end="0"/>
                                            </p:txEl>
                                          </p:spTgt>
                                        </p:tgtEl>
                                        <p:attrNameLst>
                                          <p:attrName>style.visibility</p:attrName>
                                        </p:attrNameLst>
                                      </p:cBhvr>
                                      <p:to>
                                        <p:strVal val="visible"/>
                                      </p:to>
                                    </p:set>
                                    <p:animEffect transition="in" filter="fade">
                                      <p:cBhvr>
                                        <p:cTn id="141" dur="225"/>
                                        <p:tgtEl>
                                          <p:spTgt spid="53">
                                            <p:txEl>
                                              <p:pRg st="0" end="0"/>
                                            </p:txEl>
                                          </p:spTgt>
                                        </p:tgtEl>
                                      </p:cBhvr>
                                    </p:animEffect>
                                  </p:childTnLst>
                                </p:cTn>
                              </p:par>
                              <p:par>
                                <p:cTn id="142" presetID="10" presetClass="entr" presetSubtype="0" grpId="0" fill="hold" nodeType="withEffect">
                                  <p:stCondLst>
                                    <p:cond delay="485"/>
                                  </p:stCondLst>
                                  <p:childTnLst>
                                    <p:set>
                                      <p:cBhvr>
                                        <p:cTn id="143" dur="1" fill="hold">
                                          <p:stCondLst>
                                            <p:cond delay="0"/>
                                          </p:stCondLst>
                                        </p:cTn>
                                        <p:tgtEl>
                                          <p:spTgt spid="53">
                                            <p:txEl>
                                              <p:pRg st="1" end="1"/>
                                            </p:txEl>
                                          </p:spTgt>
                                        </p:tgtEl>
                                        <p:attrNameLst>
                                          <p:attrName>style.visibility</p:attrName>
                                        </p:attrNameLst>
                                      </p:cBhvr>
                                      <p:to>
                                        <p:strVal val="visible"/>
                                      </p:to>
                                    </p:set>
                                    <p:animEffect transition="in" filter="fade">
                                      <p:cBhvr>
                                        <p:cTn id="144" dur="225"/>
                                        <p:tgtEl>
                                          <p:spTgt spid="53">
                                            <p:txEl>
                                              <p:pRg st="1" end="1"/>
                                            </p:txEl>
                                          </p:spTgt>
                                        </p:tgtEl>
                                      </p:cBhvr>
                                    </p:animEffect>
                                  </p:childTnLst>
                                </p:cTn>
                              </p:par>
                              <p:par>
                                <p:cTn id="145" presetID="10" presetClass="entr" presetSubtype="0" grpId="0" fill="hold" nodeType="withEffect">
                                  <p:stCondLst>
                                    <p:cond delay="675"/>
                                  </p:stCondLst>
                                  <p:childTnLst>
                                    <p:set>
                                      <p:cBhvr>
                                        <p:cTn id="146" dur="1" fill="hold">
                                          <p:stCondLst>
                                            <p:cond delay="0"/>
                                          </p:stCondLst>
                                        </p:cTn>
                                        <p:tgtEl>
                                          <p:spTgt spid="53">
                                            <p:txEl>
                                              <p:pRg st="2" end="2"/>
                                            </p:txEl>
                                          </p:spTgt>
                                        </p:tgtEl>
                                        <p:attrNameLst>
                                          <p:attrName>style.visibility</p:attrName>
                                        </p:attrNameLst>
                                      </p:cBhvr>
                                      <p:to>
                                        <p:strVal val="visible"/>
                                      </p:to>
                                    </p:set>
                                    <p:animEffect transition="in" filter="fade">
                                      <p:cBhvr>
                                        <p:cTn id="147" dur="225"/>
                                        <p:tgtEl>
                                          <p:spTgt spid="53">
                                            <p:txEl>
                                              <p:pRg st="2" end="2"/>
                                            </p:txEl>
                                          </p:spTgt>
                                        </p:tgtEl>
                                      </p:cBhvr>
                                    </p:animEffect>
                                  </p:childTnLst>
                                </p:cTn>
                              </p:par>
                              <p:par>
                                <p:cTn id="148" presetID="10" presetClass="entr" presetSubtype="0" fill="hold" nodeType="withEffect">
                                  <p:stCondLst>
                                    <p:cond delay="290"/>
                                  </p:stCondLst>
                                  <p:childTnLst>
                                    <p:set>
                                      <p:cBhvr>
                                        <p:cTn id="149" dur="1" fill="hold">
                                          <p:stCondLst>
                                            <p:cond delay="0"/>
                                          </p:stCondLst>
                                        </p:cTn>
                                        <p:tgtEl>
                                          <p:spTgt spid="54"/>
                                        </p:tgtEl>
                                        <p:attrNameLst>
                                          <p:attrName>style.visibility</p:attrName>
                                        </p:attrNameLst>
                                      </p:cBhvr>
                                      <p:to>
                                        <p:strVal val="visible"/>
                                      </p:to>
                                    </p:set>
                                    <p:animEffect transition="in" filter="fade">
                                      <p:cBhvr>
                                        <p:cTn id="150" dur="225"/>
                                        <p:tgtEl>
                                          <p:spTgt spid="54"/>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xit" presetSubtype="0" fill="hold" nodeType="clickEffect">
                                  <p:stCondLst>
                                    <p:cond delay="0"/>
                                  </p:stCondLst>
                                  <p:childTnLst>
                                    <p:animEffect transition="out" filter="fade">
                                      <p:cBhvr>
                                        <p:cTn id="154" dur="175"/>
                                        <p:tgtEl>
                                          <p:spTgt spid="51"/>
                                        </p:tgtEl>
                                      </p:cBhvr>
                                    </p:animEffect>
                                    <p:set>
                                      <p:cBhvr>
                                        <p:cTn id="155" dur="1" fill="hold">
                                          <p:stCondLst>
                                            <p:cond delay="174"/>
                                          </p:stCondLst>
                                        </p:cTn>
                                        <p:tgtEl>
                                          <p:spTgt spid="51"/>
                                        </p:tgtEl>
                                        <p:attrNameLst>
                                          <p:attrName>style.visibility</p:attrName>
                                        </p:attrNameLst>
                                      </p:cBhvr>
                                      <p:to>
                                        <p:strVal val="hidden"/>
                                      </p:to>
                                    </p:set>
                                  </p:childTnLst>
                                </p:cTn>
                              </p:par>
                              <p:par>
                                <p:cTn id="156" presetID="10" presetClass="exit" presetSubtype="0" grpId="0" fill="hold" nodeType="withEffect">
                                  <p:stCondLst>
                                    <p:cond delay="0"/>
                                  </p:stCondLst>
                                  <p:childTnLst>
                                    <p:animEffect transition="out" filter="fade">
                                      <p:cBhvr>
                                        <p:cTn id="157" dur="175"/>
                                        <p:tgtEl>
                                          <p:spTgt spid="52">
                                            <p:txEl>
                                              <p:pRg st="0" end="0"/>
                                            </p:txEl>
                                          </p:spTgt>
                                        </p:tgtEl>
                                      </p:cBhvr>
                                    </p:animEffect>
                                    <p:set>
                                      <p:cBhvr>
                                        <p:cTn id="158" dur="1" fill="hold">
                                          <p:stCondLst>
                                            <p:cond delay="174"/>
                                          </p:stCondLst>
                                        </p:cTn>
                                        <p:tgtEl>
                                          <p:spTgt spid="52">
                                            <p:txEl>
                                              <p:pRg st="0" end="0"/>
                                            </p:txEl>
                                          </p:spTgt>
                                        </p:tgtEl>
                                        <p:attrNameLst>
                                          <p:attrName>style.visibility</p:attrName>
                                        </p:attrNameLst>
                                      </p:cBhvr>
                                      <p:to>
                                        <p:strVal val="hidden"/>
                                      </p:to>
                                    </p:set>
                                  </p:childTnLst>
                                </p:cTn>
                              </p:par>
                              <p:par>
                                <p:cTn id="159" presetID="10" presetClass="exit" presetSubtype="0" grpId="0" fill="hold" nodeType="withEffect">
                                  <p:stCondLst>
                                    <p:cond delay="0"/>
                                  </p:stCondLst>
                                  <p:childTnLst>
                                    <p:animEffect transition="out" filter="fade">
                                      <p:cBhvr>
                                        <p:cTn id="160" dur="175"/>
                                        <p:tgtEl>
                                          <p:spTgt spid="52">
                                            <p:txEl>
                                              <p:pRg st="1" end="1"/>
                                            </p:txEl>
                                          </p:spTgt>
                                        </p:tgtEl>
                                      </p:cBhvr>
                                    </p:animEffect>
                                    <p:set>
                                      <p:cBhvr>
                                        <p:cTn id="161" dur="1" fill="hold">
                                          <p:stCondLst>
                                            <p:cond delay="174"/>
                                          </p:stCondLst>
                                        </p:cTn>
                                        <p:tgtEl>
                                          <p:spTgt spid="52">
                                            <p:txEl>
                                              <p:pRg st="1" end="1"/>
                                            </p:txEl>
                                          </p:spTgt>
                                        </p:tgtEl>
                                        <p:attrNameLst>
                                          <p:attrName>style.visibility</p:attrName>
                                        </p:attrNameLst>
                                      </p:cBhvr>
                                      <p:to>
                                        <p:strVal val="hidden"/>
                                      </p:to>
                                    </p:set>
                                  </p:childTnLst>
                                </p:cTn>
                              </p:par>
                              <p:par>
                                <p:cTn id="162" presetID="10" presetClass="exit" presetSubtype="0" grpId="0" fill="hold" nodeType="withEffect">
                                  <p:stCondLst>
                                    <p:cond delay="0"/>
                                  </p:stCondLst>
                                  <p:childTnLst>
                                    <p:animEffect transition="out" filter="fade">
                                      <p:cBhvr>
                                        <p:cTn id="163" dur="175"/>
                                        <p:tgtEl>
                                          <p:spTgt spid="52">
                                            <p:txEl>
                                              <p:pRg st="2" end="2"/>
                                            </p:txEl>
                                          </p:spTgt>
                                        </p:tgtEl>
                                      </p:cBhvr>
                                    </p:animEffect>
                                    <p:set>
                                      <p:cBhvr>
                                        <p:cTn id="164" dur="1" fill="hold">
                                          <p:stCondLst>
                                            <p:cond delay="174"/>
                                          </p:stCondLst>
                                        </p:cTn>
                                        <p:tgtEl>
                                          <p:spTgt spid="52">
                                            <p:txEl>
                                              <p:pRg st="2" end="2"/>
                                            </p:txEl>
                                          </p:spTgt>
                                        </p:tgtEl>
                                        <p:attrNameLst>
                                          <p:attrName>style.visibility</p:attrName>
                                        </p:attrNameLst>
                                      </p:cBhvr>
                                      <p:to>
                                        <p:strVal val="hidden"/>
                                      </p:to>
                                    </p:set>
                                  </p:childTnLst>
                                </p:cTn>
                              </p:par>
                              <p:par>
                                <p:cTn id="165" presetID="10" presetClass="exit" presetSubtype="0" grpId="0" fill="hold" nodeType="withEffect">
                                  <p:stCondLst>
                                    <p:cond delay="0"/>
                                  </p:stCondLst>
                                  <p:childTnLst>
                                    <p:animEffect transition="out" filter="fade">
                                      <p:cBhvr>
                                        <p:cTn id="166" dur="175"/>
                                        <p:tgtEl>
                                          <p:spTgt spid="53">
                                            <p:txEl>
                                              <p:pRg st="0" end="0"/>
                                            </p:txEl>
                                          </p:spTgt>
                                        </p:tgtEl>
                                      </p:cBhvr>
                                    </p:animEffect>
                                    <p:set>
                                      <p:cBhvr>
                                        <p:cTn id="167" dur="1" fill="hold">
                                          <p:stCondLst>
                                            <p:cond delay="174"/>
                                          </p:stCondLst>
                                        </p:cTn>
                                        <p:tgtEl>
                                          <p:spTgt spid="53">
                                            <p:txEl>
                                              <p:pRg st="0" end="0"/>
                                            </p:txEl>
                                          </p:spTgt>
                                        </p:tgtEl>
                                        <p:attrNameLst>
                                          <p:attrName>style.visibility</p:attrName>
                                        </p:attrNameLst>
                                      </p:cBhvr>
                                      <p:to>
                                        <p:strVal val="hidden"/>
                                      </p:to>
                                    </p:set>
                                  </p:childTnLst>
                                </p:cTn>
                              </p:par>
                              <p:par>
                                <p:cTn id="168" presetID="10" presetClass="exit" presetSubtype="0" grpId="0" fill="hold" nodeType="withEffect">
                                  <p:stCondLst>
                                    <p:cond delay="0"/>
                                  </p:stCondLst>
                                  <p:childTnLst>
                                    <p:animEffect transition="out" filter="fade">
                                      <p:cBhvr>
                                        <p:cTn id="169" dur="175"/>
                                        <p:tgtEl>
                                          <p:spTgt spid="53">
                                            <p:txEl>
                                              <p:pRg st="1" end="1"/>
                                            </p:txEl>
                                          </p:spTgt>
                                        </p:tgtEl>
                                      </p:cBhvr>
                                    </p:animEffect>
                                    <p:set>
                                      <p:cBhvr>
                                        <p:cTn id="170" dur="1" fill="hold">
                                          <p:stCondLst>
                                            <p:cond delay="174"/>
                                          </p:stCondLst>
                                        </p:cTn>
                                        <p:tgtEl>
                                          <p:spTgt spid="53">
                                            <p:txEl>
                                              <p:pRg st="1" end="1"/>
                                            </p:txEl>
                                          </p:spTgt>
                                        </p:tgtEl>
                                        <p:attrNameLst>
                                          <p:attrName>style.visibility</p:attrName>
                                        </p:attrNameLst>
                                      </p:cBhvr>
                                      <p:to>
                                        <p:strVal val="hidden"/>
                                      </p:to>
                                    </p:set>
                                  </p:childTnLst>
                                </p:cTn>
                              </p:par>
                              <p:par>
                                <p:cTn id="171" presetID="10" presetClass="exit" presetSubtype="0" grpId="0" fill="hold" nodeType="withEffect">
                                  <p:stCondLst>
                                    <p:cond delay="0"/>
                                  </p:stCondLst>
                                  <p:childTnLst>
                                    <p:animEffect transition="out" filter="fade">
                                      <p:cBhvr>
                                        <p:cTn id="172" dur="175"/>
                                        <p:tgtEl>
                                          <p:spTgt spid="53">
                                            <p:txEl>
                                              <p:pRg st="2" end="2"/>
                                            </p:txEl>
                                          </p:spTgt>
                                        </p:tgtEl>
                                      </p:cBhvr>
                                    </p:animEffect>
                                    <p:set>
                                      <p:cBhvr>
                                        <p:cTn id="173" dur="1" fill="hold">
                                          <p:stCondLst>
                                            <p:cond delay="174"/>
                                          </p:stCondLst>
                                        </p:cTn>
                                        <p:tgtEl>
                                          <p:spTgt spid="53">
                                            <p:txEl>
                                              <p:pRg st="2" end="2"/>
                                            </p:txEl>
                                          </p:spTgt>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175"/>
                                        <p:tgtEl>
                                          <p:spTgt spid="54"/>
                                        </p:tgtEl>
                                      </p:cBhvr>
                                    </p:animEffect>
                                    <p:set>
                                      <p:cBhvr>
                                        <p:cTn id="176" dur="1" fill="hold">
                                          <p:stCondLst>
                                            <p:cond delay="174"/>
                                          </p:stCondLst>
                                        </p:cTn>
                                        <p:tgtEl>
                                          <p:spTgt spid="54"/>
                                        </p:tgtEl>
                                        <p:attrNameLst>
                                          <p:attrName>style.visibility</p:attrName>
                                        </p:attrNameLst>
                                      </p:cBhvr>
                                      <p:to>
                                        <p:strVal val="hidden"/>
                                      </p:to>
                                    </p:set>
                                  </p:childTnLst>
                                </p:cTn>
                              </p:par>
                              <p:par>
                                <p:cTn id="177" presetID="10" presetClass="entr" presetSubtype="0" fill="hold" nodeType="withEffect">
                                  <p:stCondLst>
                                    <p:cond delay="225"/>
                                  </p:stCondLst>
                                  <p:childTnLst>
                                    <p:set>
                                      <p:cBhvr>
                                        <p:cTn id="178" dur="1" fill="hold">
                                          <p:stCondLst>
                                            <p:cond delay="0"/>
                                          </p:stCondLst>
                                        </p:cTn>
                                        <p:tgtEl>
                                          <p:spTgt spid="55"/>
                                        </p:tgtEl>
                                        <p:attrNameLst>
                                          <p:attrName>style.visibility</p:attrName>
                                        </p:attrNameLst>
                                      </p:cBhvr>
                                      <p:to>
                                        <p:strVal val="visible"/>
                                      </p:to>
                                    </p:set>
                                    <p:animEffect transition="in" filter="fade">
                                      <p:cBhvr>
                                        <p:cTn id="179" dur="225"/>
                                        <p:tgtEl>
                                          <p:spTgt spid="55"/>
                                        </p:tgtEl>
                                      </p:cBhvr>
                                    </p:animEffect>
                                  </p:childTnLst>
                                </p:cTn>
                              </p:par>
                              <p:par>
                                <p:cTn id="180" presetID="10" presetClass="entr" presetSubtype="0" grpId="0" fill="hold" nodeType="withEffect">
                                  <p:stCondLst>
                                    <p:cond delay="260"/>
                                  </p:stCondLst>
                                  <p:childTnLst>
                                    <p:set>
                                      <p:cBhvr>
                                        <p:cTn id="181" dur="1" fill="hold">
                                          <p:stCondLst>
                                            <p:cond delay="0"/>
                                          </p:stCondLst>
                                        </p:cTn>
                                        <p:tgtEl>
                                          <p:spTgt spid="56">
                                            <p:txEl>
                                              <p:pRg st="0" end="0"/>
                                            </p:txEl>
                                          </p:spTgt>
                                        </p:tgtEl>
                                        <p:attrNameLst>
                                          <p:attrName>style.visibility</p:attrName>
                                        </p:attrNameLst>
                                      </p:cBhvr>
                                      <p:to>
                                        <p:strVal val="visible"/>
                                      </p:to>
                                    </p:set>
                                    <p:animEffect transition="in" filter="fade">
                                      <p:cBhvr>
                                        <p:cTn id="182" dur="225"/>
                                        <p:tgtEl>
                                          <p:spTgt spid="56">
                                            <p:txEl>
                                              <p:pRg st="0" end="0"/>
                                            </p:txEl>
                                          </p:spTgt>
                                        </p:tgtEl>
                                      </p:cBhvr>
                                    </p:animEffect>
                                  </p:childTnLst>
                                </p:cTn>
                              </p:par>
                              <p:par>
                                <p:cTn id="183" presetID="10" presetClass="entr" presetSubtype="0" grpId="0" fill="hold" nodeType="withEffect">
                                  <p:stCondLst>
                                    <p:cond delay="450"/>
                                  </p:stCondLst>
                                  <p:childTnLst>
                                    <p:set>
                                      <p:cBhvr>
                                        <p:cTn id="184" dur="1" fill="hold">
                                          <p:stCondLst>
                                            <p:cond delay="0"/>
                                          </p:stCondLst>
                                        </p:cTn>
                                        <p:tgtEl>
                                          <p:spTgt spid="56">
                                            <p:txEl>
                                              <p:pRg st="1" end="1"/>
                                            </p:txEl>
                                          </p:spTgt>
                                        </p:tgtEl>
                                        <p:attrNameLst>
                                          <p:attrName>style.visibility</p:attrName>
                                        </p:attrNameLst>
                                      </p:cBhvr>
                                      <p:to>
                                        <p:strVal val="visible"/>
                                      </p:to>
                                    </p:set>
                                    <p:animEffect transition="in" filter="fade">
                                      <p:cBhvr>
                                        <p:cTn id="185" dur="225"/>
                                        <p:tgtEl>
                                          <p:spTgt spid="56">
                                            <p:txEl>
                                              <p:pRg st="1" end="1"/>
                                            </p:txEl>
                                          </p:spTgt>
                                        </p:tgtEl>
                                      </p:cBhvr>
                                    </p:animEffect>
                                  </p:childTnLst>
                                </p:cTn>
                              </p:par>
                              <p:par>
                                <p:cTn id="186" presetID="10" presetClass="entr" presetSubtype="0" grpId="0" fill="hold" nodeType="withEffect">
                                  <p:stCondLst>
                                    <p:cond delay="295"/>
                                  </p:stCondLst>
                                  <p:childTnLst>
                                    <p:set>
                                      <p:cBhvr>
                                        <p:cTn id="187" dur="1" fill="hold">
                                          <p:stCondLst>
                                            <p:cond delay="0"/>
                                          </p:stCondLst>
                                        </p:cTn>
                                        <p:tgtEl>
                                          <p:spTgt spid="57">
                                            <p:txEl>
                                              <p:pRg st="0" end="0"/>
                                            </p:txEl>
                                          </p:spTgt>
                                        </p:tgtEl>
                                        <p:attrNameLst>
                                          <p:attrName>style.visibility</p:attrName>
                                        </p:attrNameLst>
                                      </p:cBhvr>
                                      <p:to>
                                        <p:strVal val="visible"/>
                                      </p:to>
                                    </p:set>
                                    <p:animEffect transition="in" filter="fade">
                                      <p:cBhvr>
                                        <p:cTn id="188" dur="225"/>
                                        <p:tgtEl>
                                          <p:spTgt spid="57">
                                            <p:txEl>
                                              <p:pRg st="0" end="0"/>
                                            </p:txEl>
                                          </p:spTgt>
                                        </p:tgtEl>
                                      </p:cBhvr>
                                    </p:animEffect>
                                  </p:childTnLst>
                                </p:cTn>
                              </p:par>
                              <p:par>
                                <p:cTn id="189" presetID="10" presetClass="entr" presetSubtype="0" grpId="0" fill="hold" nodeType="withEffect">
                                  <p:stCondLst>
                                    <p:cond delay="485"/>
                                  </p:stCondLst>
                                  <p:childTnLst>
                                    <p:set>
                                      <p:cBhvr>
                                        <p:cTn id="190" dur="1" fill="hold">
                                          <p:stCondLst>
                                            <p:cond delay="0"/>
                                          </p:stCondLst>
                                        </p:cTn>
                                        <p:tgtEl>
                                          <p:spTgt spid="57">
                                            <p:txEl>
                                              <p:pRg st="1" end="1"/>
                                            </p:txEl>
                                          </p:spTgt>
                                        </p:tgtEl>
                                        <p:attrNameLst>
                                          <p:attrName>style.visibility</p:attrName>
                                        </p:attrNameLst>
                                      </p:cBhvr>
                                      <p:to>
                                        <p:strVal val="visible"/>
                                      </p:to>
                                    </p:set>
                                    <p:animEffect transition="in" filter="fade">
                                      <p:cBhvr>
                                        <p:cTn id="191" dur="225"/>
                                        <p:tgtEl>
                                          <p:spTgt spid="57">
                                            <p:txEl>
                                              <p:pRg st="1" end="1"/>
                                            </p:txEl>
                                          </p:spTgt>
                                        </p:tgtEl>
                                      </p:cBhvr>
                                    </p:animEffect>
                                  </p:childTnLst>
                                </p:cTn>
                              </p:par>
                              <p:par>
                                <p:cTn id="192" presetID="22" presetClass="entr" presetSubtype="8" fill="hold" nodeType="withEffect">
                                  <p:stCondLst>
                                    <p:cond delay="330"/>
                                  </p:stCondLst>
                                  <p:childTnLst>
                                    <p:set>
                                      <p:cBhvr>
                                        <p:cTn id="193" dur="1" fill="hold">
                                          <p:stCondLst>
                                            <p:cond delay="0"/>
                                          </p:stCondLst>
                                        </p:cTn>
                                        <p:tgtEl>
                                          <p:spTgt spid="58"/>
                                        </p:tgtEl>
                                        <p:attrNameLst>
                                          <p:attrName>style.visibility</p:attrName>
                                        </p:attrNameLst>
                                      </p:cBhvr>
                                      <p:to>
                                        <p:strVal val="visible"/>
                                      </p:to>
                                    </p:set>
                                    <p:animEffect transition="in" filter="wipe(left)">
                                      <p:cBhvr>
                                        <p:cTn id="194" dur="250"/>
                                        <p:tgtEl>
                                          <p:spTgt spid="58"/>
                                        </p:tgtEl>
                                      </p:cBhvr>
                                    </p:animEffect>
                                  </p:childTnLst>
                                </p:cTn>
                              </p:par>
                              <p:par>
                                <p:cTn id="195" presetID="10" presetClass="entr" presetSubtype="0" fill="hold" nodeType="withEffect">
                                  <p:stCondLst>
                                    <p:cond delay="290"/>
                                  </p:stCondLst>
                                  <p:childTnLst>
                                    <p:set>
                                      <p:cBhvr>
                                        <p:cTn id="196" dur="1" fill="hold">
                                          <p:stCondLst>
                                            <p:cond delay="0"/>
                                          </p:stCondLst>
                                        </p:cTn>
                                        <p:tgtEl>
                                          <p:spTgt spid="59"/>
                                        </p:tgtEl>
                                        <p:attrNameLst>
                                          <p:attrName>style.visibility</p:attrName>
                                        </p:attrNameLst>
                                      </p:cBhvr>
                                      <p:to>
                                        <p:strVal val="visible"/>
                                      </p:to>
                                    </p:set>
                                    <p:animEffect transition="in" filter="fade">
                                      <p:cBhvr>
                                        <p:cTn id="197" dur="225"/>
                                        <p:tgtEl>
                                          <p:spTgt spid="59"/>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xit" presetSubtype="0" fill="hold" nodeType="clickEffect">
                                  <p:stCondLst>
                                    <p:cond delay="0"/>
                                  </p:stCondLst>
                                  <p:childTnLst>
                                    <p:animEffect transition="out" filter="fade">
                                      <p:cBhvr>
                                        <p:cTn id="201" dur="175"/>
                                        <p:tgtEl>
                                          <p:spTgt spid="42"/>
                                        </p:tgtEl>
                                      </p:cBhvr>
                                    </p:animEffect>
                                    <p:set>
                                      <p:cBhvr>
                                        <p:cTn id="202" dur="1" fill="hold">
                                          <p:stCondLst>
                                            <p:cond delay="174"/>
                                          </p:stCondLst>
                                        </p:cTn>
                                        <p:tgtEl>
                                          <p:spTgt spid="42"/>
                                        </p:tgtEl>
                                        <p:attrNameLst>
                                          <p:attrName>style.visibility</p:attrName>
                                        </p:attrNameLst>
                                      </p:cBhvr>
                                      <p:to>
                                        <p:strVal val="hidden"/>
                                      </p:to>
                                    </p:set>
                                  </p:childTnLst>
                                </p:cTn>
                              </p:par>
                              <p:par>
                                <p:cTn id="203" presetID="10" presetClass="exit" presetSubtype="0" fill="hold" nodeType="withEffect">
                                  <p:stCondLst>
                                    <p:cond delay="0"/>
                                  </p:stCondLst>
                                  <p:childTnLst>
                                    <p:animEffect transition="out" filter="fade">
                                      <p:cBhvr>
                                        <p:cTn id="204" dur="175"/>
                                        <p:tgtEl>
                                          <p:spTgt spid="47"/>
                                        </p:tgtEl>
                                      </p:cBhvr>
                                    </p:animEffect>
                                    <p:set>
                                      <p:cBhvr>
                                        <p:cTn id="205" dur="1" fill="hold">
                                          <p:stCondLst>
                                            <p:cond delay="174"/>
                                          </p:stCondLst>
                                        </p:cTn>
                                        <p:tgtEl>
                                          <p:spTgt spid="47"/>
                                        </p:tgtEl>
                                        <p:attrNameLst>
                                          <p:attrName>style.visibility</p:attrName>
                                        </p:attrNameLst>
                                      </p:cBhvr>
                                      <p:to>
                                        <p:strVal val="hidden"/>
                                      </p:to>
                                    </p:set>
                                  </p:childTnLst>
                                </p:cTn>
                              </p:par>
                              <p:par>
                                <p:cTn id="206" presetID="10" presetClass="exit" presetSubtype="0" fill="hold" nodeType="withEffect">
                                  <p:stCondLst>
                                    <p:cond delay="0"/>
                                  </p:stCondLst>
                                  <p:childTnLst>
                                    <p:animEffect transition="out" filter="fade">
                                      <p:cBhvr>
                                        <p:cTn id="207" dur="175"/>
                                        <p:tgtEl>
                                          <p:spTgt spid="55"/>
                                        </p:tgtEl>
                                      </p:cBhvr>
                                    </p:animEffect>
                                    <p:set>
                                      <p:cBhvr>
                                        <p:cTn id="208" dur="1" fill="hold">
                                          <p:stCondLst>
                                            <p:cond delay="174"/>
                                          </p:stCondLst>
                                        </p:cTn>
                                        <p:tgtEl>
                                          <p:spTgt spid="55"/>
                                        </p:tgtEl>
                                        <p:attrNameLst>
                                          <p:attrName>style.visibility</p:attrName>
                                        </p:attrNameLst>
                                      </p:cBhvr>
                                      <p:to>
                                        <p:strVal val="hidden"/>
                                      </p:to>
                                    </p:set>
                                  </p:childTnLst>
                                </p:cTn>
                              </p:par>
                              <p:par>
                                <p:cTn id="209" presetID="10" presetClass="exit" presetSubtype="0" grpId="0" fill="hold" nodeType="withEffect">
                                  <p:stCondLst>
                                    <p:cond delay="0"/>
                                  </p:stCondLst>
                                  <p:childTnLst>
                                    <p:animEffect transition="out" filter="fade">
                                      <p:cBhvr>
                                        <p:cTn id="210" dur="175"/>
                                        <p:tgtEl>
                                          <p:spTgt spid="56">
                                            <p:txEl>
                                              <p:pRg st="0" end="0"/>
                                            </p:txEl>
                                          </p:spTgt>
                                        </p:tgtEl>
                                      </p:cBhvr>
                                    </p:animEffect>
                                    <p:set>
                                      <p:cBhvr>
                                        <p:cTn id="211" dur="1" fill="hold">
                                          <p:stCondLst>
                                            <p:cond delay="174"/>
                                          </p:stCondLst>
                                        </p:cTn>
                                        <p:tgtEl>
                                          <p:spTgt spid="56">
                                            <p:txEl>
                                              <p:pRg st="0" end="0"/>
                                            </p:txEl>
                                          </p:spTgt>
                                        </p:tgtEl>
                                        <p:attrNameLst>
                                          <p:attrName>style.visibility</p:attrName>
                                        </p:attrNameLst>
                                      </p:cBhvr>
                                      <p:to>
                                        <p:strVal val="hidden"/>
                                      </p:to>
                                    </p:set>
                                  </p:childTnLst>
                                </p:cTn>
                              </p:par>
                              <p:par>
                                <p:cTn id="212" presetID="10" presetClass="exit" presetSubtype="0" grpId="0" fill="hold" nodeType="withEffect">
                                  <p:stCondLst>
                                    <p:cond delay="0"/>
                                  </p:stCondLst>
                                  <p:childTnLst>
                                    <p:animEffect transition="out" filter="fade">
                                      <p:cBhvr>
                                        <p:cTn id="213" dur="175"/>
                                        <p:tgtEl>
                                          <p:spTgt spid="56">
                                            <p:txEl>
                                              <p:pRg st="1" end="1"/>
                                            </p:txEl>
                                          </p:spTgt>
                                        </p:tgtEl>
                                      </p:cBhvr>
                                    </p:animEffect>
                                    <p:set>
                                      <p:cBhvr>
                                        <p:cTn id="214" dur="1" fill="hold">
                                          <p:stCondLst>
                                            <p:cond delay="174"/>
                                          </p:stCondLst>
                                        </p:cTn>
                                        <p:tgtEl>
                                          <p:spTgt spid="56">
                                            <p:txEl>
                                              <p:pRg st="1" end="1"/>
                                            </p:txEl>
                                          </p:spTgt>
                                        </p:tgtEl>
                                        <p:attrNameLst>
                                          <p:attrName>style.visibility</p:attrName>
                                        </p:attrNameLst>
                                      </p:cBhvr>
                                      <p:to>
                                        <p:strVal val="hidden"/>
                                      </p:to>
                                    </p:set>
                                  </p:childTnLst>
                                </p:cTn>
                              </p:par>
                              <p:par>
                                <p:cTn id="215" presetID="10" presetClass="exit" presetSubtype="0" grpId="0" fill="hold" nodeType="withEffect">
                                  <p:stCondLst>
                                    <p:cond delay="0"/>
                                  </p:stCondLst>
                                  <p:childTnLst>
                                    <p:animEffect transition="out" filter="fade">
                                      <p:cBhvr>
                                        <p:cTn id="216" dur="175"/>
                                        <p:tgtEl>
                                          <p:spTgt spid="57">
                                            <p:txEl>
                                              <p:pRg st="0" end="0"/>
                                            </p:txEl>
                                          </p:spTgt>
                                        </p:tgtEl>
                                      </p:cBhvr>
                                    </p:animEffect>
                                    <p:set>
                                      <p:cBhvr>
                                        <p:cTn id="217" dur="1" fill="hold">
                                          <p:stCondLst>
                                            <p:cond delay="174"/>
                                          </p:stCondLst>
                                        </p:cTn>
                                        <p:tgtEl>
                                          <p:spTgt spid="57">
                                            <p:txEl>
                                              <p:pRg st="0" end="0"/>
                                            </p:txEl>
                                          </p:spTgt>
                                        </p:tgtEl>
                                        <p:attrNameLst>
                                          <p:attrName>style.visibility</p:attrName>
                                        </p:attrNameLst>
                                      </p:cBhvr>
                                      <p:to>
                                        <p:strVal val="hidden"/>
                                      </p:to>
                                    </p:set>
                                  </p:childTnLst>
                                </p:cTn>
                              </p:par>
                              <p:par>
                                <p:cTn id="218" presetID="10" presetClass="exit" presetSubtype="0" grpId="0" fill="hold" nodeType="withEffect">
                                  <p:stCondLst>
                                    <p:cond delay="0"/>
                                  </p:stCondLst>
                                  <p:childTnLst>
                                    <p:animEffect transition="out" filter="fade">
                                      <p:cBhvr>
                                        <p:cTn id="219" dur="175"/>
                                        <p:tgtEl>
                                          <p:spTgt spid="57">
                                            <p:txEl>
                                              <p:pRg st="1" end="1"/>
                                            </p:txEl>
                                          </p:spTgt>
                                        </p:tgtEl>
                                      </p:cBhvr>
                                    </p:animEffect>
                                    <p:set>
                                      <p:cBhvr>
                                        <p:cTn id="220" dur="1" fill="hold">
                                          <p:stCondLst>
                                            <p:cond delay="174"/>
                                          </p:stCondLst>
                                        </p:cTn>
                                        <p:tgtEl>
                                          <p:spTgt spid="57">
                                            <p:txEl>
                                              <p:pRg st="1" end="1"/>
                                            </p:txEl>
                                          </p:spTgt>
                                        </p:tgtEl>
                                        <p:attrNameLst>
                                          <p:attrName>style.visibility</p:attrName>
                                        </p:attrNameLst>
                                      </p:cBhvr>
                                      <p:to>
                                        <p:strVal val="hidden"/>
                                      </p:to>
                                    </p:set>
                                  </p:childTnLst>
                                </p:cTn>
                              </p:par>
                              <p:par>
                                <p:cTn id="221" presetID="10" presetClass="exit" presetSubtype="0" fill="hold" nodeType="withEffect">
                                  <p:stCondLst>
                                    <p:cond delay="0"/>
                                  </p:stCondLst>
                                  <p:childTnLst>
                                    <p:animEffect transition="out" filter="fade">
                                      <p:cBhvr>
                                        <p:cTn id="222" dur="175"/>
                                        <p:tgtEl>
                                          <p:spTgt spid="58"/>
                                        </p:tgtEl>
                                      </p:cBhvr>
                                    </p:animEffect>
                                    <p:set>
                                      <p:cBhvr>
                                        <p:cTn id="223" dur="1" fill="hold">
                                          <p:stCondLst>
                                            <p:cond delay="174"/>
                                          </p:stCondLst>
                                        </p:cTn>
                                        <p:tgtEl>
                                          <p:spTgt spid="58"/>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175"/>
                                        <p:tgtEl>
                                          <p:spTgt spid="59"/>
                                        </p:tgtEl>
                                      </p:cBhvr>
                                    </p:animEffect>
                                    <p:set>
                                      <p:cBhvr>
                                        <p:cTn id="226" dur="1" fill="hold">
                                          <p:stCondLst>
                                            <p:cond delay="174"/>
                                          </p:stCondLst>
                                        </p:cTn>
                                        <p:tgtEl>
                                          <p:spTgt spid="59"/>
                                        </p:tgtEl>
                                        <p:attrNameLst>
                                          <p:attrName>style.visibility</p:attrName>
                                        </p:attrNameLst>
                                      </p:cBhvr>
                                      <p:to>
                                        <p:strVal val="hidden"/>
                                      </p:to>
                                    </p:set>
                                  </p:childTnLst>
                                </p:cTn>
                              </p:par>
                              <p:par>
                                <p:cTn id="227" presetID="0" presetClass="path" presetSubtype="0" accel="50000" decel="50000" fill="hold" nodeType="withEffect">
                                  <p:stCondLst>
                                    <p:cond delay="0"/>
                                  </p:stCondLst>
                                  <p:childTnLst>
                                    <p:animMotion origin="layout" path="M 0 0 L 0.10334 0.08997 E" pathEditMode="relative" rAng="0" ptsTypes="AA">
                                      <p:cBhvr>
                                        <p:cTn id="228" dur="375" fill="hold"/>
                                        <p:tgtEl>
                                          <p:spTgt spid="41"/>
                                        </p:tgtEl>
                                        <p:attrNameLst>
                                          <p:attrName>ppt_x</p:attrName>
                                          <p:attrName>ppt_y</p:attrName>
                                        </p:attrNameLst>
                                      </p:cBhvr>
                                      <p:rCtr x="5167" y="4498"/>
                                    </p:animMotion>
                                  </p:childTnLst>
                                </p:cTn>
                              </p:par>
                              <p:par>
                                <p:cTn id="229" presetID="6" presetClass="emph" presetSubtype="0" accel="50000" decel="50000" fill="hold" nodeType="withEffect">
                                  <p:stCondLst>
                                    <p:cond delay="0"/>
                                  </p:stCondLst>
                                  <p:childTnLst>
                                    <p:animScale>
                                      <p:cBhvr>
                                        <p:cTn id="230" dur="375" fill="hold"/>
                                        <p:tgtEl>
                                          <p:spTgt spid="41"/>
                                        </p:tgtEl>
                                      </p:cBhvr>
                                      <p:by x="41163" y="41163"/>
                                    </p:animScale>
                                  </p:childTnLst>
                                </p:cTn>
                              </p:par>
                              <p:par>
                                <p:cTn id="231" presetID="0" presetClass="path" presetSubtype="0" accel="50000" decel="50000" fill="hold" nodeType="withEffect">
                                  <p:stCondLst>
                                    <p:cond delay="0"/>
                                  </p:stCondLst>
                                  <p:childTnLst>
                                    <p:animMotion origin="layout" path="M 0 0 L -0.19930 0.09036 E" pathEditMode="relative" rAng="0" ptsTypes="AA">
                                      <p:cBhvr>
                                        <p:cTn id="232" dur="375" fill="hold"/>
                                        <p:tgtEl>
                                          <p:spTgt spid="46"/>
                                        </p:tgtEl>
                                        <p:attrNameLst>
                                          <p:attrName>ppt_x</p:attrName>
                                          <p:attrName>ppt_y</p:attrName>
                                        </p:attrNameLst>
                                      </p:cBhvr>
                                      <p:rCtr x="-9964" y="4517"/>
                                    </p:animMotion>
                                  </p:childTnLst>
                                </p:cTn>
                              </p:par>
                              <p:par>
                                <p:cTn id="233" presetID="6" presetClass="emph" presetSubtype="0" accel="50000" decel="50000" fill="hold" nodeType="withEffect">
                                  <p:stCondLst>
                                    <p:cond delay="0"/>
                                  </p:stCondLst>
                                  <p:childTnLst>
                                    <p:animScale>
                                      <p:cBhvr>
                                        <p:cTn id="234" dur="375" fill="hold"/>
                                        <p:tgtEl>
                                          <p:spTgt spid="46"/>
                                        </p:tgtEl>
                                      </p:cBhvr>
                                      <p:by x="53241" y="53241"/>
                                    </p:animScale>
                                  </p:childTnLst>
                                </p:cTn>
                              </p:par>
                              <p:par>
                                <p:cTn id="235" presetID="10" presetClass="entr" presetSubtype="0" fill="hold" nodeType="withEffect">
                                  <p:stCondLst>
                                    <p:cond delay="200"/>
                                  </p:stCondLst>
                                  <p:childTnLst>
                                    <p:set>
                                      <p:cBhvr>
                                        <p:cTn id="236" dur="1" fill="hold">
                                          <p:stCondLst>
                                            <p:cond delay="0"/>
                                          </p:stCondLst>
                                        </p:cTn>
                                        <p:tgtEl>
                                          <p:spTgt spid="60"/>
                                        </p:tgtEl>
                                        <p:attrNameLst>
                                          <p:attrName>style.visibility</p:attrName>
                                        </p:attrNameLst>
                                      </p:cBhvr>
                                      <p:to>
                                        <p:strVal val="visible"/>
                                      </p:to>
                                    </p:set>
                                    <p:animEffect transition="in" filter="fade">
                                      <p:cBhvr>
                                        <p:cTn id="237" dur="225"/>
                                        <p:tgtEl>
                                          <p:spTgt spid="60"/>
                                        </p:tgtEl>
                                      </p:cBhvr>
                                    </p:animEffect>
                                  </p:childTnLst>
                                </p:cTn>
                              </p:par>
                              <p:par>
                                <p:cTn id="238" presetID="53" presetClass="entr" presetSubtype="16" fill="hold" nodeType="withEffect">
                                  <p:stCondLst>
                                    <p:cond delay="0"/>
                                  </p:stCondLst>
                                  <p:childTnLst>
                                    <p:set>
                                      <p:cBhvr>
                                        <p:cTn id="239" dur="1" fill="hold">
                                          <p:stCondLst>
                                            <p:cond delay="0"/>
                                          </p:stCondLst>
                                        </p:cTn>
                                        <p:tgtEl>
                                          <p:spTgt spid="20"/>
                                        </p:tgtEl>
                                        <p:attrNameLst>
                                          <p:attrName>style.visibility</p:attrName>
                                        </p:attrNameLst>
                                      </p:cBhvr>
                                      <p:to>
                                        <p:strVal val="visible"/>
                                      </p:to>
                                    </p:set>
                                    <p:anim calcmode="lin" valueType="num">
                                      <p:cBhvr>
                                        <p:cTn id="240" dur="475" fill="hold"/>
                                        <p:tgtEl>
                                          <p:spTgt spid="20"/>
                                        </p:tgtEl>
                                        <p:attrNameLst>
                                          <p:attrName>ppt_x</p:attrName>
                                        </p:attrNameLst>
                                      </p:cBhvr>
                                      <p:tavLst>
                                        <p:tav tm="0">
                                          <p:val>
                                            <p:fltVal val="0.52842"/>
                                          </p:val>
                                        </p:tav>
                                        <p:tav tm="100000">
                                          <p:val>
                                            <p:strVal val="#ppt_x"/>
                                          </p:val>
                                        </p:tav>
                                      </p:tavLst>
                                    </p:anim>
                                    <p:anim calcmode="lin" valueType="num">
                                      <p:cBhvr>
                                        <p:cTn id="241" dur="475" fill="hold"/>
                                        <p:tgtEl>
                                          <p:spTgt spid="20"/>
                                        </p:tgtEl>
                                        <p:attrNameLst>
                                          <p:attrName>ppt_y</p:attrName>
                                        </p:attrNameLst>
                                      </p:cBhvr>
                                      <p:tavLst>
                                        <p:tav tm="0">
                                          <p:val>
                                            <p:fltVal val="0.77988"/>
                                          </p:val>
                                        </p:tav>
                                        <p:tav tm="100000">
                                          <p:val>
                                            <p:strVal val="#ppt_y"/>
                                          </p:val>
                                        </p:tav>
                                      </p:tavLst>
                                    </p:anim>
                                    <p:anim calcmode="lin" valueType="num">
                                      <p:cBhvr>
                                        <p:cTn id="242" dur="475" fill="hold"/>
                                        <p:tgtEl>
                                          <p:spTgt spid="20"/>
                                        </p:tgtEl>
                                        <p:attrNameLst>
                                          <p:attrName>ppt_w</p:attrName>
                                        </p:attrNameLst>
                                      </p:cBhvr>
                                      <p:tavLst>
                                        <p:tav tm="0">
                                          <p:val>
                                            <p:fltVal val="1.58589"/>
                                          </p:val>
                                        </p:tav>
                                        <p:tav tm="100000">
                                          <p:val>
                                            <p:strVal val="#ppt_w"/>
                                          </p:val>
                                        </p:tav>
                                      </p:tavLst>
                                    </p:anim>
                                    <p:anim calcmode="lin" valueType="num">
                                      <p:cBhvr>
                                        <p:cTn id="243" dur="475" fill="hold"/>
                                        <p:tgtEl>
                                          <p:spTgt spid="20"/>
                                        </p:tgtEl>
                                        <p:attrNameLst>
                                          <p:attrName>ppt_h</p:attrName>
                                        </p:attrNameLst>
                                      </p:cBhvr>
                                      <p:tavLst>
                                        <p:tav tm="0">
                                          <p:val>
                                            <p:fltVal val="1.78358"/>
                                          </p:val>
                                        </p:tav>
                                        <p:tav tm="100000">
                                          <p:val>
                                            <p:strVal val="#ppt_h"/>
                                          </p:val>
                                        </p:tav>
                                      </p:tavLst>
                                    </p:anim>
                                    <p:animEffect transition="in" filter="fade">
                                      <p:cBhvr>
                                        <p:cTn id="244" dur="475"/>
                                        <p:tgtEl>
                                          <p:spTgt spid="20"/>
                                        </p:tgtEl>
                                      </p:cBhvr>
                                    </p:animEffect>
                                  </p:childTnLst>
                                </p:cTn>
                              </p:par>
                              <p:par>
                                <p:cTn id="245" presetID="10" presetClass="entr" presetSubtype="0" fill="hold" nodeType="withEffect">
                                  <p:stCondLst>
                                    <p:cond delay="265"/>
                                  </p:stCondLst>
                                  <p:childTnLst>
                                    <p:set>
                                      <p:cBhvr>
                                        <p:cTn id="246" dur="1" fill="hold">
                                          <p:stCondLst>
                                            <p:cond delay="0"/>
                                          </p:stCondLst>
                                        </p:cTn>
                                        <p:tgtEl>
                                          <p:spTgt spid="61"/>
                                        </p:tgtEl>
                                        <p:attrNameLst>
                                          <p:attrName>style.visibility</p:attrName>
                                        </p:attrNameLst>
                                      </p:cBhvr>
                                      <p:to>
                                        <p:strVal val="visible"/>
                                      </p:to>
                                    </p:set>
                                    <p:animEffect transition="in" filter="fade">
                                      <p:cBhvr>
                                        <p:cTn id="247" dur="225"/>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p"/>
      <p:bldP spid="43" grpId="0" build="p"/>
      <p:bldP spid="48" grpId="0" build="p"/>
      <p:bldP spid="52" grpId="0" build="p"/>
      <p:bldP spid="53" grpId="0" build="p"/>
      <p:bldP spid="56" grpId="0" build="p"/>
      <p:bldP spid="5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Al excitar el terreno, la perturbación se propaga como ondas que podemos modelar</a:t>
            </a:r>
            <a:endParaRPr lang="en-US" sz="2200" dirty="0"/>
          </a:p>
        </p:txBody>
      </p:sp>
      <p:sp>
        <p:nvSpPr>
          <p:cNvPr id="3" name="Obj [o7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Al excitar un terreno sólido, este se deforma de forma transitoria y la perturbación se propaga</a:t>
            </a:r>
            <a:endParaRPr lang="en-US" sz="1400" dirty="0"/>
          </a:p>
        </p:txBody>
      </p:sp>
      <p:sp>
        <p:nvSpPr>
          <p:cNvPr id="4" name="Obj [o71]"/>
          <p:cNvSpPr txBox="1"/>
          <p:nvPr/>
        </p:nvSpPr>
        <p:spPr>
          <a:xfrm>
            <a:off x="966136" y="1721719"/>
            <a:ext cx="2884691" cy="2403909"/>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golpe aplica energía en un punto</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El material se deforma de distintas maneras</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Cada tipo de deformación viaja como una onda</a:t>
            </a:r>
            <a:endParaRPr lang="en-US" sz="1800" dirty="0"/>
          </a:p>
        </p:txBody>
      </p:sp>
      <p:pic>
        <p:nvPicPr>
          <p:cNvPr id="5" name="Obj [o72]" descr="Ondas Rayleigh generadas por una fuente en superficie, con campo cercano y órbita de partícula">    </p:cNvPr>
          <p:cNvPicPr>
            <a:picLocks noChangeAspect="1"/>
          </p:cNvPicPr>
          <p:nvPr/>
        </p:nvPicPr>
        <p:blipFill>
          <a:blip r:embed="rId1"/>
          <a:stretch>
            <a:fillRect/>
          </a:stretch>
        </p:blipFill>
        <p:spPr>
          <a:xfrm>
            <a:off x="4011088" y="1601523"/>
            <a:ext cx="4166776" cy="2642217"/>
          </a:xfrm>
          <a:prstGeom prst="rect">
            <a:avLst/>
          </a:prstGeom>
        </p:spPr>
      </p:pic>
      <p:sp>
        <p:nvSpPr>
          <p:cNvPr id="6" name="Obj [o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Foti et al. (2014), fig. 1.1 (cap. 1; por confirmar), traducida.</a:t>
            </a:r>
            <a:endParaRPr lang="en-US" sz="800" dirty="0"/>
          </a:p>
        </p:txBody>
      </p:sp>
      <p:sp>
        <p:nvSpPr>
          <p:cNvPr id="7" name="Obj [o7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Para analizarlo, simplificamos: un medio homogéneo, isótropo y elástico lineal</a:t>
            </a:r>
            <a:endParaRPr lang="en-US" sz="1400" dirty="0"/>
          </a:p>
        </p:txBody>
      </p:sp>
      <p:sp>
        <p:nvSpPr>
          <p:cNvPr id="8" name="Obj [o75]"/>
          <p:cNvSpPr/>
          <p:nvPr/>
        </p:nvSpPr>
        <p:spPr>
          <a:xfrm>
            <a:off x="441794" y="1671414"/>
            <a:ext cx="2128962" cy="456206"/>
          </a:xfrm>
          <a:prstGeom prst="rect">
            <a:avLst/>
          </a:prstGeom>
          <a:solidFill>
            <a:srgbClr val="1F4E79"/>
          </a:solidFill>
          <a:ln w="6350">
            <a:solidFill>
              <a:srgbClr val="1F4E79"/>
            </a:solidFill>
            <a:prstDash val="solid"/>
          </a:ln>
        </p:spPr>
      </p:sp>
      <p:sp>
        <p:nvSpPr>
          <p:cNvPr id="9" name="Obj [o76]"/>
          <p:cNvSpPr txBox="1"/>
          <p:nvPr/>
        </p:nvSpPr>
        <p:spPr>
          <a:xfrm>
            <a:off x="44179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Homogéneo</a:t>
            </a:r>
            <a:endParaRPr lang="en-US" sz="1726" dirty="0"/>
          </a:p>
        </p:txBody>
      </p:sp>
      <p:sp>
        <p:nvSpPr>
          <p:cNvPr id="10" name="Obj [o77]"/>
          <p:cNvSpPr/>
          <p:nvPr/>
        </p:nvSpPr>
        <p:spPr>
          <a:xfrm>
            <a:off x="441794" y="2127620"/>
            <a:ext cx="2128962" cy="1216550"/>
          </a:xfrm>
          <a:prstGeom prst="rect">
            <a:avLst/>
          </a:prstGeom>
          <a:solidFill>
            <a:srgbClr val="FFFFFF"/>
          </a:solidFill>
          <a:ln w="15840">
            <a:solidFill>
              <a:srgbClr val="1F4E79"/>
            </a:solidFill>
            <a:prstDash val="solid"/>
          </a:ln>
        </p:spPr>
      </p:sp>
      <p:sp>
        <p:nvSpPr>
          <p:cNvPr id="11" name="Obj [o78]"/>
          <p:cNvSpPr txBox="1"/>
          <p:nvPr/>
        </p:nvSpPr>
        <p:spPr>
          <a:xfrm>
            <a:off x="555846"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todos los puntos</a:t>
            </a:r>
            <a:endParaRPr lang="en-US" sz="1553" dirty="0"/>
          </a:p>
        </p:txBody>
      </p:sp>
      <p:sp>
        <p:nvSpPr>
          <p:cNvPr id="12" name="Obj [o79]"/>
          <p:cNvSpPr/>
          <p:nvPr/>
        </p:nvSpPr>
        <p:spPr>
          <a:xfrm>
            <a:off x="2798859" y="1671414"/>
            <a:ext cx="2128962" cy="456206"/>
          </a:xfrm>
          <a:prstGeom prst="rect">
            <a:avLst/>
          </a:prstGeom>
          <a:solidFill>
            <a:srgbClr val="1F4E79"/>
          </a:solidFill>
          <a:ln w="6350">
            <a:solidFill>
              <a:srgbClr val="1F4E79"/>
            </a:solidFill>
            <a:prstDash val="solid"/>
          </a:ln>
        </p:spPr>
      </p:sp>
      <p:sp>
        <p:nvSpPr>
          <p:cNvPr id="13" name="Obj [o80]"/>
          <p:cNvSpPr txBox="1"/>
          <p:nvPr/>
        </p:nvSpPr>
        <p:spPr>
          <a:xfrm>
            <a:off x="2798859"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Isótropo</a:t>
            </a:r>
            <a:endParaRPr lang="en-US" sz="1726" dirty="0"/>
          </a:p>
        </p:txBody>
      </p:sp>
      <p:sp>
        <p:nvSpPr>
          <p:cNvPr id="14" name="Obj [o81]"/>
          <p:cNvSpPr/>
          <p:nvPr/>
        </p:nvSpPr>
        <p:spPr>
          <a:xfrm>
            <a:off x="2798859" y="2127620"/>
            <a:ext cx="2128962" cy="1216550"/>
          </a:xfrm>
          <a:prstGeom prst="rect">
            <a:avLst/>
          </a:prstGeom>
          <a:solidFill>
            <a:srgbClr val="FFFFFF"/>
          </a:solidFill>
          <a:ln w="15840">
            <a:solidFill>
              <a:srgbClr val="1F4E79"/>
            </a:solidFill>
            <a:prstDash val="solid"/>
          </a:ln>
        </p:spPr>
      </p:sp>
      <p:sp>
        <p:nvSpPr>
          <p:cNvPr id="15" name="Obj [o82]"/>
          <p:cNvSpPr txBox="1"/>
          <p:nvPr/>
        </p:nvSpPr>
        <p:spPr>
          <a:xfrm>
            <a:off x="2912911"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todas las direcciones</a:t>
            </a:r>
            <a:endParaRPr lang="en-US" sz="1553" dirty="0"/>
          </a:p>
        </p:txBody>
      </p:sp>
      <p:sp>
        <p:nvSpPr>
          <p:cNvPr id="16" name="Obj [o83]"/>
          <p:cNvSpPr/>
          <p:nvPr/>
        </p:nvSpPr>
        <p:spPr>
          <a:xfrm>
            <a:off x="5155924" y="1671414"/>
            <a:ext cx="2128962" cy="456206"/>
          </a:xfrm>
          <a:prstGeom prst="rect">
            <a:avLst/>
          </a:prstGeom>
          <a:solidFill>
            <a:srgbClr val="1F4E79"/>
          </a:solidFill>
          <a:ln w="6350">
            <a:solidFill>
              <a:srgbClr val="1F4E79"/>
            </a:solidFill>
            <a:prstDash val="solid"/>
          </a:ln>
        </p:spPr>
      </p:sp>
      <p:sp>
        <p:nvSpPr>
          <p:cNvPr id="17" name="Obj [o84]"/>
          <p:cNvSpPr txBox="1"/>
          <p:nvPr/>
        </p:nvSpPr>
        <p:spPr>
          <a:xfrm>
            <a:off x="515592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Elástico lineal</a:t>
            </a:r>
            <a:endParaRPr lang="en-US" sz="1726" dirty="0"/>
          </a:p>
        </p:txBody>
      </p:sp>
      <p:sp>
        <p:nvSpPr>
          <p:cNvPr id="18" name="Obj [o85]"/>
          <p:cNvSpPr/>
          <p:nvPr/>
        </p:nvSpPr>
        <p:spPr>
          <a:xfrm>
            <a:off x="5155924" y="2127620"/>
            <a:ext cx="2128962" cy="1216550"/>
          </a:xfrm>
          <a:prstGeom prst="rect">
            <a:avLst/>
          </a:prstGeom>
          <a:solidFill>
            <a:srgbClr val="FFFFFF"/>
          </a:solidFill>
          <a:ln w="15840">
            <a:solidFill>
              <a:srgbClr val="1F4E79"/>
            </a:solidFill>
            <a:prstDash val="solid"/>
          </a:ln>
        </p:spPr>
      </p:sp>
      <p:sp>
        <p:nvSpPr>
          <p:cNvPr id="19" name="Obj [o86]"/>
          <p:cNvSpPr txBox="1"/>
          <p:nvPr/>
        </p:nvSpPr>
        <p:spPr>
          <a:xfrm>
            <a:off x="5269975"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553" dirty="0"/>
          </a:p>
        </p:txBody>
      </p:sp>
      <p:sp>
        <p:nvSpPr>
          <p:cNvPr id="20" name="Obj [o87]"/>
          <p:cNvSpPr txBox="1"/>
          <p:nvPr/>
        </p:nvSpPr>
        <p:spPr>
          <a:xfrm>
            <a:off x="441794" y="3610290"/>
            <a:ext cx="6843091" cy="532240"/>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1726" dirty="0"/>
          </a:p>
        </p:txBody>
      </p:sp>
      <p:sp>
        <p:nvSpPr>
          <p:cNvPr id="21" name="Obj [o8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 (a confirmar).</a:t>
            </a:r>
            <a:endParaRPr lang="en-US" sz="800" dirty="0"/>
          </a:p>
        </p:txBody>
      </p:sp>
      <p:sp>
        <p:nvSpPr>
          <p:cNvPr id="22" name="Obj [o8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ese medio, la ecuación de movimiento admite solo dos tipos de onda: P y S</a:t>
            </a:r>
            <a:endParaRPr lang="en-US" sz="1400" dirty="0"/>
          </a:p>
        </p:txBody>
      </p:sp>
      <p:sp>
        <p:nvSpPr>
          <p:cNvPr id="23" name="Obj [o90]"/>
          <p:cNvSpPr/>
          <p:nvPr/>
        </p:nvSpPr>
        <p:spPr>
          <a:xfrm>
            <a:off x="441794" y="1557362"/>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4" name="Obj [o91]"/>
              <p:cNvSpPr txBox="1"/>
              <p:nvPr/>
            </p:nvSpPr>
            <p:spPr>
              <a:xfrm>
                <a:off x="441794" y="1557362"/>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600" i="1">
                          <a:solidFill>
                            <a:srgbClr val="1F4E79"/>
                          </a:solidFill>
                          <a:latin typeface="Cambria Math" panose="02040503050406030204" pitchFamily="18" charset="0"/>
                        </a:rPr>
                        <m:t xml:space="preserve">ρ</m:t>
                      </m:r>
                      <m:f>
                        <m:fPr>
                          <m:ctrlPr>
                            <a:rPr lang="es-ES" sz="1600" i="1">
                              <a:latin typeface="Cambria Math" panose="02040503050406030204" pitchFamily="18" charset="0"/>
                            </a:rPr>
                          </m:ctrlPr>
                        </m:fPr>
                        <m:num>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num>
                        <m:den>
                          <m:r>
                            <a:rPr lang="es-ES" sz="1600" i="1">
                              <a:solidFill>
                                <a:srgbClr val="1F4E79"/>
                              </a:solidFill>
                              <a:latin typeface="Cambria Math" panose="02040503050406030204" pitchFamily="18" charset="0"/>
                            </a:rPr>
                            <m:t xml:space="preserve">∂</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t</m:t>
                              </m:r>
                            </m:e>
                            <m:sup>
                              <m:r>
                                <a:rPr lang="es-ES" sz="1600" i="1">
                                  <a:solidFill>
                                    <a:srgbClr val="1F4E79"/>
                                  </a:solidFill>
                                  <a:latin typeface="Cambria Math" panose="02040503050406030204" pitchFamily="18" charset="0"/>
                                </a:rPr>
                                <m:t xml:space="preserve">2</m:t>
                              </m:r>
                            </m:sup>
                          </m:sSup>
                        </m:den>
                      </m:f>
                      <m:r>
                        <a:rPr lang="es-ES" sz="1600" i="1">
                          <a:solidFill>
                            <a:srgbClr val="1F4E79"/>
                          </a:solidFill>
                          <a:latin typeface="Cambria Math" panose="02040503050406030204" pitchFamily="18" charset="0"/>
                        </a:rPr>
                        <m:t xml:space="preserve">=(λ+μ)∇(∇·u)+μ</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oMath>
                  </m:oMathPara>
                </a14:m>
                <a:endParaRPr lang="es-ES"/>
              </a:p>
            </p:txBody>
          </p:sp>
        </mc:Choice>
        <mc:Fallback>
          <p:sp>
            <p:nvSpPr>
              <p:cNvPr id="24" name="Obj [o91]"/>
              <p:cNvSpPr txBox="1"/>
              <p:nvPr/>
            </p:nvSpPr>
            <p:spPr>
              <a:xfrm>
                <a:off x="441794" y="1557362"/>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ρ ∂²u/∂t² = (λ+μ)∇(∇·u) + μ∇²u</a:t>
                </a:r>
                <a:endParaRPr lang="en-US" sz="2071" dirty="0"/>
              </a:p>
            </p:txBody>
          </p:sp>
        </mc:Fallback>
      </mc:AlternateContent>
      <p:sp>
        <p:nvSpPr>
          <p:cNvPr id="25" name="Obj [o92]"/>
          <p:cNvSpPr txBox="1"/>
          <p:nvPr/>
        </p:nvSpPr>
        <p:spPr>
          <a:xfrm>
            <a:off x="4281529" y="1557362"/>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ρ</m:t>
                    </m:r>
                  </m:oMath>
                </a14:m>
              </mc:Choice>
              <mc:Fallback>
                <a:r>
                  <a:rPr lang="en-US" sz="1380" dirty="0">
                    <a:solidFill>
                      <a:srgbClr val="2D2D2D"/>
                    </a:solidFill>
                    <a:latin typeface="Arial" pitchFamily="34" charset="0"/>
                    <a:ea typeface="Arial" pitchFamily="34" charset="-122"/>
                    <a:cs typeface="Arial" pitchFamily="34" charset="-120"/>
                  </a:rPr>
                  <a:t>ρ</a:t>
                </a:r>
              </mc:Fallback>
            </mc:AlternateContent>
            <a:r>
              <a:rPr lang="en-US" sz="138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μ</m:t>
                    </m:r>
                  </m:oMath>
                </a14:m>
              </mc:Choice>
              <mc:Fallback>
                <a:r>
                  <a:rPr lang="en-US" sz="1380" dirty="0">
                    <a:solidFill>
                      <a:srgbClr val="2D2D2D"/>
                    </a:solidFill>
                    <a:latin typeface="Arial" pitchFamily="34" charset="0"/>
                    <a:ea typeface="Arial" pitchFamily="34" charset="-122"/>
                    <a:cs typeface="Arial" pitchFamily="34" charset="-120"/>
                  </a:rPr>
                  <a:t>μ</a:t>
                </a:r>
              </mc:Fallback>
            </mc:AlternateContent>
            <a:r>
              <a:rPr lang="en-US" sz="1380" dirty="0">
                <a:solidFill>
                  <a:srgbClr val="2D2D2D"/>
                </a:solidFill>
                <a:latin typeface="Arial" pitchFamily="34" charset="0"/>
                <a:ea typeface="Arial" pitchFamily="34" charset="-122"/>
                <a:cs typeface="Arial" pitchFamily="34" charset="-120"/>
              </a:rPr>
              <a:t>: constantes de Lamé</a:t>
            </a:r>
            <a:endParaRPr lang="en-US" sz="1380" dirty="0"/>
          </a:p>
        </p:txBody>
      </p:sp>
      <p:sp>
        <p:nvSpPr>
          <p:cNvPr id="29" name="Obj [o93]"/>
          <p:cNvSpPr/>
          <p:nvPr/>
        </p:nvSpPr>
        <p:spPr>
          <a:xfrm>
            <a:off x="441794" y="2226465"/>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0" name="Obj [o94]"/>
              <p:cNvSpPr txBox="1"/>
              <p:nvPr/>
            </p:nvSpPr>
            <p:spPr>
              <a:xfrm>
                <a:off x="441794" y="2226465"/>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u=∇φ+∇×ψ</m:t>
                      </m:r>
                    </m:oMath>
                  </m:oMathPara>
                </a14:m>
                <a:endParaRPr lang="es-ES"/>
              </a:p>
            </p:txBody>
          </p:sp>
        </mc:Choice>
        <mc:Fallback>
          <p:sp>
            <p:nvSpPr>
              <p:cNvPr id="30" name="Obj [o94]"/>
              <p:cNvSpPr txBox="1"/>
              <p:nvPr/>
            </p:nvSpPr>
            <p:spPr>
              <a:xfrm>
                <a:off x="441794" y="2226465"/>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∇φ + ∇×ψ</a:t>
                </a:r>
                <a:endParaRPr lang="en-US" sz="2071" dirty="0"/>
              </a:p>
            </p:txBody>
          </p:sp>
        </mc:Fallback>
      </mc:AlternateContent>
      <p:sp>
        <p:nvSpPr>
          <p:cNvPr id="31" name="Obj [o95]"/>
          <p:cNvSpPr txBox="1"/>
          <p:nvPr/>
        </p:nvSpPr>
        <p:spPr>
          <a:xfrm>
            <a:off x="4281529" y="2226465"/>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φ</m:t>
                    </m:r>
                  </m:oMath>
                </a14:m>
              </mc:Choice>
              <mc:Fallback>
                <a:r>
                  <a:rPr lang="en-US" sz="1380" dirty="0">
                    <a:solidFill>
                      <a:srgbClr val="2D2D2D"/>
                    </a:solidFill>
                    <a:latin typeface="Arial" pitchFamily="34" charset="0"/>
                    <a:ea typeface="Arial" pitchFamily="34" charset="-122"/>
                    <a:cs typeface="Arial" pitchFamily="34" charset="-120"/>
                  </a:rPr>
                  <a:t>φ</a:t>
                </a:r>
              </mc:Fallback>
            </mc:AlternateContent>
            <a:r>
              <a:rPr lang="en-US" sz="138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ψ</m:t>
                    </m:r>
                  </m:oMath>
                </a14:m>
              </mc:Choice>
              <mc:Fallback>
                <a:r>
                  <a:rPr lang="en-US" sz="1380" dirty="0">
                    <a:solidFill>
                      <a:srgbClr val="2D2D2D"/>
                    </a:solidFill>
                    <a:latin typeface="Arial" pitchFamily="34" charset="0"/>
                    <a:ea typeface="Arial" pitchFamily="34" charset="-122"/>
                    <a:cs typeface="Arial" pitchFamily="34" charset="-120"/>
                  </a:rPr>
                  <a:t>ψ</a:t>
                </a:r>
              </mc:Fallback>
            </mc:AlternateContent>
            <a:endParaRPr lang="en-US" sz="1380" dirty="0"/>
          </a:p>
        </p:txBody>
      </p:sp>
      <p:sp>
        <p:nvSpPr>
          <p:cNvPr id="34" name="Obj [o96]"/>
          <p:cNvSpPr/>
          <p:nvPr/>
        </p:nvSpPr>
        <p:spPr>
          <a:xfrm>
            <a:off x="441794" y="2895567"/>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5" name="Obj [o97]"/>
              <p:cNvSpPr txBox="1"/>
              <p:nvPr/>
            </p:nvSpPr>
            <p:spPr>
              <a:xfrm>
                <a:off x="441794" y="2895567"/>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p</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oMath>
                  </m:oMathPara>
                </a14:m>
                <a:endParaRPr lang="es-ES"/>
              </a:p>
            </p:txBody>
          </p:sp>
        </mc:Choice>
        <mc:Fallback>
          <p:sp>
            <p:nvSpPr>
              <p:cNvPr id="35" name="Obj [o97]"/>
              <p:cNvSpPr txBox="1"/>
              <p:nvPr/>
            </p:nvSpPr>
            <p:spPr>
              <a:xfrm>
                <a:off x="441794" y="2895567"/>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∂²φ/∂t² = Vp² ∇²φ</a:t>
                </a:r>
                <a:endParaRPr lang="en-US" sz="2071" dirty="0"/>
              </a:p>
            </p:txBody>
          </p:sp>
        </mc:Fallback>
      </mc:AlternateContent>
      <p:sp>
        <p:nvSpPr>
          <p:cNvPr id="36" name="Obj [o98]"/>
          <p:cNvSpPr txBox="1"/>
          <p:nvPr/>
        </p:nvSpPr>
        <p:spPr>
          <a:xfrm>
            <a:off x="4281529" y="2895567"/>
            <a:ext cx="3003357" cy="608275"/>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φ</m:t>
                    </m:r>
                  </m:oMath>
                </a14:m>
              </mc:Choice>
              <mc:Fallback>
                <a:r>
                  <a:rPr lang="en-US" sz="1380" dirty="0">
                    <a:solidFill>
                      <a:srgbClr val="2D2D2D"/>
                    </a:solidFill>
                    <a:latin typeface="Arial" pitchFamily="34" charset="0"/>
                    <a:ea typeface="Arial" pitchFamily="34" charset="-122"/>
                    <a:cs typeface="Arial" pitchFamily="34" charset="-120"/>
                  </a:rPr>
                  <a:t>φ</a:t>
                </a:r>
              </mc:Fallback>
            </mc:AlternateContent>
            <a:r>
              <a:rPr lang="en-US" sz="138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Vp</a:t>
                </a:r>
              </mc:Fallback>
            </mc:AlternateContent>
            <a:r>
              <a:rPr lang="en-US" sz="1380" dirty="0">
                <a:solidFill>
                  <a:srgbClr val="2D2D2D"/>
                </a:solidFill>
                <a:latin typeface="Arial" pitchFamily="34" charset="0"/>
                <a:ea typeface="Arial" pitchFamily="34" charset="-122"/>
                <a:cs typeface="Arial" pitchFamily="34" charset="-120"/>
              </a:rPr>
              <a:t> (onda P)</a:t>
            </a:r>
            <a:endParaRPr lang="en-US" sz="1380" dirty="0"/>
          </a:p>
        </p:txBody>
      </p:sp>
      <p:sp>
        <p:nvSpPr>
          <p:cNvPr id="39" name="Obj [o99]"/>
          <p:cNvSpPr/>
          <p:nvPr/>
        </p:nvSpPr>
        <p:spPr>
          <a:xfrm>
            <a:off x="441794" y="3564669"/>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100]"/>
              <p:cNvSpPr txBox="1"/>
              <p:nvPr/>
            </p:nvSpPr>
            <p:spPr>
              <a:xfrm>
                <a:off x="441794" y="3564669"/>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oMath>
                  </m:oMathPara>
                </a14:m>
                <a:endParaRPr lang="es-ES"/>
              </a:p>
            </p:txBody>
          </p:sp>
        </mc:Choice>
        <mc:Fallback>
          <p:sp>
            <p:nvSpPr>
              <p:cNvPr id="40" name="Obj [o100]"/>
              <p:cNvSpPr txBox="1"/>
              <p:nvPr/>
            </p:nvSpPr>
            <p:spPr>
              <a:xfrm>
                <a:off x="441794" y="3564669"/>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∂²ψ/∂t² = Vs² ∇²ψ</a:t>
                </a:r>
                <a:endParaRPr lang="en-US" sz="2071" dirty="0"/>
              </a:p>
            </p:txBody>
          </p:sp>
        </mc:Fallback>
      </mc:AlternateContent>
      <p:sp>
        <p:nvSpPr>
          <p:cNvPr id="41" name="Obj [o101]"/>
          <p:cNvSpPr txBox="1"/>
          <p:nvPr/>
        </p:nvSpPr>
        <p:spPr>
          <a:xfrm>
            <a:off x="4281529" y="3564669"/>
            <a:ext cx="3003357" cy="608275"/>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ψ</m:t>
                    </m:r>
                  </m:oMath>
                </a14:m>
              </mc:Choice>
              <mc:Fallback>
                <a:r>
                  <a:rPr lang="en-US" sz="1380" dirty="0">
                    <a:solidFill>
                      <a:srgbClr val="2D2D2D"/>
                    </a:solidFill>
                    <a:latin typeface="Arial" pitchFamily="34" charset="0"/>
                    <a:ea typeface="Arial" pitchFamily="34" charset="-122"/>
                    <a:cs typeface="Arial" pitchFamily="34" charset="-120"/>
                  </a:rPr>
                  <a:t>ψ</a:t>
                </a:r>
              </mc:Fallback>
            </mc:AlternateContent>
            <a:r>
              <a:rPr lang="en-US" sz="138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oMath>
                </a14:m>
              </mc:Choice>
              <mc:Fallback>
                <a:r>
                  <a:rPr lang="en-US" sz="1380" dirty="0">
                    <a:solidFill>
                      <a:srgbClr val="2D2D2D"/>
                    </a:solidFill>
                    <a:latin typeface="Arial" pitchFamily="34" charset="0"/>
                    <a:ea typeface="Arial" pitchFamily="34" charset="-122"/>
                    <a:cs typeface="Arial" pitchFamily="34" charset="-120"/>
                  </a:rPr>
                  <a:t>Vs</a:t>
                </a:r>
              </mc:Fallback>
            </mc:AlternateContent>
            <a:r>
              <a:rPr lang="en-US" sz="1380" dirty="0">
                <a:solidFill>
                  <a:srgbClr val="2D2D2D"/>
                </a:solidFill>
                <a:latin typeface="Arial" pitchFamily="34" charset="0"/>
                <a:ea typeface="Arial" pitchFamily="34" charset="-122"/>
                <a:cs typeface="Arial" pitchFamily="34" charset="-120"/>
              </a:rPr>
              <a:t> (onda S)</a:t>
            </a:r>
            <a:endParaRPr lang="en-US" sz="1380" dirty="0"/>
          </a:p>
        </p:txBody>
      </p:sp>
      <p:sp>
        <p:nvSpPr>
          <p:cNvPr id="44" name="Obj [o10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Descomposición de Helmholtz de la ecuación de Navier. Foti et al. (2014), cap. 2 (a confirmar).</a:t>
            </a:r>
            <a:endParaRPr lang="en-US" sz="800" dirty="0"/>
          </a:p>
        </p:txBody>
      </p:sp>
      <p:sp>
        <p:nvSpPr>
          <p:cNvPr id="4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5"/>
                                        </p:tgtEl>
                                        <p:attrNameLst>
                                          <p:attrName>style.visibility</p:attrName>
                                        </p:attrNameLst>
                                      </p:cBhvr>
                                      <p:to>
                                        <p:strVal val="visible"/>
                                      </p:to>
                                    </p:set>
                                    <p:anim calcmode="lin" valueType="num">
                                      <p:cBhvr>
                                        <p:cTn id="10" dur="300" fill="hold"/>
                                        <p:tgtEl>
                                          <p:spTgt spid="5"/>
                                        </p:tgtEl>
                                        <p:attrNameLst>
                                          <p:attrName>ppt_w</p:attrName>
                                        </p:attrNameLst>
                                      </p:cBhvr>
                                      <p:tavLst>
                                        <p:tav tm="0">
                                          <p:val>
                                            <p:fltVal val="0"/>
                                          </p:val>
                                        </p:tav>
                                        <p:tav tm="100000">
                                          <p:val>
                                            <p:strVal val="#ppt_w"/>
                                          </p:val>
                                        </p:tav>
                                      </p:tavLst>
                                    </p:anim>
                                    <p:anim calcmode="lin" valueType="num">
                                      <p:cBhvr>
                                        <p:cTn id="11" dur="300" fill="hold"/>
                                        <p:tgtEl>
                                          <p:spTgt spid="5"/>
                                        </p:tgtEl>
                                        <p:attrNameLst>
                                          <p:attrName>ppt_h</p:attrName>
                                        </p:attrNameLst>
                                      </p:cBhvr>
                                      <p:tavLst>
                                        <p:tav tm="0">
                                          <p:val>
                                            <p:fltVal val="0"/>
                                          </p:val>
                                        </p:tav>
                                        <p:tav tm="100000">
                                          <p:val>
                                            <p:strVal val="#ppt_h"/>
                                          </p:val>
                                        </p:tav>
                                      </p:tavLst>
                                    </p:anim>
                                    <p:animEffect transition="in" filter="fade">
                                      <p:cBhvr>
                                        <p:cTn id="12" dur="300"/>
                                        <p:tgtEl>
                                          <p:spTgt spid="5"/>
                                        </p:tgtEl>
                                      </p:cBhvr>
                                    </p:animEffect>
                                  </p:childTnLst>
                                </p:cTn>
                              </p:par>
                              <p:par>
                                <p:cTn id="13" presetID="10" presetClass="entr" presetSubtype="0" grpId="0" fill="hold" nodeType="withEffect">
                                  <p:stCondLst>
                                    <p:cond delay="205"/>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225"/>
                                        <p:tgtEl>
                                          <p:spTgt spid="4">
                                            <p:txEl>
                                              <p:pRg st="0" end="0"/>
                                            </p:txEl>
                                          </p:spTgt>
                                        </p:tgtEl>
                                      </p:cBhvr>
                                    </p:animEffect>
                                  </p:childTnLst>
                                </p:cTn>
                              </p:par>
                              <p:par>
                                <p:cTn id="16" presetID="10" presetClass="entr" presetSubtype="0" grpId="0" fill="hold" nodeType="withEffect">
                                  <p:stCondLst>
                                    <p:cond delay="395"/>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225"/>
                                        <p:tgtEl>
                                          <p:spTgt spid="4">
                                            <p:txEl>
                                              <p:pRg st="1" end="1"/>
                                            </p:txEl>
                                          </p:spTgt>
                                        </p:tgtEl>
                                      </p:cBhvr>
                                    </p:animEffect>
                                  </p:childTnLst>
                                </p:cTn>
                              </p:par>
                              <p:par>
                                <p:cTn id="19" presetID="10" presetClass="entr" presetSubtype="0" grpId="0" fill="hold" nodeType="withEffect">
                                  <p:stCondLst>
                                    <p:cond delay="585"/>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225"/>
                                        <p:tgtEl>
                                          <p:spTgt spid="4">
                                            <p:txEl>
                                              <p:pRg st="2" end="2"/>
                                            </p:txEl>
                                          </p:spTgt>
                                        </p:tgtEl>
                                      </p:cBhvr>
                                    </p:animEffect>
                                  </p:childTnLst>
                                </p:cTn>
                              </p:par>
                              <p:par>
                                <p:cTn id="22" presetID="10" presetClass="entr" presetSubtype="0" fill="hold" nodeType="withEffect">
                                  <p:stCondLst>
                                    <p:cond delay="2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25"/>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175"/>
                                        <p:tgtEl>
                                          <p:spTgt spid="3"/>
                                        </p:tgtEl>
                                      </p:cBhvr>
                                    </p:animEffect>
                                    <p:set>
                                      <p:cBhvr>
                                        <p:cTn id="29" dur="1" fill="hold">
                                          <p:stCondLst>
                                            <p:cond delay="174"/>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175"/>
                                        <p:tgtEl>
                                          <p:spTgt spid="4">
                                            <p:txEl>
                                              <p:pRg st="0" end="0"/>
                                            </p:txEl>
                                          </p:spTgt>
                                        </p:tgtEl>
                                      </p:cBhvr>
                                    </p:animEffect>
                                    <p:set>
                                      <p:cBhvr>
                                        <p:cTn id="32" dur="1" fill="hold">
                                          <p:stCondLst>
                                            <p:cond delay="174"/>
                                          </p:stCondLst>
                                        </p:cTn>
                                        <p:tgtEl>
                                          <p:spTgt spid="4">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175"/>
                                        <p:tgtEl>
                                          <p:spTgt spid="4">
                                            <p:txEl>
                                              <p:pRg st="1" end="1"/>
                                            </p:txEl>
                                          </p:spTgt>
                                        </p:tgtEl>
                                      </p:cBhvr>
                                    </p:animEffect>
                                    <p:set>
                                      <p:cBhvr>
                                        <p:cTn id="35" dur="1" fill="hold">
                                          <p:stCondLst>
                                            <p:cond delay="174"/>
                                          </p:stCondLst>
                                        </p:cTn>
                                        <p:tgtEl>
                                          <p:spTgt spid="4">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175"/>
                                        <p:tgtEl>
                                          <p:spTgt spid="4">
                                            <p:txEl>
                                              <p:pRg st="2" end="2"/>
                                            </p:txEl>
                                          </p:spTgt>
                                        </p:tgtEl>
                                      </p:cBhvr>
                                    </p:animEffect>
                                    <p:set>
                                      <p:cBhvr>
                                        <p:cTn id="38" dur="1" fill="hold">
                                          <p:stCondLst>
                                            <p:cond delay="174"/>
                                          </p:stCondLst>
                                        </p:cTn>
                                        <p:tgtEl>
                                          <p:spTgt spid="4">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75"/>
                                        <p:tgtEl>
                                          <p:spTgt spid="6"/>
                                        </p:tgtEl>
                                      </p:cBhvr>
                                    </p:animEffect>
                                    <p:set>
                                      <p:cBhvr>
                                        <p:cTn id="41" dur="1" fill="hold">
                                          <p:stCondLst>
                                            <p:cond delay="174"/>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22600 -0.21089 E" pathEditMode="relative" rAng="0" ptsTypes="AA">
                                      <p:cBhvr>
                                        <p:cTn id="43" dur="375" fill="hold"/>
                                        <p:tgtEl>
                                          <p:spTgt spid="5"/>
                                        </p:tgtEl>
                                        <p:attrNameLst>
                                          <p:attrName>ppt_x</p:attrName>
                                          <p:attrName>ppt_y</p:attrName>
                                        </p:attrNameLst>
                                      </p:cBhvr>
                                      <p:rCtr x="11299" y="-10544"/>
                                    </p:animMotion>
                                  </p:childTnLst>
                                </p:cTn>
                              </p:par>
                              <p:par>
                                <p:cTn id="44" presetID="6" presetClass="emph" presetSubtype="0" accel="50000" decel="50000" fill="hold" nodeType="withEffect">
                                  <p:stCondLst>
                                    <p:cond delay="0"/>
                                  </p:stCondLst>
                                  <p:childTnLst>
                                    <p:animScale>
                                      <p:cBhvr>
                                        <p:cTn id="45" dur="375" fill="hold"/>
                                        <p:tgtEl>
                                          <p:spTgt spid="5"/>
                                        </p:tgtEl>
                                      </p:cBhvr>
                                      <p:by x="26994" y="26994"/>
                                    </p:animScale>
                                  </p:childTnLst>
                                </p:cTn>
                              </p:par>
                              <p:par>
                                <p:cTn id="46" presetID="10" presetClass="entr" presetSubtype="0" fill="hold" nodeType="withEffect">
                                  <p:stCondLst>
                                    <p:cond delay="225"/>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225"/>
                                        <p:tgtEl>
                                          <p:spTgt spid="7"/>
                                        </p:tgtEl>
                                      </p:cBhvr>
                                    </p:animEffect>
                                  </p:childTnLst>
                                </p:cTn>
                              </p:par>
                              <p:par>
                                <p:cTn id="49" presetID="10" presetClass="entr" presetSubtype="0" fill="hold" nodeType="withEffect">
                                  <p:stCondLst>
                                    <p:cond delay="26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225"/>
                                        <p:tgtEl>
                                          <p:spTgt spid="8"/>
                                        </p:tgtEl>
                                      </p:cBhvr>
                                    </p:animEffect>
                                  </p:childTnLst>
                                </p:cTn>
                              </p:par>
                              <p:par>
                                <p:cTn id="52" presetID="22" presetClass="entr" presetSubtype="4" fill="hold" nodeType="withEffect">
                                  <p:stCondLst>
                                    <p:cond delay="26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250"/>
                                        <p:tgtEl>
                                          <p:spTgt spid="9"/>
                                        </p:tgtEl>
                                      </p:cBhvr>
                                    </p:animEffect>
                                  </p:childTnLst>
                                </p:cTn>
                              </p:par>
                              <p:par>
                                <p:cTn id="55" presetID="10" presetClass="entr" presetSubtype="0" fill="hold" nodeType="withEffect">
                                  <p:stCondLst>
                                    <p:cond delay="295"/>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225"/>
                                        <p:tgtEl>
                                          <p:spTgt spid="10"/>
                                        </p:tgtEl>
                                      </p:cBhvr>
                                    </p:animEffect>
                                  </p:childTnLst>
                                </p:cTn>
                              </p:par>
                              <p:par>
                                <p:cTn id="58" presetID="22" presetClass="entr" presetSubtype="4" fill="hold" nodeType="withEffect">
                                  <p:stCondLst>
                                    <p:cond delay="330"/>
                                  </p:stCondLst>
                                  <p:childTnLst>
                                    <p:set>
                                      <p:cBhvr>
                                        <p:cTn id="59" dur="1" fill="hold">
                                          <p:stCondLst>
                                            <p:cond delay="0"/>
                                          </p:stCondLst>
                                        </p:cTn>
                                        <p:tgtEl>
                                          <p:spTgt spid="11"/>
                                        </p:tgtEl>
                                        <p:attrNameLst>
                                          <p:attrName>style.visibility</p:attrName>
                                        </p:attrNameLst>
                                      </p:cBhvr>
                                      <p:to>
                                        <p:strVal val="visible"/>
                                      </p:to>
                                    </p:set>
                                    <p:animEffect transition="in" filter="wipe(down)">
                                      <p:cBhvr>
                                        <p:cTn id="60" dur="250"/>
                                        <p:tgtEl>
                                          <p:spTgt spid="11"/>
                                        </p:tgtEl>
                                      </p:cBhvr>
                                    </p:animEffect>
                                  </p:childTnLst>
                                </p:cTn>
                              </p:par>
                              <p:par>
                                <p:cTn id="61" presetID="10" presetClass="entr" presetSubtype="0" fill="hold" nodeType="withEffect">
                                  <p:stCondLst>
                                    <p:cond delay="365"/>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225"/>
                                        <p:tgtEl>
                                          <p:spTgt spid="12"/>
                                        </p:tgtEl>
                                      </p:cBhvr>
                                    </p:animEffect>
                                  </p:childTnLst>
                                </p:cTn>
                              </p:par>
                              <p:par>
                                <p:cTn id="64" presetID="22" presetClass="entr" presetSubtype="4" fill="hold" nodeType="withEffect">
                                  <p:stCondLst>
                                    <p:cond delay="365"/>
                                  </p:stCondLst>
                                  <p:childTnLst>
                                    <p:set>
                                      <p:cBhvr>
                                        <p:cTn id="65" dur="1" fill="hold">
                                          <p:stCondLst>
                                            <p:cond delay="0"/>
                                          </p:stCondLst>
                                        </p:cTn>
                                        <p:tgtEl>
                                          <p:spTgt spid="13"/>
                                        </p:tgtEl>
                                        <p:attrNameLst>
                                          <p:attrName>style.visibility</p:attrName>
                                        </p:attrNameLst>
                                      </p:cBhvr>
                                      <p:to>
                                        <p:strVal val="visible"/>
                                      </p:to>
                                    </p:set>
                                    <p:animEffect transition="in" filter="wipe(down)">
                                      <p:cBhvr>
                                        <p:cTn id="66" dur="250"/>
                                        <p:tgtEl>
                                          <p:spTgt spid="13"/>
                                        </p:tgtEl>
                                      </p:cBhvr>
                                    </p:animEffect>
                                  </p:childTnLst>
                                </p:cTn>
                              </p:par>
                              <p:par>
                                <p:cTn id="67" presetID="10" presetClass="entr" presetSubtype="0" fill="hold" nodeType="withEffect">
                                  <p:stCondLst>
                                    <p:cond delay="40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225"/>
                                        <p:tgtEl>
                                          <p:spTgt spid="14"/>
                                        </p:tgtEl>
                                      </p:cBhvr>
                                    </p:animEffect>
                                  </p:childTnLst>
                                </p:cTn>
                              </p:par>
                              <p:par>
                                <p:cTn id="70" presetID="22" presetClass="entr" presetSubtype="4" fill="hold" nodeType="withEffect">
                                  <p:stCondLst>
                                    <p:cond delay="435"/>
                                  </p:stCondLst>
                                  <p:childTnLst>
                                    <p:set>
                                      <p:cBhvr>
                                        <p:cTn id="71" dur="1" fill="hold">
                                          <p:stCondLst>
                                            <p:cond delay="0"/>
                                          </p:stCondLst>
                                        </p:cTn>
                                        <p:tgtEl>
                                          <p:spTgt spid="15"/>
                                        </p:tgtEl>
                                        <p:attrNameLst>
                                          <p:attrName>style.visibility</p:attrName>
                                        </p:attrNameLst>
                                      </p:cBhvr>
                                      <p:to>
                                        <p:strVal val="visible"/>
                                      </p:to>
                                    </p:set>
                                    <p:animEffect transition="in" filter="wipe(down)">
                                      <p:cBhvr>
                                        <p:cTn id="72" dur="250"/>
                                        <p:tgtEl>
                                          <p:spTgt spid="15"/>
                                        </p:tgtEl>
                                      </p:cBhvr>
                                    </p:animEffect>
                                  </p:childTnLst>
                                </p:cTn>
                              </p:par>
                              <p:par>
                                <p:cTn id="73" presetID="10" presetClass="entr" presetSubtype="0" fill="hold" nodeType="withEffect">
                                  <p:stCondLst>
                                    <p:cond delay="47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225"/>
                                        <p:tgtEl>
                                          <p:spTgt spid="16"/>
                                        </p:tgtEl>
                                      </p:cBhvr>
                                    </p:animEffect>
                                  </p:childTnLst>
                                </p:cTn>
                              </p:par>
                              <p:par>
                                <p:cTn id="76" presetID="22" presetClass="entr" presetSubtype="4" fill="hold" nodeType="withEffect">
                                  <p:stCondLst>
                                    <p:cond delay="470"/>
                                  </p:stCondLst>
                                  <p:childTnLst>
                                    <p:set>
                                      <p:cBhvr>
                                        <p:cTn id="77" dur="1" fill="hold">
                                          <p:stCondLst>
                                            <p:cond delay="0"/>
                                          </p:stCondLst>
                                        </p:cTn>
                                        <p:tgtEl>
                                          <p:spTgt spid="17"/>
                                        </p:tgtEl>
                                        <p:attrNameLst>
                                          <p:attrName>style.visibility</p:attrName>
                                        </p:attrNameLst>
                                      </p:cBhvr>
                                      <p:to>
                                        <p:strVal val="visible"/>
                                      </p:to>
                                    </p:set>
                                    <p:animEffect transition="in" filter="wipe(down)">
                                      <p:cBhvr>
                                        <p:cTn id="78" dur="250"/>
                                        <p:tgtEl>
                                          <p:spTgt spid="17"/>
                                        </p:tgtEl>
                                      </p:cBhvr>
                                    </p:animEffect>
                                  </p:childTnLst>
                                </p:cTn>
                              </p:par>
                              <p:par>
                                <p:cTn id="79" presetID="10" presetClass="entr" presetSubtype="0" fill="hold" nodeType="withEffect">
                                  <p:stCondLst>
                                    <p:cond delay="505"/>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225"/>
                                        <p:tgtEl>
                                          <p:spTgt spid="18"/>
                                        </p:tgtEl>
                                      </p:cBhvr>
                                    </p:animEffect>
                                  </p:childTnLst>
                                </p:cTn>
                              </p:par>
                              <p:par>
                                <p:cTn id="82" presetID="22" presetClass="entr" presetSubtype="4" fill="hold" nodeType="withEffect">
                                  <p:stCondLst>
                                    <p:cond delay="540"/>
                                  </p:stCondLst>
                                  <p:childTnLst>
                                    <p:set>
                                      <p:cBhvr>
                                        <p:cTn id="83" dur="1" fill="hold">
                                          <p:stCondLst>
                                            <p:cond delay="0"/>
                                          </p:stCondLst>
                                        </p:cTn>
                                        <p:tgtEl>
                                          <p:spTgt spid="19"/>
                                        </p:tgtEl>
                                        <p:attrNameLst>
                                          <p:attrName>style.visibility</p:attrName>
                                        </p:attrNameLst>
                                      </p:cBhvr>
                                      <p:to>
                                        <p:strVal val="visible"/>
                                      </p:to>
                                    </p:set>
                                    <p:animEffect transition="in" filter="wipe(down)">
                                      <p:cBhvr>
                                        <p:cTn id="84" dur="250"/>
                                        <p:tgtEl>
                                          <p:spTgt spid="19"/>
                                        </p:tgtEl>
                                      </p:cBhvr>
                                    </p:animEffect>
                                  </p:childTnLst>
                                </p:cTn>
                              </p:par>
                              <p:par>
                                <p:cTn id="85" presetID="22" presetClass="entr" presetSubtype="4" fill="hold" nodeType="withEffect">
                                  <p:stCondLst>
                                    <p:cond delay="575"/>
                                  </p:stCondLst>
                                  <p:childTnLst>
                                    <p:set>
                                      <p:cBhvr>
                                        <p:cTn id="86" dur="1" fill="hold">
                                          <p:stCondLst>
                                            <p:cond delay="0"/>
                                          </p:stCondLst>
                                        </p:cTn>
                                        <p:tgtEl>
                                          <p:spTgt spid="20"/>
                                        </p:tgtEl>
                                        <p:attrNameLst>
                                          <p:attrName>style.visibility</p:attrName>
                                        </p:attrNameLst>
                                      </p:cBhvr>
                                      <p:to>
                                        <p:strVal val="visible"/>
                                      </p:to>
                                    </p:set>
                                    <p:animEffect transition="in" filter="wipe(down)">
                                      <p:cBhvr>
                                        <p:cTn id="87" dur="250"/>
                                        <p:tgtEl>
                                          <p:spTgt spid="20"/>
                                        </p:tgtEl>
                                      </p:cBhvr>
                                    </p:animEffect>
                                  </p:childTnLst>
                                </p:cTn>
                              </p:par>
                              <p:par>
                                <p:cTn id="88" presetID="10" presetClass="entr" presetSubtype="0" fill="hold" nodeType="withEffect">
                                  <p:stCondLst>
                                    <p:cond delay="29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225"/>
                                        <p:tgtEl>
                                          <p:spTgt spid="2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175"/>
                                        <p:tgtEl>
                                          <p:spTgt spid="7"/>
                                        </p:tgtEl>
                                      </p:cBhvr>
                                    </p:animEffect>
                                    <p:set>
                                      <p:cBhvr>
                                        <p:cTn id="95" dur="1" fill="hold">
                                          <p:stCondLst>
                                            <p:cond delay="174"/>
                                          </p:stCondLst>
                                        </p:cTn>
                                        <p:tgtEl>
                                          <p:spTgt spid="7"/>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175"/>
                                        <p:tgtEl>
                                          <p:spTgt spid="8"/>
                                        </p:tgtEl>
                                      </p:cBhvr>
                                    </p:animEffect>
                                    <p:set>
                                      <p:cBhvr>
                                        <p:cTn id="98" dur="1" fill="hold">
                                          <p:stCondLst>
                                            <p:cond delay="174"/>
                                          </p:stCondLst>
                                        </p:cTn>
                                        <p:tgtEl>
                                          <p:spTgt spid="8"/>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75"/>
                                        <p:tgtEl>
                                          <p:spTgt spid="9"/>
                                        </p:tgtEl>
                                      </p:cBhvr>
                                    </p:animEffect>
                                    <p:set>
                                      <p:cBhvr>
                                        <p:cTn id="101" dur="1" fill="hold">
                                          <p:stCondLst>
                                            <p:cond delay="174"/>
                                          </p:stCondLst>
                                        </p:cTn>
                                        <p:tgtEl>
                                          <p:spTgt spid="9"/>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75"/>
                                        <p:tgtEl>
                                          <p:spTgt spid="10"/>
                                        </p:tgtEl>
                                      </p:cBhvr>
                                    </p:animEffect>
                                    <p:set>
                                      <p:cBhvr>
                                        <p:cTn id="104" dur="1" fill="hold">
                                          <p:stCondLst>
                                            <p:cond delay="174"/>
                                          </p:stCondLst>
                                        </p:cTn>
                                        <p:tgtEl>
                                          <p:spTgt spid="10"/>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75"/>
                                        <p:tgtEl>
                                          <p:spTgt spid="11"/>
                                        </p:tgtEl>
                                      </p:cBhvr>
                                    </p:animEffect>
                                    <p:set>
                                      <p:cBhvr>
                                        <p:cTn id="107" dur="1" fill="hold">
                                          <p:stCondLst>
                                            <p:cond delay="174"/>
                                          </p:stCondLst>
                                        </p:cTn>
                                        <p:tgtEl>
                                          <p:spTgt spid="11"/>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75"/>
                                        <p:tgtEl>
                                          <p:spTgt spid="12"/>
                                        </p:tgtEl>
                                      </p:cBhvr>
                                    </p:animEffect>
                                    <p:set>
                                      <p:cBhvr>
                                        <p:cTn id="110" dur="1" fill="hold">
                                          <p:stCondLst>
                                            <p:cond delay="174"/>
                                          </p:stCondLst>
                                        </p:cTn>
                                        <p:tgtEl>
                                          <p:spTgt spid="12"/>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175"/>
                                        <p:tgtEl>
                                          <p:spTgt spid="13"/>
                                        </p:tgtEl>
                                      </p:cBhvr>
                                    </p:animEffect>
                                    <p:set>
                                      <p:cBhvr>
                                        <p:cTn id="113" dur="1" fill="hold">
                                          <p:stCondLst>
                                            <p:cond delay="174"/>
                                          </p:stCondLst>
                                        </p:cTn>
                                        <p:tgtEl>
                                          <p:spTgt spid="1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175"/>
                                        <p:tgtEl>
                                          <p:spTgt spid="14"/>
                                        </p:tgtEl>
                                      </p:cBhvr>
                                    </p:animEffect>
                                    <p:set>
                                      <p:cBhvr>
                                        <p:cTn id="116" dur="1" fill="hold">
                                          <p:stCondLst>
                                            <p:cond delay="174"/>
                                          </p:stCondLst>
                                        </p:cTn>
                                        <p:tgtEl>
                                          <p:spTgt spid="1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75"/>
                                        <p:tgtEl>
                                          <p:spTgt spid="15"/>
                                        </p:tgtEl>
                                      </p:cBhvr>
                                    </p:animEffect>
                                    <p:set>
                                      <p:cBhvr>
                                        <p:cTn id="119" dur="1" fill="hold">
                                          <p:stCondLst>
                                            <p:cond delay="174"/>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75"/>
                                        <p:tgtEl>
                                          <p:spTgt spid="16"/>
                                        </p:tgtEl>
                                      </p:cBhvr>
                                    </p:animEffect>
                                    <p:set>
                                      <p:cBhvr>
                                        <p:cTn id="122" dur="1" fill="hold">
                                          <p:stCondLst>
                                            <p:cond delay="174"/>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75"/>
                                        <p:tgtEl>
                                          <p:spTgt spid="17"/>
                                        </p:tgtEl>
                                      </p:cBhvr>
                                    </p:animEffect>
                                    <p:set>
                                      <p:cBhvr>
                                        <p:cTn id="125" dur="1" fill="hold">
                                          <p:stCondLst>
                                            <p:cond delay="174"/>
                                          </p:stCondLst>
                                        </p:cTn>
                                        <p:tgtEl>
                                          <p:spTgt spid="17"/>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175"/>
                                        <p:tgtEl>
                                          <p:spTgt spid="18"/>
                                        </p:tgtEl>
                                      </p:cBhvr>
                                    </p:animEffect>
                                    <p:set>
                                      <p:cBhvr>
                                        <p:cTn id="128" dur="1" fill="hold">
                                          <p:stCondLst>
                                            <p:cond delay="174"/>
                                          </p:stCondLst>
                                        </p:cTn>
                                        <p:tgtEl>
                                          <p:spTgt spid="18"/>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175"/>
                                        <p:tgtEl>
                                          <p:spTgt spid="19"/>
                                        </p:tgtEl>
                                      </p:cBhvr>
                                    </p:animEffect>
                                    <p:set>
                                      <p:cBhvr>
                                        <p:cTn id="131" dur="1" fill="hold">
                                          <p:stCondLst>
                                            <p:cond delay="174"/>
                                          </p:stCondLst>
                                        </p:cTn>
                                        <p:tgtEl>
                                          <p:spTgt spid="19"/>
                                        </p:tgtEl>
                                        <p:attrNameLst>
                                          <p:attrName>style.visibility</p:attrName>
                                        </p:attrNameLst>
                                      </p:cBhvr>
                                      <p:to>
                                        <p:strVal val="hidden"/>
                                      </p:to>
                                    </p:set>
                                  </p:childTnLst>
                                </p:cTn>
                              </p:par>
                              <p:par>
                                <p:cTn id="132" presetID="10" presetClass="exit" presetSubtype="0" fill="hold" nodeType="withEffect">
                                  <p:stCondLst>
                                    <p:cond delay="0"/>
                                  </p:stCondLst>
                                  <p:childTnLst>
                                    <p:animEffect transition="out" filter="fade">
                                      <p:cBhvr>
                                        <p:cTn id="133" dur="175"/>
                                        <p:tgtEl>
                                          <p:spTgt spid="20"/>
                                        </p:tgtEl>
                                      </p:cBhvr>
                                    </p:animEffect>
                                    <p:set>
                                      <p:cBhvr>
                                        <p:cTn id="134" dur="1" fill="hold">
                                          <p:stCondLst>
                                            <p:cond delay="174"/>
                                          </p:stCondLst>
                                        </p:cTn>
                                        <p:tgtEl>
                                          <p:spTgt spid="20"/>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175"/>
                                        <p:tgtEl>
                                          <p:spTgt spid="21"/>
                                        </p:tgtEl>
                                      </p:cBhvr>
                                    </p:animEffect>
                                    <p:set>
                                      <p:cBhvr>
                                        <p:cTn id="137" dur="1" fill="hold">
                                          <p:stCondLst>
                                            <p:cond delay="174"/>
                                          </p:stCondLst>
                                        </p:cTn>
                                        <p:tgtEl>
                                          <p:spTgt spid="21"/>
                                        </p:tgtEl>
                                        <p:attrNameLst>
                                          <p:attrName>style.visibility</p:attrName>
                                        </p:attrNameLst>
                                      </p:cBhvr>
                                      <p:to>
                                        <p:strVal val="hidden"/>
                                      </p:to>
                                    </p:set>
                                  </p:childTnLst>
                                </p:cTn>
                              </p:par>
                              <p:par>
                                <p:cTn id="138" presetID="10" presetClass="entr" presetSubtype="0" fill="hold" nodeType="withEffect">
                                  <p:stCondLst>
                                    <p:cond delay="225"/>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225"/>
                                        <p:tgtEl>
                                          <p:spTgt spid="22"/>
                                        </p:tgtEl>
                                      </p:cBhvr>
                                    </p:animEffect>
                                  </p:childTnLst>
                                </p:cTn>
                              </p:par>
                              <p:par>
                                <p:cTn id="141" presetID="10" presetClass="entr" presetSubtype="0" fill="hold" nodeType="withEffect">
                                  <p:stCondLst>
                                    <p:cond delay="260"/>
                                  </p:stCondLst>
                                  <p:childTnLst>
                                    <p:set>
                                      <p:cBhvr>
                                        <p:cTn id="142" dur="1" fill="hold">
                                          <p:stCondLst>
                                            <p:cond delay="0"/>
                                          </p:stCondLst>
                                        </p:cTn>
                                        <p:tgtEl>
                                          <p:spTgt spid="23"/>
                                        </p:tgtEl>
                                        <p:attrNameLst>
                                          <p:attrName>style.visibility</p:attrName>
                                        </p:attrNameLst>
                                      </p:cBhvr>
                                      <p:to>
                                        <p:strVal val="visible"/>
                                      </p:to>
                                    </p:set>
                                    <p:animEffect transition="in" filter="fade">
                                      <p:cBhvr>
                                        <p:cTn id="143" dur="225"/>
                                        <p:tgtEl>
                                          <p:spTgt spid="23"/>
                                        </p:tgtEl>
                                      </p:cBhvr>
                                    </p:animEffect>
                                  </p:childTnLst>
                                </p:cTn>
                              </p:par>
                              <p:par>
                                <p:cTn id="144" presetID="22" presetClass="entr" presetSubtype="8" fill="hold" nodeType="withEffect">
                                  <p:stCondLst>
                                    <p:cond delay="260"/>
                                  </p:stCondLst>
                                  <p:childTnLst>
                                    <p:set>
                                      <p:cBhvr>
                                        <p:cTn id="145" dur="1" fill="hold">
                                          <p:stCondLst>
                                            <p:cond delay="0"/>
                                          </p:stCondLst>
                                        </p:cTn>
                                        <p:tgtEl>
                                          <p:spTgt spid="24"/>
                                        </p:tgtEl>
                                        <p:attrNameLst>
                                          <p:attrName>style.visibility</p:attrName>
                                        </p:attrNameLst>
                                      </p:cBhvr>
                                      <p:to>
                                        <p:strVal val="visible"/>
                                      </p:to>
                                    </p:set>
                                    <p:animEffect transition="in" filter="wipe(left)">
                                      <p:cBhvr>
                                        <p:cTn id="146" dur="250"/>
                                        <p:tgtEl>
                                          <p:spTgt spid="24"/>
                                        </p:tgtEl>
                                      </p:cBhvr>
                                    </p:animEffect>
                                  </p:childTnLst>
                                </p:cTn>
                              </p:par>
                              <p:par>
                                <p:cTn id="147" presetID="22" presetClass="entr" presetSubtype="8" fill="hold" nodeType="withEffect">
                                  <p:stCondLst>
                                    <p:cond delay="295"/>
                                  </p:stCondLst>
                                  <p:childTnLst>
                                    <p:set>
                                      <p:cBhvr>
                                        <p:cTn id="148" dur="1" fill="hold">
                                          <p:stCondLst>
                                            <p:cond delay="0"/>
                                          </p:stCondLst>
                                        </p:cTn>
                                        <p:tgtEl>
                                          <p:spTgt spid="25"/>
                                        </p:tgtEl>
                                        <p:attrNameLst>
                                          <p:attrName>style.visibility</p:attrName>
                                        </p:attrNameLst>
                                      </p:cBhvr>
                                      <p:to>
                                        <p:strVal val="visible"/>
                                      </p:to>
                                    </p:set>
                                    <p:animEffect transition="in" filter="wipe(left)">
                                      <p:cBhvr>
                                        <p:cTn id="149" dur="250"/>
                                        <p:tgtEl>
                                          <p:spTgt spid="25"/>
                                        </p:tgtEl>
                                      </p:cBhvr>
                                    </p:animEffect>
                                  </p:childTnLst>
                                </p:cTn>
                              </p:par>
                              <p:par>
                                <p:cTn id="150" presetID="10" presetClass="entr" presetSubtype="0" fill="hold" nodeType="withEffect">
                                  <p:stCondLst>
                                    <p:cond delay="330"/>
                                  </p:stCondLst>
                                  <p:childTnLst>
                                    <p:set>
                                      <p:cBhvr>
                                        <p:cTn id="151" dur="1" fill="hold">
                                          <p:stCondLst>
                                            <p:cond delay="0"/>
                                          </p:stCondLst>
                                        </p:cTn>
                                        <p:tgtEl>
                                          <p:spTgt spid="29"/>
                                        </p:tgtEl>
                                        <p:attrNameLst>
                                          <p:attrName>style.visibility</p:attrName>
                                        </p:attrNameLst>
                                      </p:cBhvr>
                                      <p:to>
                                        <p:strVal val="visible"/>
                                      </p:to>
                                    </p:set>
                                    <p:animEffect transition="in" filter="fade">
                                      <p:cBhvr>
                                        <p:cTn id="152" dur="225"/>
                                        <p:tgtEl>
                                          <p:spTgt spid="29"/>
                                        </p:tgtEl>
                                      </p:cBhvr>
                                    </p:animEffect>
                                  </p:childTnLst>
                                </p:cTn>
                              </p:par>
                              <p:par>
                                <p:cTn id="153" presetID="22" presetClass="entr" presetSubtype="8" fill="hold" nodeType="withEffect">
                                  <p:stCondLst>
                                    <p:cond delay="330"/>
                                  </p:stCondLst>
                                  <p:childTnLst>
                                    <p:set>
                                      <p:cBhvr>
                                        <p:cTn id="154" dur="1" fill="hold">
                                          <p:stCondLst>
                                            <p:cond delay="0"/>
                                          </p:stCondLst>
                                        </p:cTn>
                                        <p:tgtEl>
                                          <p:spTgt spid="30"/>
                                        </p:tgtEl>
                                        <p:attrNameLst>
                                          <p:attrName>style.visibility</p:attrName>
                                        </p:attrNameLst>
                                      </p:cBhvr>
                                      <p:to>
                                        <p:strVal val="visible"/>
                                      </p:to>
                                    </p:set>
                                    <p:animEffect transition="in" filter="wipe(left)">
                                      <p:cBhvr>
                                        <p:cTn id="155" dur="250"/>
                                        <p:tgtEl>
                                          <p:spTgt spid="30"/>
                                        </p:tgtEl>
                                      </p:cBhvr>
                                    </p:animEffect>
                                  </p:childTnLst>
                                </p:cTn>
                              </p:par>
                              <p:par>
                                <p:cTn id="156" presetID="22" presetClass="entr" presetSubtype="8" fill="hold" nodeType="withEffect">
                                  <p:stCondLst>
                                    <p:cond delay="365"/>
                                  </p:stCondLst>
                                  <p:childTnLst>
                                    <p:set>
                                      <p:cBhvr>
                                        <p:cTn id="157" dur="1" fill="hold">
                                          <p:stCondLst>
                                            <p:cond delay="0"/>
                                          </p:stCondLst>
                                        </p:cTn>
                                        <p:tgtEl>
                                          <p:spTgt spid="31"/>
                                        </p:tgtEl>
                                        <p:attrNameLst>
                                          <p:attrName>style.visibility</p:attrName>
                                        </p:attrNameLst>
                                      </p:cBhvr>
                                      <p:to>
                                        <p:strVal val="visible"/>
                                      </p:to>
                                    </p:set>
                                    <p:animEffect transition="in" filter="wipe(left)">
                                      <p:cBhvr>
                                        <p:cTn id="158" dur="250"/>
                                        <p:tgtEl>
                                          <p:spTgt spid="31"/>
                                        </p:tgtEl>
                                      </p:cBhvr>
                                    </p:animEffect>
                                  </p:childTnLst>
                                </p:cTn>
                              </p:par>
                              <p:par>
                                <p:cTn id="159" presetID="10" presetClass="entr" presetSubtype="0" fill="hold" nodeType="withEffect">
                                  <p:stCondLst>
                                    <p:cond delay="400"/>
                                  </p:stCondLst>
                                  <p:childTnLst>
                                    <p:set>
                                      <p:cBhvr>
                                        <p:cTn id="160" dur="1" fill="hold">
                                          <p:stCondLst>
                                            <p:cond delay="0"/>
                                          </p:stCondLst>
                                        </p:cTn>
                                        <p:tgtEl>
                                          <p:spTgt spid="34"/>
                                        </p:tgtEl>
                                        <p:attrNameLst>
                                          <p:attrName>style.visibility</p:attrName>
                                        </p:attrNameLst>
                                      </p:cBhvr>
                                      <p:to>
                                        <p:strVal val="visible"/>
                                      </p:to>
                                    </p:set>
                                    <p:animEffect transition="in" filter="fade">
                                      <p:cBhvr>
                                        <p:cTn id="161" dur="225"/>
                                        <p:tgtEl>
                                          <p:spTgt spid="34"/>
                                        </p:tgtEl>
                                      </p:cBhvr>
                                    </p:animEffect>
                                  </p:childTnLst>
                                </p:cTn>
                              </p:par>
                              <p:par>
                                <p:cTn id="162" presetID="22" presetClass="entr" presetSubtype="8" fill="hold" nodeType="withEffect">
                                  <p:stCondLst>
                                    <p:cond delay="400"/>
                                  </p:stCondLst>
                                  <p:childTnLst>
                                    <p:set>
                                      <p:cBhvr>
                                        <p:cTn id="163" dur="1" fill="hold">
                                          <p:stCondLst>
                                            <p:cond delay="0"/>
                                          </p:stCondLst>
                                        </p:cTn>
                                        <p:tgtEl>
                                          <p:spTgt spid="35"/>
                                        </p:tgtEl>
                                        <p:attrNameLst>
                                          <p:attrName>style.visibility</p:attrName>
                                        </p:attrNameLst>
                                      </p:cBhvr>
                                      <p:to>
                                        <p:strVal val="visible"/>
                                      </p:to>
                                    </p:set>
                                    <p:animEffect transition="in" filter="wipe(left)">
                                      <p:cBhvr>
                                        <p:cTn id="164" dur="250"/>
                                        <p:tgtEl>
                                          <p:spTgt spid="35"/>
                                        </p:tgtEl>
                                      </p:cBhvr>
                                    </p:animEffect>
                                  </p:childTnLst>
                                </p:cTn>
                              </p:par>
                              <p:par>
                                <p:cTn id="165" presetID="22" presetClass="entr" presetSubtype="8" fill="hold" nodeType="withEffect">
                                  <p:stCondLst>
                                    <p:cond delay="435"/>
                                  </p:stCondLst>
                                  <p:childTnLst>
                                    <p:set>
                                      <p:cBhvr>
                                        <p:cTn id="166" dur="1" fill="hold">
                                          <p:stCondLst>
                                            <p:cond delay="0"/>
                                          </p:stCondLst>
                                        </p:cTn>
                                        <p:tgtEl>
                                          <p:spTgt spid="36"/>
                                        </p:tgtEl>
                                        <p:attrNameLst>
                                          <p:attrName>style.visibility</p:attrName>
                                        </p:attrNameLst>
                                      </p:cBhvr>
                                      <p:to>
                                        <p:strVal val="visible"/>
                                      </p:to>
                                    </p:set>
                                    <p:animEffect transition="in" filter="wipe(left)">
                                      <p:cBhvr>
                                        <p:cTn id="167" dur="250"/>
                                        <p:tgtEl>
                                          <p:spTgt spid="36"/>
                                        </p:tgtEl>
                                      </p:cBhvr>
                                    </p:animEffect>
                                  </p:childTnLst>
                                </p:cTn>
                              </p:par>
                              <p:par>
                                <p:cTn id="168" presetID="10" presetClass="entr" presetSubtype="0" fill="hold" nodeType="withEffect">
                                  <p:stCondLst>
                                    <p:cond delay="470"/>
                                  </p:stCondLst>
                                  <p:childTnLst>
                                    <p:set>
                                      <p:cBhvr>
                                        <p:cTn id="169" dur="1" fill="hold">
                                          <p:stCondLst>
                                            <p:cond delay="0"/>
                                          </p:stCondLst>
                                        </p:cTn>
                                        <p:tgtEl>
                                          <p:spTgt spid="39"/>
                                        </p:tgtEl>
                                        <p:attrNameLst>
                                          <p:attrName>style.visibility</p:attrName>
                                        </p:attrNameLst>
                                      </p:cBhvr>
                                      <p:to>
                                        <p:strVal val="visible"/>
                                      </p:to>
                                    </p:set>
                                    <p:animEffect transition="in" filter="fade">
                                      <p:cBhvr>
                                        <p:cTn id="170" dur="225"/>
                                        <p:tgtEl>
                                          <p:spTgt spid="39"/>
                                        </p:tgtEl>
                                      </p:cBhvr>
                                    </p:animEffect>
                                  </p:childTnLst>
                                </p:cTn>
                              </p:par>
                              <p:par>
                                <p:cTn id="171" presetID="22" presetClass="entr" presetSubtype="8" fill="hold" nodeType="withEffect">
                                  <p:stCondLst>
                                    <p:cond delay="470"/>
                                  </p:stCondLst>
                                  <p:childTnLst>
                                    <p:set>
                                      <p:cBhvr>
                                        <p:cTn id="172" dur="1" fill="hold">
                                          <p:stCondLst>
                                            <p:cond delay="0"/>
                                          </p:stCondLst>
                                        </p:cTn>
                                        <p:tgtEl>
                                          <p:spTgt spid="40"/>
                                        </p:tgtEl>
                                        <p:attrNameLst>
                                          <p:attrName>style.visibility</p:attrName>
                                        </p:attrNameLst>
                                      </p:cBhvr>
                                      <p:to>
                                        <p:strVal val="visible"/>
                                      </p:to>
                                    </p:set>
                                    <p:animEffect transition="in" filter="wipe(left)">
                                      <p:cBhvr>
                                        <p:cTn id="173" dur="250"/>
                                        <p:tgtEl>
                                          <p:spTgt spid="40"/>
                                        </p:tgtEl>
                                      </p:cBhvr>
                                    </p:animEffect>
                                  </p:childTnLst>
                                </p:cTn>
                              </p:par>
                              <p:par>
                                <p:cTn id="174" presetID="22" presetClass="entr" presetSubtype="8" fill="hold" nodeType="withEffect">
                                  <p:stCondLst>
                                    <p:cond delay="505"/>
                                  </p:stCondLst>
                                  <p:childTnLst>
                                    <p:set>
                                      <p:cBhvr>
                                        <p:cTn id="175" dur="1" fill="hold">
                                          <p:stCondLst>
                                            <p:cond delay="0"/>
                                          </p:stCondLst>
                                        </p:cTn>
                                        <p:tgtEl>
                                          <p:spTgt spid="41"/>
                                        </p:tgtEl>
                                        <p:attrNameLst>
                                          <p:attrName>style.visibility</p:attrName>
                                        </p:attrNameLst>
                                      </p:cBhvr>
                                      <p:to>
                                        <p:strVal val="visible"/>
                                      </p:to>
                                    </p:set>
                                    <p:animEffect transition="in" filter="wipe(left)">
                                      <p:cBhvr>
                                        <p:cTn id="176" dur="250"/>
                                        <p:tgtEl>
                                          <p:spTgt spid="41"/>
                                        </p:tgtEl>
                                      </p:cBhvr>
                                    </p:animEffect>
                                  </p:childTnLst>
                                </p:cTn>
                              </p:par>
                              <p:par>
                                <p:cTn id="177" presetID="10" presetClass="entr" presetSubtype="0" fill="hold" nodeType="withEffect">
                                  <p:stCondLst>
                                    <p:cond delay="290"/>
                                  </p:stCondLst>
                                  <p:childTnLst>
                                    <p:set>
                                      <p:cBhvr>
                                        <p:cTn id="178" dur="1" fill="hold">
                                          <p:stCondLst>
                                            <p:cond delay="0"/>
                                          </p:stCondLst>
                                        </p:cTn>
                                        <p:tgtEl>
                                          <p:spTgt spid="44"/>
                                        </p:tgtEl>
                                        <p:attrNameLst>
                                          <p:attrName>style.visibility</p:attrName>
                                        </p:attrNameLst>
                                      </p:cBhvr>
                                      <p:to>
                                        <p:strVal val="visible"/>
                                      </p:to>
                                    </p:set>
                                    <p:animEffect transition="in" filter="fade">
                                      <p:cBhvr>
                                        <p:cTn id="179" dur="225"/>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Las ondas P y S llevan la rigidez del suelo: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da directamente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oMath>
                </a14:m>
              </mc:Choice>
              <mc:Fallback>
                <a:r>
                  <a:rPr lang="en-US" sz="2200" b="1" dirty="0">
                    <a:solidFill>
                      <a:srgbClr val="1F4E79"/>
                    </a:solidFill>
                    <a:latin typeface="Arial" pitchFamily="34" charset="0"/>
                    <a:ea typeface="Arial" pitchFamily="34" charset="-122"/>
                    <a:cs typeface="Arial" pitchFamily="34" charset="-120"/>
                  </a:rPr>
                  <a:t>Gmax</a:t>
                </a:r>
              </mc:Fallback>
            </mc:AlternateContent>
            <a:endParaRPr lang="en-US" sz="2200" dirty="0"/>
          </a:p>
        </p:txBody>
      </p:sp>
      <p:sp>
        <p:nvSpPr>
          <p:cNvPr id="5" name="Obj [o10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P: el terreno se comprime y se dilata en la dirección en que avanza</a:t>
            </a:r>
            <a:endParaRPr lang="en-US" sz="1400" dirty="0"/>
          </a:p>
        </p:txBody>
      </p:sp>
      <p:pic>
        <p:nvPicPr>
          <p:cNvPr id="6" name="Obj [o104]" descr="Onda P: compresión y dilatación, dirección de propagación">    </p:cNvPr>
          <p:cNvPicPr>
            <a:picLocks noChangeAspect="1"/>
          </p:cNvPicPr>
          <p:nvPr/>
        </p:nvPicPr>
        <p:blipFill>
          <a:blip r:embed="rId1"/>
          <a:stretch>
            <a:fillRect/>
          </a:stretch>
        </p:blipFill>
        <p:spPr>
          <a:xfrm>
            <a:off x="441794" y="1633397"/>
            <a:ext cx="4562061" cy="2281030"/>
          </a:xfrm>
          <a:prstGeom prst="rect">
            <a:avLst/>
          </a:prstGeom>
        </p:spPr>
      </p:pic>
      <p:sp>
        <p:nvSpPr>
          <p:cNvPr id="7" name="Obj [o105]"/>
          <p:cNvSpPr txBox="1"/>
          <p:nvPr/>
        </p:nvSpPr>
        <p:spPr>
          <a:xfrm>
            <a:off x="5231958" y="1709431"/>
            <a:ext cx="2052927" cy="2281030"/>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Las partículas oscilan en la dirección de propagación</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Viaja en sólidos y en fluidos</a:t>
            </a:r>
            <a:endParaRPr lang="en-US" sz="1553" dirty="0"/>
          </a:p>
        </p:txBody>
      </p:sp>
      <p:pic>
        <p:nvPicPr>
          <p:cNvPr id="8" name="Obj [o106]" descr="Ondas Rayleigh generadas por una fuente en superficie, con campo cercano y órbita de partícula">    </p:cNvPr>
          <p:cNvPicPr>
            <a:picLocks noChangeAspect="1"/>
          </p:cNvPicPr>
          <p:nvPr/>
        </p:nvPicPr>
        <p:blipFill>
          <a:blip r:embed="rId2"/>
          <a:stretch>
            <a:fillRect/>
          </a:stretch>
        </p:blipFill>
        <p:spPr>
          <a:xfrm>
            <a:off x="7598637" y="1481328"/>
            <a:ext cx="1124767" cy="713232"/>
          </a:xfrm>
          <a:prstGeom prst="rect">
            <a:avLst/>
          </a:prstGeom>
        </p:spPr>
      </p:pic>
      <p:sp>
        <p:nvSpPr>
          <p:cNvPr id="9" name="Obj [o10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0" name="Obj [o10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S: el terreno se corta en la dirección perpendicular al avance</a:t>
            </a:r>
            <a:endParaRPr lang="en-US" sz="1400" dirty="0"/>
          </a:p>
        </p:txBody>
      </p:sp>
      <p:pic>
        <p:nvPicPr>
          <p:cNvPr id="11" name="Obj [o109]" descr="Onda S: oscilación perpendicular a la dirección de propagación">    </p:cNvPr>
          <p:cNvPicPr>
            <a:picLocks noChangeAspect="1"/>
          </p:cNvPicPr>
          <p:nvPr/>
        </p:nvPicPr>
        <p:blipFill>
          <a:blip r:embed="rId3"/>
          <a:stretch>
            <a:fillRect/>
          </a:stretch>
        </p:blipFill>
        <p:spPr>
          <a:xfrm>
            <a:off x="441794" y="1633397"/>
            <a:ext cx="4562061" cy="2281030"/>
          </a:xfrm>
          <a:prstGeom prst="rect">
            <a:avLst/>
          </a:prstGeom>
        </p:spPr>
      </p:pic>
      <p:sp>
        <p:nvSpPr>
          <p:cNvPr id="12" name="Obj [o110]"/>
          <p:cNvSpPr txBox="1"/>
          <p:nvPr/>
        </p:nvSpPr>
        <p:spPr>
          <a:xfrm>
            <a:off x="5231958" y="1709431"/>
            <a:ext cx="2052927" cy="2281030"/>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Las partículas oscilan perpendicular a la propagación</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No viaja por fluidos: necesita rigidez al corte</a:t>
            </a:r>
            <a:endParaRPr lang="en-US" sz="1553" dirty="0"/>
          </a:p>
        </p:txBody>
      </p:sp>
      <p:sp>
        <p:nvSpPr>
          <p:cNvPr id="13" name="Obj [o11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4" name="Obj [o11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velocidades de propagación se deducen de esas mismas ecuaciones</a:t>
            </a:r>
            <a:endParaRPr lang="en-US" sz="1400" dirty="0"/>
          </a:p>
        </p:txBody>
      </p:sp>
      <p:sp>
        <p:nvSpPr>
          <p:cNvPr id="15" name="Obj [o113]"/>
          <p:cNvSpPr/>
          <p:nvPr/>
        </p:nvSpPr>
        <p:spPr>
          <a:xfrm>
            <a:off x="441794" y="1671414"/>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6" name="Obj [o114]"/>
              <p:cNvSpPr txBox="1"/>
              <p:nvPr/>
            </p:nvSpPr>
            <p:spPr>
              <a:xfrm>
                <a:off x="441794" y="1671414"/>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λ+2μ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6" name="Obj [o114]"/>
              <p:cNvSpPr txBox="1"/>
              <p:nvPr/>
            </p:nvSpPr>
            <p:spPr>
              <a:xfrm>
                <a:off x="441794" y="1671414"/>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Vp = √((λ + 2μ) / ρ)</a:t>
                </a:r>
                <a:endParaRPr lang="en-US" sz="2071" dirty="0"/>
              </a:p>
            </p:txBody>
          </p:sp>
        </mc:Fallback>
      </mc:AlternateContent>
      <p:sp>
        <p:nvSpPr>
          <p:cNvPr id="17" name="Obj [o115]"/>
          <p:cNvSpPr/>
          <p:nvPr/>
        </p:nvSpPr>
        <p:spPr>
          <a:xfrm>
            <a:off x="441794" y="2545809"/>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116]"/>
              <p:cNvSpPr txBox="1"/>
              <p:nvPr/>
            </p:nvSpPr>
            <p:spPr>
              <a:xfrm>
                <a:off x="441794" y="2545809"/>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8" name="Obj [o116]"/>
              <p:cNvSpPr txBox="1"/>
              <p:nvPr/>
            </p:nvSpPr>
            <p:spPr>
              <a:xfrm>
                <a:off x="441794" y="2545809"/>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19" name="Obj [o117]"/>
          <p:cNvSpPr txBox="1"/>
          <p:nvPr/>
        </p:nvSpPr>
        <p:spPr>
          <a:xfrm>
            <a:off x="4319546" y="1671414"/>
            <a:ext cx="2965340" cy="2128962"/>
          </a:xfrm>
          <a:prstGeom prst="rect">
            <a:avLst/>
          </a:prstGeom>
          <a:noFill/>
          <a:ln/>
        </p:spPr>
        <p:txBody>
          <a:bodyPr wrap="square" lIns="0" tIns="0" rIns="0" bIns="0" rtlCol="0" anchor="t"/>
          <a:lstStyle/>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μ</m:t>
                    </m:r>
                  </m:oMath>
                </a14:m>
              </mc:Choice>
              <mc:Fallback>
                <a:r>
                  <a:rPr lang="en-US" sz="1553" dirty="0">
                    <a:solidFill>
                      <a:srgbClr val="2D2D2D"/>
                    </a:solidFill>
                    <a:latin typeface="Arial" pitchFamily="34" charset="0"/>
                    <a:ea typeface="Arial" pitchFamily="34" charset="-122"/>
                    <a:cs typeface="Arial" pitchFamily="34" charset="-120"/>
                  </a:rPr>
                  <a:t>μ</a:t>
                </a:r>
              </mc:Fallback>
            </mc:AlternateContent>
            <a:r>
              <a:rPr lang="en-US" sz="1553" dirty="0">
                <a:solidFill>
                  <a:srgbClr val="2D2D2D"/>
                </a:solidFill>
                <a:latin typeface="Arial" pitchFamily="34" charset="0"/>
                <a:ea typeface="Arial" pitchFamily="34" charset="-122"/>
                <a:cs typeface="Arial" pitchFamily="34" charset="-120"/>
              </a:rPr>
              <a:t>: módulo de corte (también G), la rigidez al corte</a:t>
            </a:r>
            <a:endParaRPr lang="en-US" sz="1553" dirty="0"/>
          </a:p>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λ</m:t>
                    </m:r>
                  </m:oMath>
                </a14:m>
              </mc:Choice>
              <mc:Fallback>
                <a:r>
                  <a:rPr lang="en-US" sz="1553" dirty="0">
                    <a:solidFill>
                      <a:srgbClr val="2D2D2D"/>
                    </a:solidFill>
                    <a:latin typeface="Arial" pitchFamily="34" charset="0"/>
                    <a:ea typeface="Arial" pitchFamily="34" charset="-122"/>
                    <a:cs typeface="Arial" pitchFamily="34" charset="-120"/>
                  </a:rPr>
                  <a:t>λ</a:t>
                </a:r>
              </mc:Fallback>
            </mc:AlternateContent>
            <a:r>
              <a:rPr lang="en-US" sz="1553" dirty="0">
                <a:solidFill>
                  <a:srgbClr val="2D2D2D"/>
                </a:solidFill>
                <a:latin typeface="Arial" pitchFamily="34" charset="0"/>
                <a:ea typeface="Arial" pitchFamily="34" charset="-122"/>
                <a:cs typeface="Arial" pitchFamily="34" charset="-120"/>
              </a:rPr>
              <a:t>: constante de Lamé</a:t>
            </a:r>
            <a:endParaRPr lang="en-US" sz="1553" dirty="0"/>
          </a:p>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densidad del medio</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p</m:t>
                        </m:r>
                      </m:sub>
                    </m:sSub>
                    <m:r>
                      <m:rPr>
                        <m:sty m:val="p"/>
                      </m:rPr>
                      <a:rPr lang="es-ES" sz="1553">
                        <a:solidFill>
                          <a:srgbClr val="2D2D2D"/>
                        </a:solidFill>
                        <a:latin typeface="Cambria Math" panose="02040503050406030204" pitchFamily="18" charset="0"/>
                      </a:rPr>
                      <m:t xml:space="preserve">&gt;</m:t>
                    </m:r>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Vp &gt; Vs</a:t>
                </a:r>
              </mc:Fallback>
            </mc:AlternateContent>
            <a:endParaRPr lang="en-US" sz="1553" dirty="0"/>
          </a:p>
        </p:txBody>
      </p:sp>
      <p:sp>
        <p:nvSpPr>
          <p:cNvPr id="24" name="Obj [o118]"/>
          <p:cNvSpPr txBox="1"/>
          <p:nvPr/>
        </p:nvSpPr>
        <p:spPr>
          <a:xfrm>
            <a:off x="441794" y="3572273"/>
            <a:ext cx="6843091" cy="608275"/>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1726" dirty="0"/>
          </a:p>
        </p:txBody>
      </p:sp>
      <p:sp>
        <p:nvSpPr>
          <p:cNvPr id="25" name="Obj [o11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26" name="Obj [o12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suelos, la relación esfuerzo-deformación solo es lineal para deformaciones pequeñas</a:t>
            </a:r>
            <a:endParaRPr lang="en-US" sz="1400" dirty="0"/>
          </a:p>
        </p:txBody>
      </p:sp>
      <p:pic>
        <p:nvPicPr>
          <p:cNvPr id="27" name="Obj [o121]" descr="Corte simple: esfuerzo τ y deformación γ = Δ/h">    </p:cNvPr>
          <p:cNvPicPr>
            <a:picLocks noChangeAspect="1"/>
          </p:cNvPicPr>
          <p:nvPr/>
        </p:nvPicPr>
        <p:blipFill>
          <a:blip r:embed="rId4"/>
          <a:stretch>
            <a:fillRect/>
          </a:stretch>
        </p:blipFill>
        <p:spPr>
          <a:xfrm>
            <a:off x="441794" y="1633397"/>
            <a:ext cx="3345511" cy="2509133"/>
          </a:xfrm>
          <a:prstGeom prst="rect">
            <a:avLst/>
          </a:prstGeom>
        </p:spPr>
      </p:pic>
      <p:sp>
        <p:nvSpPr>
          <p:cNvPr id="28" name="Obj [o122]"/>
          <p:cNvSpPr/>
          <p:nvPr/>
        </p:nvSpPr>
        <p:spPr>
          <a:xfrm>
            <a:off x="4015409" y="1671414"/>
            <a:ext cx="3269477"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9" name="Obj [o123]"/>
              <p:cNvSpPr txBox="1"/>
              <p:nvPr/>
            </p:nvSpPr>
            <p:spPr>
              <a:xfrm>
                <a:off x="4015409" y="1671414"/>
                <a:ext cx="3269477"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τ=G·γ</m:t>
                      </m:r>
                    </m:oMath>
                  </m:oMathPara>
                </a14:m>
                <a:endParaRPr lang="es-ES"/>
              </a:p>
            </p:txBody>
          </p:sp>
        </mc:Choice>
        <mc:Fallback>
          <p:sp>
            <p:nvSpPr>
              <p:cNvPr id="29" name="Obj [o123]"/>
              <p:cNvSpPr txBox="1"/>
              <p:nvPr/>
            </p:nvSpPr>
            <p:spPr>
              <a:xfrm>
                <a:off x="4015409" y="1671414"/>
                <a:ext cx="3269477"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τ = G · γ</a:t>
                </a:r>
                <a:endParaRPr lang="en-US" sz="2071" dirty="0"/>
              </a:p>
            </p:txBody>
          </p:sp>
        </mc:Fallback>
      </mc:AlternateContent>
      <p:sp>
        <p:nvSpPr>
          <p:cNvPr id="30" name="Obj [o124]"/>
          <p:cNvSpPr txBox="1"/>
          <p:nvPr/>
        </p:nvSpPr>
        <p:spPr>
          <a:xfrm>
            <a:off x="4015409" y="2507792"/>
            <a:ext cx="3269477" cy="1824824"/>
          </a:xfrm>
          <a:prstGeom prst="rect">
            <a:avLst/>
          </a:prstGeom>
          <a:noFill/>
          <a:ln/>
        </p:spPr>
        <p:txBody>
          <a:bodyPr wrap="square" lIns="0" tIns="0" rIns="0" bIns="0" rtlCol="0" anchor="t"/>
          <a:lstStyle/>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Esfuerzo y deformación de corte son proporcionales</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γ</m:t>
                    </m:r>
                  </m:oMath>
                </a14:m>
              </mc:Choice>
              <mc:Fallback>
                <a:r>
                  <a:rPr lang="en-US" sz="1553" dirty="0">
                    <a:solidFill>
                      <a:srgbClr val="2D2D2D"/>
                    </a:solidFill>
                    <a:latin typeface="Arial" pitchFamily="34" charset="0"/>
                    <a:ea typeface="Arial" pitchFamily="34" charset="-122"/>
                    <a:cs typeface="Arial" pitchFamily="34" charset="-120"/>
                  </a:rPr>
                  <a:t>γ</a:t>
                </a:r>
              </mc:Fallback>
            </mc:AlternateContent>
            <a:r>
              <a:rPr lang="en-US" sz="1553"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G</m:t>
                        </m:r>
                      </m:e>
                      <m:sub>
                        <m:r>
                          <m:rPr>
                            <m:sty m:val="p"/>
                          </m:rPr>
                          <a:rPr lang="es-ES" sz="1553">
                            <a:solidFill>
                              <a:srgbClr val="2D2D2D"/>
                            </a:solidFill>
                            <a:latin typeface="Cambria Math" panose="02040503050406030204" pitchFamily="18" charset="0"/>
                          </a:rPr>
                          <m:t xml:space="preserve">max</m:t>
                        </m:r>
                      </m:sub>
                    </m:sSub>
                  </m:oMath>
                </a14:m>
              </mc:Choice>
              <mc:Fallback>
                <a:r>
                  <a:rPr lang="en-US" sz="1553" dirty="0">
                    <a:solidFill>
                      <a:srgbClr val="2D2D2D"/>
                    </a:solidFill>
                    <a:latin typeface="Arial" pitchFamily="34" charset="0"/>
                    <a:ea typeface="Arial" pitchFamily="34" charset="-122"/>
                    <a:cs typeface="Arial" pitchFamily="34" charset="-120"/>
                  </a:rPr>
                  <a:t>Gmax</a:t>
                </a:r>
              </mc:Fallback>
            </mc:AlternateContent>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553" dirty="0"/>
          </a:p>
        </p:txBody>
      </p:sp>
      <p:sp>
        <p:nvSpPr>
          <p:cNvPr id="33" name="Obj [o12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Umbral aproximado; depende del tipo de suelo (Foti et al., 2014).</a:t>
            </a:r>
            <a:endParaRPr lang="en-US" sz="800" dirty="0"/>
          </a:p>
        </p:txBody>
      </p:sp>
      <p:sp>
        <p:nvSpPr>
          <p:cNvPr id="34" name="Obj [o12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pequeña señal, la velocidad de corte da directamente la rigidez máxima</a:t>
            </a:r>
            <a:endParaRPr lang="en-US" sz="1400" dirty="0"/>
          </a:p>
        </p:txBody>
      </p:sp>
      <p:sp>
        <p:nvSpPr>
          <p:cNvPr id="35" name="Obj [o127]"/>
          <p:cNvSpPr/>
          <p:nvPr/>
        </p:nvSpPr>
        <p:spPr>
          <a:xfrm>
            <a:off x="441794" y="1633397"/>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6" name="Obj [o128]"/>
              <p:cNvSpPr txBox="1"/>
              <p:nvPr/>
            </p:nvSpPr>
            <p:spPr>
              <a:xfrm>
                <a:off x="441794" y="163339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36" name="Obj [o128]"/>
              <p:cNvSpPr txBox="1"/>
              <p:nvPr/>
            </p:nvSpPr>
            <p:spPr>
              <a:xfrm>
                <a:off x="441794" y="1633397"/>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37" name="Obj [o129]"/>
          <p:cNvSpPr txBox="1"/>
          <p:nvPr/>
        </p:nvSpPr>
        <p:spPr>
          <a:xfrm>
            <a:off x="4319546" y="163339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Medio elástico lineal, homogéneo e isótropo</a:t>
            </a:r>
            <a:endParaRPr lang="en-US" sz="1553" dirty="0"/>
          </a:p>
        </p:txBody>
      </p:sp>
      <p:sp>
        <p:nvSpPr>
          <p:cNvPr id="38" name="Obj [o130]"/>
          <p:cNvSpPr/>
          <p:nvPr/>
        </p:nvSpPr>
        <p:spPr>
          <a:xfrm>
            <a:off x="2266619" y="2294896"/>
            <a:ext cx="0" cy="197689"/>
          </a:xfrm>
          <a:prstGeom prst="line">
            <a:avLst/>
          </a:prstGeom>
          <a:noFill/>
          <a:ln w="21121">
            <a:solidFill>
              <a:srgbClr val="1F4E79"/>
            </a:solidFill>
            <a:prstDash val="solid"/>
            <a:tailEnd type="triangle"/>
          </a:ln>
        </p:spPr>
      </p:sp>
      <p:sp>
        <p:nvSpPr>
          <p:cNvPr id="39" name="Obj [o131]"/>
          <p:cNvSpPr/>
          <p:nvPr/>
        </p:nvSpPr>
        <p:spPr>
          <a:xfrm>
            <a:off x="441794" y="2507792"/>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132]"/>
              <p:cNvSpPr txBox="1"/>
              <p:nvPr/>
            </p:nvSpPr>
            <p:spPr>
              <a:xfrm>
                <a:off x="441794" y="2507792"/>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μ=</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m:oMathPara>
                </a14:m>
                <a:endParaRPr lang="es-ES"/>
              </a:p>
            </p:txBody>
          </p:sp>
        </mc:Choice>
        <mc:Fallback>
          <p:sp>
            <p:nvSpPr>
              <p:cNvPr id="40" name="Obj [o132]"/>
              <p:cNvSpPr txBox="1"/>
              <p:nvPr/>
            </p:nvSpPr>
            <p:spPr>
              <a:xfrm>
                <a:off x="441794" y="2507792"/>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μ = Gmax</a:t>
                </a:r>
                <a:endParaRPr lang="en-US" sz="2071" dirty="0"/>
              </a:p>
            </p:txBody>
          </p:sp>
        </mc:Fallback>
      </mc:AlternateContent>
      <p:sp>
        <p:nvSpPr>
          <p:cNvPr id="41" name="Obj [o133]"/>
          <p:cNvSpPr txBox="1"/>
          <p:nvPr/>
        </p:nvSpPr>
        <p:spPr>
          <a:xfrm>
            <a:off x="4319546" y="2507792"/>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G</m:t>
                        </m:r>
                      </m:e>
                      <m:sub>
                        <m:r>
                          <m:rPr>
                            <m:sty m:val="p"/>
                          </m:rPr>
                          <a:rPr lang="es-ES" sz="1553">
                            <a:solidFill>
                              <a:srgbClr val="2D2D2D"/>
                            </a:solidFill>
                            <a:latin typeface="Cambria Math" panose="02040503050406030204" pitchFamily="18" charset="0"/>
                          </a:rPr>
                          <m:t xml:space="preserve">max</m:t>
                        </m:r>
                      </m:sub>
                    </m:sSub>
                  </m:oMath>
                </a14:m>
              </mc:Choice>
              <mc:Fallback>
                <a:r>
                  <a:rPr lang="en-US" sz="1553" dirty="0">
                    <a:solidFill>
                      <a:srgbClr val="2D2D2D"/>
                    </a:solidFill>
                    <a:latin typeface="Arial" pitchFamily="34" charset="0"/>
                    <a:ea typeface="Arial" pitchFamily="34" charset="-122"/>
                    <a:cs typeface="Arial" pitchFamily="34" charset="-120"/>
                  </a:rPr>
                  <a:t>Gmax</a:t>
                </a:r>
              </mc:Fallback>
            </mc:AlternateContent>
            <a:endParaRPr lang="en-US" sz="1553" dirty="0"/>
          </a:p>
        </p:txBody>
      </p:sp>
      <p:sp>
        <p:nvSpPr>
          <p:cNvPr id="43" name="Obj [o134]"/>
          <p:cNvSpPr/>
          <p:nvPr/>
        </p:nvSpPr>
        <p:spPr>
          <a:xfrm>
            <a:off x="2266619" y="3169291"/>
            <a:ext cx="0" cy="197689"/>
          </a:xfrm>
          <a:prstGeom prst="line">
            <a:avLst/>
          </a:prstGeom>
          <a:noFill/>
          <a:ln w="21121">
            <a:solidFill>
              <a:srgbClr val="1F4E79"/>
            </a:solidFill>
            <a:prstDash val="solid"/>
            <a:tailEnd type="triangle"/>
          </a:ln>
        </p:spPr>
      </p:sp>
      <p:sp>
        <p:nvSpPr>
          <p:cNvPr id="44" name="Obj [o135]"/>
          <p:cNvSpPr/>
          <p:nvPr/>
        </p:nvSpPr>
        <p:spPr>
          <a:xfrm>
            <a:off x="441794" y="3382187"/>
            <a:ext cx="3649649" cy="646292"/>
          </a:xfrm>
          <a:prstGeom prst="rect">
            <a:avLst/>
          </a:prstGeom>
          <a:solidFill>
            <a:srgbClr val="1F4E79"/>
          </a:solidFill>
          <a:ln w="6350">
            <a:solidFill>
              <a:srgbClr val="1F4E79"/>
            </a:solidFill>
            <a:prstDash val="solid"/>
          </a:ln>
        </p:spPr>
      </p:sp>
      <mc:AlternateContent xmlns:mc="http://schemas.openxmlformats.org/markup-compatibility/2006">
        <mc:Choice xmlns:a14="http://schemas.microsoft.com/office/drawing/2010/main" Requires="a14">
          <p:sp>
            <p:nvSpPr>
              <p:cNvPr id="45" name="Obj [o136]"/>
              <p:cNvSpPr txBox="1"/>
              <p:nvPr/>
            </p:nvSpPr>
            <p:spPr>
              <a:xfrm>
                <a:off x="441794" y="338218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G</m:t>
                          </m:r>
                        </m:e>
                        <m:sub>
                          <m:r>
                            <m:rPr>
                              <m:sty m:val="p"/>
                            </m:rPr>
                            <a:rPr lang="es-ES" sz="2400">
                              <a:solidFill>
                                <a:srgbClr val="FFFFFF"/>
                              </a:solidFill>
                              <a:latin typeface="Cambria Math" panose="02040503050406030204" pitchFamily="18" charset="0"/>
                            </a:rPr>
                            <m:t xml:space="preserve">max</m:t>
                          </m:r>
                        </m:sub>
                      </m:sSub>
                      <m:r>
                        <a:rPr lang="es-ES" sz="2400" i="1">
                          <a:solidFill>
                            <a:srgbClr val="FFFFFF"/>
                          </a:solidFill>
                          <a:latin typeface="Cambria Math" panose="02040503050406030204" pitchFamily="18" charset="0"/>
                        </a:rPr>
                        <m:t xml:space="preserve">=ρ</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V</m:t>
                              </m:r>
                            </m:e>
                            <m:sub>
                              <m:r>
                                <a:rPr lang="es-ES" sz="2400" i="1">
                                  <a:solidFill>
                                    <a:srgbClr val="FFFFFF"/>
                                  </a:solidFill>
                                  <a:latin typeface="Cambria Math" panose="02040503050406030204" pitchFamily="18" charset="0"/>
                                </a:rPr>
                                <m:t xml:space="preserve">s</m:t>
                              </m:r>
                            </m:sub>
                          </m:sSub>
                        </m:e>
                        <m:sup>
                          <m:r>
                            <a:rPr lang="es-ES" sz="2400" i="1">
                              <a:solidFill>
                                <a:srgbClr val="FFFFFF"/>
                              </a:solidFill>
                              <a:latin typeface="Cambria Math" panose="02040503050406030204" pitchFamily="18" charset="0"/>
                            </a:rPr>
                            <m:t xml:space="preserve">2</m:t>
                          </m:r>
                        </m:sup>
                      </m:sSup>
                    </m:oMath>
                  </m:oMathPara>
                </a14:m>
                <a:endParaRPr lang="es-ES"/>
              </a:p>
            </p:txBody>
          </p:sp>
        </mc:Choice>
        <mc:Fallback>
          <p:sp>
            <p:nvSpPr>
              <p:cNvPr id="45" name="Obj [o136]"/>
              <p:cNvSpPr txBox="1"/>
              <p:nvPr/>
            </p:nvSpPr>
            <p:spPr>
              <a:xfrm>
                <a:off x="441794" y="3382187"/>
                <a:ext cx="3649649" cy="646292"/>
              </a:xfrm>
              <a:prstGeom prst="rect">
                <a:avLst/>
              </a:prstGeom>
              <a:noFill/>
              <a:ln/>
            </p:spPr>
            <p:txBody>
              <a:bodyPr wrap="square" lIns="0" tIns="0" rIns="0" bIns="0" rtlCol="0" anchor="ctr"/>
              <a:lstStyle/>
              <a:p>
                <a:pPr algn="ctr" indent="0" marL="0">
                  <a:buNone/>
                </a:pPr>
                <a:r>
                  <a:rPr lang="en-US" sz="2071" dirty="0">
                    <a:solidFill>
                      <a:srgbClr val="FFFFFF"/>
                    </a:solidFill>
                    <a:latin typeface="Arial" pitchFamily="34" charset="0"/>
                    <a:ea typeface="Arial" pitchFamily="34" charset="-122"/>
                    <a:cs typeface="Arial" pitchFamily="34" charset="-120"/>
                  </a:rPr>
                  <a:t>Gmax = ρ · Vs²</a:t>
                </a:r>
                <a:endParaRPr lang="en-US" sz="2071" dirty="0"/>
              </a:p>
            </p:txBody>
          </p:sp>
        </mc:Fallback>
      </mc:AlternateContent>
      <p:sp>
        <p:nvSpPr>
          <p:cNvPr id="46" name="Obj [o137]"/>
          <p:cNvSpPr txBox="1"/>
          <p:nvPr/>
        </p:nvSpPr>
        <p:spPr>
          <a:xfrm>
            <a:off x="4319546" y="338218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Relación buscada. Válida solo en pequeña señal</a:t>
            </a:r>
            <a:endParaRPr lang="en-US" sz="1553" dirty="0"/>
          </a:p>
        </p:txBody>
      </p:sp>
      <p:sp>
        <p:nvSpPr>
          <p:cNvPr id="47" name="Obj [o13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48" name="Obj [o13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G</m:t>
                        </m:r>
                      </m:e>
                      <m:sub>
                        <m:r>
                          <m:rPr>
                            <m:sty m:val="p"/>
                          </m:rPr>
                          <a:rPr lang="es-ES" sz="1400">
                            <a:solidFill>
                              <a:srgbClr val="2E75B6"/>
                            </a:solidFill>
                            <a:latin typeface="Cambria Math" panose="02040503050406030204" pitchFamily="18" charset="0"/>
                          </a:rPr>
                          <m:t xml:space="preserve">max</m:t>
                        </m:r>
                      </m:sub>
                    </m:sSub>
                  </m:oMath>
                </a14:m>
              </mc:Choice>
              <mc:Fallback>
                <a:r>
                  <a:rPr lang="en-US" sz="1400" b="1" dirty="0">
                    <a:solidFill>
                      <a:srgbClr val="2E75B6"/>
                    </a:solidFill>
                    <a:latin typeface="Arial" pitchFamily="34" charset="0"/>
                    <a:ea typeface="Arial" pitchFamily="34" charset="-122"/>
                    <a:cs typeface="Arial" pitchFamily="34" charset="-120"/>
                  </a:rPr>
                  <a:t>Gmax</a:t>
                </a:r>
              </mc:Fallback>
            </mc:AlternateContent>
            <a:r>
              <a:rPr lang="en-US" sz="1400" b="1" dirty="0">
                <a:solidFill>
                  <a:srgbClr val="2E75B6"/>
                </a:solidFill>
                <a:latin typeface="Arial" pitchFamily="34" charset="0"/>
                <a:ea typeface="Arial" pitchFamily="34" charset="-122"/>
                <a:cs typeface="Arial" pitchFamily="34" charset="-120"/>
              </a:rPr>
              <a:t> con una incertidumbre razonable</a:t>
            </a:r>
            <a:endParaRPr lang="en-US" sz="1400" dirty="0"/>
          </a:p>
        </p:txBody>
      </p:sp>
      <p:sp>
        <p:nvSpPr>
          <p:cNvPr id="51" name="Obj [o140]"/>
          <p:cNvSpPr/>
          <p:nvPr/>
        </p:nvSpPr>
        <p:spPr>
          <a:xfrm>
            <a:off x="441794" y="1671414"/>
            <a:ext cx="3649649" cy="91241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2" name="Obj [o141]"/>
              <p:cNvSpPr txBox="1"/>
              <p:nvPr/>
            </p:nvSpPr>
            <p:spPr>
              <a:xfrm>
                <a:off x="441794" y="1671414"/>
                <a:ext cx="3649649" cy="91241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ΔG</m:t>
                          </m:r>
                        </m:num>
                        <m:den>
                          <m:r>
                            <a:rPr lang="es-ES" sz="2100" i="1">
                              <a:solidFill>
                                <a:srgbClr val="1F4E79"/>
                              </a:solidFill>
                              <a:latin typeface="Cambria Math" panose="02040503050406030204" pitchFamily="18" charset="0"/>
                            </a:rPr>
                            <m:t xml:space="preserve">G</m:t>
                          </m:r>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Δρ</m:t>
                          </m:r>
                        </m:num>
                        <m:den>
                          <m:r>
                            <a:rPr lang="es-ES" sz="2100" i="1">
                              <a:solidFill>
                                <a:srgbClr val="1F4E79"/>
                              </a:solidFill>
                              <a:latin typeface="Cambria Math" panose="02040503050406030204" pitchFamily="18" charset="0"/>
                            </a:rPr>
                            <m:t xml:space="preserve">ρ</m:t>
                          </m:r>
                        </m:den>
                      </m:f>
                      <m:r>
                        <a:rPr lang="es-ES" sz="2100" i="1">
                          <a:solidFill>
                            <a:srgbClr val="1F4E79"/>
                          </a:solidFill>
                          <a:latin typeface="Cambria Math" panose="02040503050406030204" pitchFamily="18" charset="0"/>
                        </a:rPr>
                        <m:t xml:space="preserve">+2</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den>
                      </m:f>
                    </m:oMath>
                  </m:oMathPara>
                </a14:m>
                <a:endParaRPr lang="es-ES"/>
              </a:p>
            </p:txBody>
          </p:sp>
        </mc:Choice>
        <mc:Fallback>
          <p:sp>
            <p:nvSpPr>
              <p:cNvPr id="52" name="Obj [o141]"/>
              <p:cNvSpPr txBox="1"/>
              <p:nvPr/>
            </p:nvSpPr>
            <p:spPr>
              <a:xfrm>
                <a:off x="441794" y="1671414"/>
                <a:ext cx="3649649" cy="91241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ΔG/G ≈ Δρ/ρ + 2·ΔVs/Vs</a:t>
                </a:r>
                <a:endParaRPr lang="en-US" sz="2071" dirty="0"/>
              </a:p>
            </p:txBody>
          </p:sp>
        </mc:Fallback>
      </mc:AlternateContent>
      <p:sp>
        <p:nvSpPr>
          <p:cNvPr id="53" name="Obj [o142]"/>
          <p:cNvSpPr txBox="1"/>
          <p:nvPr/>
        </p:nvSpPr>
        <p:spPr>
          <a:xfrm>
            <a:off x="4319546" y="1671414"/>
            <a:ext cx="2965340" cy="2281030"/>
          </a:xfrm>
          <a:prstGeom prst="rect">
            <a:avLst/>
          </a:prstGeom>
          <a:noFill/>
          <a:ln/>
        </p:spPr>
        <p:txBody>
          <a:bodyPr wrap="square" lIns="0" tIns="0" rIns="0" bIns="0" rtlCol="0" anchor="t"/>
          <a:lstStyle/>
          <a:p>
            <a:pPr marL="342900" indent="-342900">
              <a:spcAft>
                <a:spcPts val="863"/>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553" dirty="0"/>
          </a:p>
          <a:p>
            <a:pPr marL="342900" indent="-342900">
              <a:spcAft>
                <a:spcPts val="863"/>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Vs</a:t>
                </a:r>
              </mc:Fallback>
            </mc:AlternateContent>
            <a:r>
              <a:rPr lang="en-US" sz="1553" dirty="0">
                <a:solidFill>
                  <a:srgbClr val="2D2D2D"/>
                </a:solidFill>
                <a:latin typeface="Arial" pitchFamily="34" charset="0"/>
                <a:ea typeface="Arial" pitchFamily="34" charset="-122"/>
                <a:cs typeface="Arial" pitchFamily="34" charset="-120"/>
              </a:rPr>
              <a:t> varía mucho y se mide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Vs</a:t>
                </a:r>
              </mc:Fallback>
            </mc:AlternateContent>
            <a:r>
              <a:rPr lang="en-US" sz="1553"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endParaRPr lang="en-US" sz="1553" dirty="0"/>
          </a:p>
        </p:txBody>
      </p:sp>
      <p:sp>
        <p:nvSpPr>
          <p:cNvPr id="58" name="Obj [o143]"/>
          <p:cNvSpPr txBox="1"/>
          <p:nvPr/>
        </p:nvSpPr>
        <p:spPr>
          <a:xfrm>
            <a:off x="441794" y="2849946"/>
            <a:ext cx="3649649" cy="912412"/>
          </a:xfrm>
          <a:prstGeom prst="rect">
            <a:avLst/>
          </a:prstGeom>
          <a:noFill/>
          <a:ln/>
        </p:spPr>
        <p:txBody>
          <a:bodyPr wrap="square" lIns="0" tIns="0" rIns="0" bIns="0" rtlCol="0" anchor="t"/>
          <a:lstStyle/>
          <a:p>
            <a:pPr indent="0" marL="0">
              <a:buNone/>
            </a:pPr>
            <a:r>
              <a:rPr lang="en-US" sz="1553"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553" dirty="0"/>
          </a:p>
        </p:txBody>
      </p:sp>
      <p:sp>
        <p:nvSpPr>
          <p:cNvPr id="59" name="Obj [o14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Propagación de errores lineal, cota superior. Foti et al. (2014).</a:t>
            </a:r>
            <a:endParaRPr lang="en-US" sz="800" dirty="0"/>
          </a:p>
        </p:txBody>
      </p:sp>
      <p:sp>
        <p:nvSpPr>
          <p:cNvPr id="6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25"/>
                                        <p:tgtEl>
                                          <p:spTgt spid="5"/>
                                        </p:tgtEl>
                                      </p:cBhvr>
                                    </p:animEffect>
                                  </p:childTnLst>
                                </p:cTn>
                              </p:par>
                              <p:par>
                                <p:cTn id="8" presetID="53" presetClass="entr" presetSubtype="16" fill="hold" nodeType="withEffect">
                                  <p:stCondLst>
                                    <p:cond delay="170"/>
                                  </p:stCondLst>
                                  <p:childTnLst>
                                    <p:set>
                                      <p:cBhvr>
                                        <p:cTn id="9" dur="1" fill="hold">
                                          <p:stCondLst>
                                            <p:cond delay="0"/>
                                          </p:stCondLst>
                                        </p:cTn>
                                        <p:tgtEl>
                                          <p:spTgt spid="6"/>
                                        </p:tgtEl>
                                        <p:attrNameLst>
                                          <p:attrName>style.visibility</p:attrName>
                                        </p:attrNameLst>
                                      </p:cBhvr>
                                      <p:to>
                                        <p:strVal val="visible"/>
                                      </p:to>
                                    </p:set>
                                    <p:anim calcmode="lin" valueType="num">
                                      <p:cBhvr>
                                        <p:cTn id="10" dur="300" fill="hold"/>
                                        <p:tgtEl>
                                          <p:spTgt spid="6"/>
                                        </p:tgtEl>
                                        <p:attrNameLst>
                                          <p:attrName>ppt_w</p:attrName>
                                        </p:attrNameLst>
                                      </p:cBhvr>
                                      <p:tavLst>
                                        <p:tav tm="0">
                                          <p:val>
                                            <p:fltVal val="0"/>
                                          </p:val>
                                        </p:tav>
                                        <p:tav tm="100000">
                                          <p:val>
                                            <p:strVal val="#ppt_w"/>
                                          </p:val>
                                        </p:tav>
                                      </p:tavLst>
                                    </p:anim>
                                    <p:anim calcmode="lin" valueType="num">
                                      <p:cBhvr>
                                        <p:cTn id="11" dur="300" fill="hold"/>
                                        <p:tgtEl>
                                          <p:spTgt spid="6"/>
                                        </p:tgtEl>
                                        <p:attrNameLst>
                                          <p:attrName>ppt_h</p:attrName>
                                        </p:attrNameLst>
                                      </p:cBhvr>
                                      <p:tavLst>
                                        <p:tav tm="0">
                                          <p:val>
                                            <p:fltVal val="0"/>
                                          </p:val>
                                        </p:tav>
                                        <p:tav tm="100000">
                                          <p:val>
                                            <p:strVal val="#ppt_h"/>
                                          </p:val>
                                        </p:tav>
                                      </p:tavLst>
                                    </p:anim>
                                    <p:animEffect transition="in" filter="fade">
                                      <p:cBhvr>
                                        <p:cTn id="12" dur="300"/>
                                        <p:tgtEl>
                                          <p:spTgt spid="6"/>
                                        </p:tgtEl>
                                      </p:cBhvr>
                                    </p:animEffect>
                                  </p:childTnLst>
                                </p:cTn>
                              </p:par>
                              <p:par>
                                <p:cTn id="13" presetID="53" presetClass="entr" presetSubtype="16" fill="hold" nodeType="withEffect">
                                  <p:stCondLst>
                                    <p:cond delay="205"/>
                                  </p:stCondLst>
                                  <p:childTnLst>
                                    <p:set>
                                      <p:cBhvr>
                                        <p:cTn id="14" dur="1" fill="hold">
                                          <p:stCondLst>
                                            <p:cond delay="0"/>
                                          </p:stCondLst>
                                        </p:cTn>
                                        <p:tgtEl>
                                          <p:spTgt spid="8"/>
                                        </p:tgtEl>
                                        <p:attrNameLst>
                                          <p:attrName>style.visibility</p:attrName>
                                        </p:attrNameLst>
                                      </p:cBhvr>
                                      <p:to>
                                        <p:strVal val="visible"/>
                                      </p:to>
                                    </p:set>
                                    <p:anim calcmode="lin" valueType="num">
                                      <p:cBhvr>
                                        <p:cTn id="15" dur="300" fill="hold"/>
                                        <p:tgtEl>
                                          <p:spTgt spid="8"/>
                                        </p:tgtEl>
                                        <p:attrNameLst>
                                          <p:attrName>ppt_w</p:attrName>
                                        </p:attrNameLst>
                                      </p:cBhvr>
                                      <p:tavLst>
                                        <p:tav tm="0">
                                          <p:val>
                                            <p:fltVal val="0"/>
                                          </p:val>
                                        </p:tav>
                                        <p:tav tm="100000">
                                          <p:val>
                                            <p:strVal val="#ppt_w"/>
                                          </p:val>
                                        </p:tav>
                                      </p:tavLst>
                                    </p:anim>
                                    <p:anim calcmode="lin" valueType="num">
                                      <p:cBhvr>
                                        <p:cTn id="16" dur="300" fill="hold"/>
                                        <p:tgtEl>
                                          <p:spTgt spid="8"/>
                                        </p:tgtEl>
                                        <p:attrNameLst>
                                          <p:attrName>ppt_h</p:attrName>
                                        </p:attrNameLst>
                                      </p:cBhvr>
                                      <p:tavLst>
                                        <p:tav tm="0">
                                          <p:val>
                                            <p:fltVal val="0"/>
                                          </p:val>
                                        </p:tav>
                                        <p:tav tm="100000">
                                          <p:val>
                                            <p:strVal val="#ppt_h"/>
                                          </p:val>
                                        </p:tav>
                                      </p:tavLst>
                                    </p:anim>
                                    <p:animEffect transition="in" filter="fade">
                                      <p:cBhvr>
                                        <p:cTn id="17" dur="300"/>
                                        <p:tgtEl>
                                          <p:spTgt spid="8"/>
                                        </p:tgtEl>
                                      </p:cBhvr>
                                    </p:animEffect>
                                  </p:childTnLst>
                                </p:cTn>
                              </p:par>
                              <p:par>
                                <p:cTn id="18" presetID="10" presetClass="entr" presetSubtype="0" grpId="0" fill="hold" nodeType="withEffect">
                                  <p:stCondLst>
                                    <p:cond delay="24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225"/>
                                        <p:tgtEl>
                                          <p:spTgt spid="7">
                                            <p:txEl>
                                              <p:pRg st="0" end="0"/>
                                            </p:txEl>
                                          </p:spTgt>
                                        </p:tgtEl>
                                      </p:cBhvr>
                                    </p:animEffect>
                                  </p:childTnLst>
                                </p:cTn>
                              </p:par>
                              <p:par>
                                <p:cTn id="21" presetID="10" presetClass="entr" presetSubtype="0" grpId="0" fill="hold" nodeType="withEffect">
                                  <p:stCondLst>
                                    <p:cond delay="43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fade">
                                      <p:cBhvr>
                                        <p:cTn id="23" dur="225"/>
                                        <p:tgtEl>
                                          <p:spTgt spid="7">
                                            <p:txEl>
                                              <p:pRg st="1" end="1"/>
                                            </p:txEl>
                                          </p:spTgt>
                                        </p:tgtEl>
                                      </p:cBhvr>
                                    </p:animEffect>
                                  </p:childTnLst>
                                </p:cTn>
                              </p:par>
                              <p:par>
                                <p:cTn id="24" presetID="10" presetClass="entr" presetSubtype="0" fill="hold" nodeType="withEffect">
                                  <p:stCondLst>
                                    <p:cond delay="2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25"/>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175"/>
                                        <p:tgtEl>
                                          <p:spTgt spid="5"/>
                                        </p:tgtEl>
                                      </p:cBhvr>
                                    </p:animEffect>
                                    <p:set>
                                      <p:cBhvr>
                                        <p:cTn id="31" dur="1" fill="hold">
                                          <p:stCondLst>
                                            <p:cond delay="174"/>
                                          </p:stCondLst>
                                        </p:cTn>
                                        <p:tgtEl>
                                          <p:spTgt spid="5"/>
                                        </p:tgtEl>
                                        <p:attrNameLst>
                                          <p:attrName>style.visibility</p:attrName>
                                        </p:attrNameLst>
                                      </p:cBhvr>
                                      <p:to>
                                        <p:strVal val="hidden"/>
                                      </p:to>
                                    </p:set>
                                  </p:childTnLst>
                                </p:cTn>
                              </p:par>
                              <p:par>
                                <p:cTn id="32" presetID="10" presetClass="exit" presetSubtype="0" grpId="0" fill="hold" nodeType="withEffect">
                                  <p:stCondLst>
                                    <p:cond delay="0"/>
                                  </p:stCondLst>
                                  <p:childTnLst>
                                    <p:animEffect transition="out" filter="fade">
                                      <p:cBhvr>
                                        <p:cTn id="33" dur="175"/>
                                        <p:tgtEl>
                                          <p:spTgt spid="7">
                                            <p:txEl>
                                              <p:pRg st="0" end="0"/>
                                            </p:txEl>
                                          </p:spTgt>
                                        </p:tgtEl>
                                      </p:cBhvr>
                                    </p:animEffect>
                                    <p:set>
                                      <p:cBhvr>
                                        <p:cTn id="34" dur="1" fill="hold">
                                          <p:stCondLst>
                                            <p:cond delay="174"/>
                                          </p:stCondLst>
                                        </p:cTn>
                                        <p:tgtEl>
                                          <p:spTgt spid="7">
                                            <p:txEl>
                                              <p:pRg st="0" end="0"/>
                                            </p:txEl>
                                          </p:spTgt>
                                        </p:tgtEl>
                                        <p:attrNameLst>
                                          <p:attrName>style.visibility</p:attrName>
                                        </p:attrNameLst>
                                      </p:cBhvr>
                                      <p:to>
                                        <p:strVal val="hidden"/>
                                      </p:to>
                                    </p:set>
                                  </p:childTnLst>
                                </p:cTn>
                              </p:par>
                              <p:par>
                                <p:cTn id="35" presetID="10" presetClass="exit" presetSubtype="0" grpId="0" fill="hold" nodeType="withEffect">
                                  <p:stCondLst>
                                    <p:cond delay="0"/>
                                  </p:stCondLst>
                                  <p:childTnLst>
                                    <p:animEffect transition="out" filter="fade">
                                      <p:cBhvr>
                                        <p:cTn id="36" dur="175"/>
                                        <p:tgtEl>
                                          <p:spTgt spid="7">
                                            <p:txEl>
                                              <p:pRg st="1" end="1"/>
                                            </p:txEl>
                                          </p:spTgt>
                                        </p:tgtEl>
                                      </p:cBhvr>
                                    </p:animEffect>
                                    <p:set>
                                      <p:cBhvr>
                                        <p:cTn id="37" dur="1" fill="hold">
                                          <p:stCondLst>
                                            <p:cond delay="174"/>
                                          </p:stCondLst>
                                        </p:cTn>
                                        <p:tgtEl>
                                          <p:spTgt spid="7">
                                            <p:txEl>
                                              <p:pRg st="1" end="1"/>
                                            </p:txEl>
                                          </p:spTgt>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175"/>
                                        <p:tgtEl>
                                          <p:spTgt spid="9"/>
                                        </p:tgtEl>
                                      </p:cBhvr>
                                    </p:animEffect>
                                    <p:set>
                                      <p:cBhvr>
                                        <p:cTn id="40" dur="1" fill="hold">
                                          <p:stCondLst>
                                            <p:cond delay="174"/>
                                          </p:stCondLst>
                                        </p:cTn>
                                        <p:tgtEl>
                                          <p:spTgt spid="9"/>
                                        </p:tgtEl>
                                        <p:attrNameLst>
                                          <p:attrName>style.visibility</p:attrName>
                                        </p:attrNameLst>
                                      </p:cBhvr>
                                      <p:to>
                                        <p:strVal val="hidden"/>
                                      </p:to>
                                    </p:set>
                                  </p:childTnLst>
                                </p:cTn>
                              </p:par>
                              <p:par>
                                <p:cTn id="41" presetID="0" presetClass="path" presetSubtype="0" accel="50000" decel="50000" fill="hold" nodeType="withEffect">
                                  <p:stCondLst>
                                    <p:cond delay="0"/>
                                  </p:stCondLst>
                                  <p:childTnLst>
                                    <p:animMotion origin="layout" path="M 0 0 L 0.59473 -0.03264 E" pathEditMode="relative" rAng="0" ptsTypes="AA">
                                      <p:cBhvr>
                                        <p:cTn id="42" dur="375" fill="hold"/>
                                        <p:tgtEl>
                                          <p:spTgt spid="6"/>
                                        </p:tgtEl>
                                        <p:attrNameLst>
                                          <p:attrName>ppt_x</p:attrName>
                                          <p:attrName>ppt_y</p:attrName>
                                        </p:attrNameLst>
                                      </p:cBhvr>
                                      <p:rCtr x="29736" y="-1631"/>
                                    </p:animMotion>
                                  </p:childTnLst>
                                </p:cTn>
                              </p:par>
                              <p:par>
                                <p:cTn id="43" presetID="6" presetClass="emph" presetSubtype="0" accel="50000" decel="50000" fill="hold" nodeType="withEffect">
                                  <p:stCondLst>
                                    <p:cond delay="0"/>
                                  </p:stCondLst>
                                  <p:childTnLst>
                                    <p:animScale>
                                      <p:cBhvr>
                                        <p:cTn id="44" dur="375" fill="hold"/>
                                        <p:tgtEl>
                                          <p:spTgt spid="6"/>
                                        </p:tgtEl>
                                      </p:cBhvr>
                                      <p:by x="27059" y="27059"/>
                                    </p:animScale>
                                  </p:childTnLst>
                                </p:cTn>
                              </p:par>
                              <p:par>
                                <p:cTn id="45" presetID="10" presetClass="entr" presetSubtype="0" fill="hold" nodeType="withEffect">
                                  <p:stCondLst>
                                    <p:cond delay="225"/>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5"/>
                                        <p:tgtEl>
                                          <p:spTgt spid="10"/>
                                        </p:tgtEl>
                                      </p:cBhvr>
                                    </p:animEffect>
                                  </p:childTnLst>
                                </p:cTn>
                              </p:par>
                              <p:par>
                                <p:cTn id="48" presetID="53" presetClass="entr" presetSubtype="16" fill="hold" nodeType="withEffect">
                                  <p:stCondLst>
                                    <p:cond delay="260"/>
                                  </p:stCondLst>
                                  <p:childTnLst>
                                    <p:set>
                                      <p:cBhvr>
                                        <p:cTn id="49" dur="1" fill="hold">
                                          <p:stCondLst>
                                            <p:cond delay="0"/>
                                          </p:stCondLst>
                                        </p:cTn>
                                        <p:tgtEl>
                                          <p:spTgt spid="11"/>
                                        </p:tgtEl>
                                        <p:attrNameLst>
                                          <p:attrName>style.visibility</p:attrName>
                                        </p:attrNameLst>
                                      </p:cBhvr>
                                      <p:to>
                                        <p:strVal val="visible"/>
                                      </p:to>
                                    </p:set>
                                    <p:anim calcmode="lin" valueType="num">
                                      <p:cBhvr>
                                        <p:cTn id="50" dur="300" fill="hold"/>
                                        <p:tgtEl>
                                          <p:spTgt spid="11"/>
                                        </p:tgtEl>
                                        <p:attrNameLst>
                                          <p:attrName>ppt_w</p:attrName>
                                        </p:attrNameLst>
                                      </p:cBhvr>
                                      <p:tavLst>
                                        <p:tav tm="0">
                                          <p:val>
                                            <p:fltVal val="0"/>
                                          </p:val>
                                        </p:tav>
                                        <p:tav tm="100000">
                                          <p:val>
                                            <p:strVal val="#ppt_w"/>
                                          </p:val>
                                        </p:tav>
                                      </p:tavLst>
                                    </p:anim>
                                    <p:anim calcmode="lin" valueType="num">
                                      <p:cBhvr>
                                        <p:cTn id="51" dur="300" fill="hold"/>
                                        <p:tgtEl>
                                          <p:spTgt spid="11"/>
                                        </p:tgtEl>
                                        <p:attrNameLst>
                                          <p:attrName>ppt_h</p:attrName>
                                        </p:attrNameLst>
                                      </p:cBhvr>
                                      <p:tavLst>
                                        <p:tav tm="0">
                                          <p:val>
                                            <p:fltVal val="0"/>
                                          </p:val>
                                        </p:tav>
                                        <p:tav tm="100000">
                                          <p:val>
                                            <p:strVal val="#ppt_h"/>
                                          </p:val>
                                        </p:tav>
                                      </p:tavLst>
                                    </p:anim>
                                    <p:animEffect transition="in" filter="fade">
                                      <p:cBhvr>
                                        <p:cTn id="52" dur="300"/>
                                        <p:tgtEl>
                                          <p:spTgt spid="11"/>
                                        </p:tgtEl>
                                      </p:cBhvr>
                                    </p:animEffect>
                                  </p:childTnLst>
                                </p:cTn>
                              </p:par>
                              <p:par>
                                <p:cTn id="53" presetID="10" presetClass="entr" presetSubtype="0" grpId="0" fill="hold" nodeType="withEffect">
                                  <p:stCondLst>
                                    <p:cond delay="295"/>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225"/>
                                        <p:tgtEl>
                                          <p:spTgt spid="12">
                                            <p:txEl>
                                              <p:pRg st="0" end="0"/>
                                            </p:txEl>
                                          </p:spTgt>
                                        </p:tgtEl>
                                      </p:cBhvr>
                                    </p:animEffect>
                                  </p:childTnLst>
                                </p:cTn>
                              </p:par>
                              <p:par>
                                <p:cTn id="56" presetID="10" presetClass="entr" presetSubtype="0" grpId="0" fill="hold" nodeType="withEffect">
                                  <p:stCondLst>
                                    <p:cond delay="485"/>
                                  </p:stCondLst>
                                  <p:childTnLst>
                                    <p:set>
                                      <p:cBhvr>
                                        <p:cTn id="57" dur="1" fill="hold">
                                          <p:stCondLst>
                                            <p:cond delay="0"/>
                                          </p:stCondLst>
                                        </p:cTn>
                                        <p:tgtEl>
                                          <p:spTgt spid="12">
                                            <p:txEl>
                                              <p:pRg st="1" end="1"/>
                                            </p:txEl>
                                          </p:spTgt>
                                        </p:tgtEl>
                                        <p:attrNameLst>
                                          <p:attrName>style.visibility</p:attrName>
                                        </p:attrNameLst>
                                      </p:cBhvr>
                                      <p:to>
                                        <p:strVal val="visible"/>
                                      </p:to>
                                    </p:set>
                                    <p:animEffect transition="in" filter="fade">
                                      <p:cBhvr>
                                        <p:cTn id="58" dur="225"/>
                                        <p:tgtEl>
                                          <p:spTgt spid="12">
                                            <p:txEl>
                                              <p:pRg st="1" end="1"/>
                                            </p:txEl>
                                          </p:spTgt>
                                        </p:tgtEl>
                                      </p:cBhvr>
                                    </p:animEffect>
                                  </p:childTnLst>
                                </p:cTn>
                              </p:par>
                              <p:par>
                                <p:cTn id="59" presetID="10" presetClass="entr" presetSubtype="0" fill="hold" nodeType="withEffect">
                                  <p:stCondLst>
                                    <p:cond delay="29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25"/>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175"/>
                                        <p:tgtEl>
                                          <p:spTgt spid="10"/>
                                        </p:tgtEl>
                                      </p:cBhvr>
                                    </p:animEffect>
                                    <p:set>
                                      <p:cBhvr>
                                        <p:cTn id="66" dur="1" fill="hold">
                                          <p:stCondLst>
                                            <p:cond delay="174"/>
                                          </p:stCondLst>
                                        </p:cTn>
                                        <p:tgtEl>
                                          <p:spTgt spid="10"/>
                                        </p:tgtEl>
                                        <p:attrNameLst>
                                          <p:attrName>style.visibility</p:attrName>
                                        </p:attrNameLst>
                                      </p:cBhvr>
                                      <p:to>
                                        <p:strVal val="hidden"/>
                                      </p:to>
                                    </p:set>
                                  </p:childTnLst>
                                </p:cTn>
                              </p:par>
                              <p:par>
                                <p:cTn id="67" presetID="10" presetClass="exit" presetSubtype="0" grpId="0" fill="hold" nodeType="withEffect">
                                  <p:stCondLst>
                                    <p:cond delay="0"/>
                                  </p:stCondLst>
                                  <p:childTnLst>
                                    <p:animEffect transition="out" filter="fade">
                                      <p:cBhvr>
                                        <p:cTn id="68" dur="175"/>
                                        <p:tgtEl>
                                          <p:spTgt spid="12">
                                            <p:txEl>
                                              <p:pRg st="0" end="0"/>
                                            </p:txEl>
                                          </p:spTgt>
                                        </p:tgtEl>
                                      </p:cBhvr>
                                    </p:animEffect>
                                    <p:set>
                                      <p:cBhvr>
                                        <p:cTn id="69" dur="1" fill="hold">
                                          <p:stCondLst>
                                            <p:cond delay="174"/>
                                          </p:stCondLst>
                                        </p:cTn>
                                        <p:tgtEl>
                                          <p:spTgt spid="12">
                                            <p:txEl>
                                              <p:pRg st="0" end="0"/>
                                            </p:txEl>
                                          </p:spTgt>
                                        </p:tgtEl>
                                        <p:attrNameLst>
                                          <p:attrName>style.visibility</p:attrName>
                                        </p:attrNameLst>
                                      </p:cBhvr>
                                      <p:to>
                                        <p:strVal val="hidden"/>
                                      </p:to>
                                    </p:set>
                                  </p:childTnLst>
                                </p:cTn>
                              </p:par>
                              <p:par>
                                <p:cTn id="70" presetID="10" presetClass="exit" presetSubtype="0" grpId="0" fill="hold" nodeType="withEffect">
                                  <p:stCondLst>
                                    <p:cond delay="0"/>
                                  </p:stCondLst>
                                  <p:childTnLst>
                                    <p:animEffect transition="out" filter="fade">
                                      <p:cBhvr>
                                        <p:cTn id="71" dur="175"/>
                                        <p:tgtEl>
                                          <p:spTgt spid="12">
                                            <p:txEl>
                                              <p:pRg st="1" end="1"/>
                                            </p:txEl>
                                          </p:spTgt>
                                        </p:tgtEl>
                                      </p:cBhvr>
                                    </p:animEffect>
                                    <p:set>
                                      <p:cBhvr>
                                        <p:cTn id="72" dur="1" fill="hold">
                                          <p:stCondLst>
                                            <p:cond delay="174"/>
                                          </p:stCondLst>
                                        </p:cTn>
                                        <p:tgtEl>
                                          <p:spTgt spid="12">
                                            <p:txEl>
                                              <p:pRg st="1" end="1"/>
                                            </p:txEl>
                                          </p:spTgt>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75"/>
                                        <p:tgtEl>
                                          <p:spTgt spid="13"/>
                                        </p:tgtEl>
                                      </p:cBhvr>
                                    </p:animEffect>
                                    <p:set>
                                      <p:cBhvr>
                                        <p:cTn id="75" dur="1" fill="hold">
                                          <p:stCondLst>
                                            <p:cond delay="174"/>
                                          </p:stCondLst>
                                        </p:cTn>
                                        <p:tgtEl>
                                          <p:spTgt spid="13"/>
                                        </p:tgtEl>
                                        <p:attrNameLst>
                                          <p:attrName>style.visibility</p:attrName>
                                        </p:attrNameLst>
                                      </p:cBhvr>
                                      <p:to>
                                        <p:strVal val="hidden"/>
                                      </p:to>
                                    </p:set>
                                  </p:childTnLst>
                                </p:cTn>
                              </p:par>
                              <p:par>
                                <p:cTn id="76" presetID="0" presetClass="path" presetSubtype="0" accel="50000" decel="50000" fill="hold" nodeType="withEffect">
                                  <p:stCondLst>
                                    <p:cond delay="0"/>
                                  </p:stCondLst>
                                  <p:childTnLst>
                                    <p:animMotion origin="layout" path="M 0 0 L 0.59473 0.11670 E" pathEditMode="relative" rAng="0" ptsTypes="AA">
                                      <p:cBhvr>
                                        <p:cTn id="77" dur="375" fill="hold"/>
                                        <p:tgtEl>
                                          <p:spTgt spid="11"/>
                                        </p:tgtEl>
                                        <p:attrNameLst>
                                          <p:attrName>ppt_x</p:attrName>
                                          <p:attrName>ppt_y</p:attrName>
                                        </p:attrNameLst>
                                      </p:cBhvr>
                                      <p:rCtr x="29736" y="5834"/>
                                    </p:animMotion>
                                  </p:childTnLst>
                                </p:cTn>
                              </p:par>
                              <p:par>
                                <p:cTn id="78" presetID="6" presetClass="emph" presetSubtype="0" accel="50000" decel="50000" fill="hold" nodeType="withEffect">
                                  <p:stCondLst>
                                    <p:cond delay="0"/>
                                  </p:stCondLst>
                                  <p:childTnLst>
                                    <p:animScale>
                                      <p:cBhvr>
                                        <p:cTn id="79" dur="375" fill="hold"/>
                                        <p:tgtEl>
                                          <p:spTgt spid="11"/>
                                        </p:tgtEl>
                                      </p:cBhvr>
                                      <p:by x="27059" y="27059"/>
                                    </p:animScale>
                                  </p:childTnLst>
                                </p:cTn>
                              </p:par>
                              <p:par>
                                <p:cTn id="80" presetID="10" presetClass="entr" presetSubtype="0" fill="hold" nodeType="withEffect">
                                  <p:stCondLst>
                                    <p:cond delay="225"/>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225"/>
                                        <p:tgtEl>
                                          <p:spTgt spid="14"/>
                                        </p:tgtEl>
                                      </p:cBhvr>
                                    </p:animEffect>
                                  </p:childTnLst>
                                </p:cTn>
                              </p:par>
                              <p:par>
                                <p:cTn id="83" presetID="10" presetClass="entr" presetSubtype="0" fill="hold" nodeType="withEffect">
                                  <p:stCondLst>
                                    <p:cond delay="26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225"/>
                                        <p:tgtEl>
                                          <p:spTgt spid="15"/>
                                        </p:tgtEl>
                                      </p:cBhvr>
                                    </p:animEffect>
                                  </p:childTnLst>
                                </p:cTn>
                              </p:par>
                              <p:par>
                                <p:cTn id="86" presetID="22" presetClass="entr" presetSubtype="8" fill="hold" nodeType="withEffect">
                                  <p:stCondLst>
                                    <p:cond delay="260"/>
                                  </p:stCondLst>
                                  <p:childTnLst>
                                    <p:set>
                                      <p:cBhvr>
                                        <p:cTn id="87" dur="1" fill="hold">
                                          <p:stCondLst>
                                            <p:cond delay="0"/>
                                          </p:stCondLst>
                                        </p:cTn>
                                        <p:tgtEl>
                                          <p:spTgt spid="16"/>
                                        </p:tgtEl>
                                        <p:attrNameLst>
                                          <p:attrName>style.visibility</p:attrName>
                                        </p:attrNameLst>
                                      </p:cBhvr>
                                      <p:to>
                                        <p:strVal val="visible"/>
                                      </p:to>
                                    </p:set>
                                    <p:animEffect transition="in" filter="wipe(left)">
                                      <p:cBhvr>
                                        <p:cTn id="88" dur="250"/>
                                        <p:tgtEl>
                                          <p:spTgt spid="16"/>
                                        </p:tgtEl>
                                      </p:cBhvr>
                                    </p:animEffect>
                                  </p:childTnLst>
                                </p:cTn>
                              </p:par>
                              <p:par>
                                <p:cTn id="89" presetID="10" presetClass="entr" presetSubtype="0" fill="hold" nodeType="withEffect">
                                  <p:stCondLst>
                                    <p:cond delay="295"/>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225"/>
                                        <p:tgtEl>
                                          <p:spTgt spid="17"/>
                                        </p:tgtEl>
                                      </p:cBhvr>
                                    </p:animEffect>
                                  </p:childTnLst>
                                </p:cTn>
                              </p:par>
                              <p:par>
                                <p:cTn id="92" presetID="22" presetClass="entr" presetSubtype="8" fill="hold" nodeType="withEffect">
                                  <p:stCondLst>
                                    <p:cond delay="295"/>
                                  </p:stCondLst>
                                  <p:childTnLst>
                                    <p:set>
                                      <p:cBhvr>
                                        <p:cTn id="93" dur="1" fill="hold">
                                          <p:stCondLst>
                                            <p:cond delay="0"/>
                                          </p:stCondLst>
                                        </p:cTn>
                                        <p:tgtEl>
                                          <p:spTgt spid="18"/>
                                        </p:tgtEl>
                                        <p:attrNameLst>
                                          <p:attrName>style.visibility</p:attrName>
                                        </p:attrNameLst>
                                      </p:cBhvr>
                                      <p:to>
                                        <p:strVal val="visible"/>
                                      </p:to>
                                    </p:set>
                                    <p:animEffect transition="in" filter="wipe(left)">
                                      <p:cBhvr>
                                        <p:cTn id="94" dur="250"/>
                                        <p:tgtEl>
                                          <p:spTgt spid="18"/>
                                        </p:tgtEl>
                                      </p:cBhvr>
                                    </p:animEffect>
                                  </p:childTnLst>
                                </p:cTn>
                              </p:par>
                              <p:par>
                                <p:cTn id="95" presetID="10" presetClass="entr" presetSubtype="0" grpId="0" fill="hold" nodeType="withEffect">
                                  <p:stCondLst>
                                    <p:cond delay="330"/>
                                  </p:stCondLst>
                                  <p:childTnLst>
                                    <p:set>
                                      <p:cBhvr>
                                        <p:cTn id="96" dur="1" fill="hold">
                                          <p:stCondLst>
                                            <p:cond delay="0"/>
                                          </p:stCondLst>
                                        </p:cTn>
                                        <p:tgtEl>
                                          <p:spTgt spid="19">
                                            <p:txEl>
                                              <p:pRg st="0" end="0"/>
                                            </p:txEl>
                                          </p:spTgt>
                                        </p:tgtEl>
                                        <p:attrNameLst>
                                          <p:attrName>style.visibility</p:attrName>
                                        </p:attrNameLst>
                                      </p:cBhvr>
                                      <p:to>
                                        <p:strVal val="visible"/>
                                      </p:to>
                                    </p:set>
                                    <p:animEffect transition="in" filter="fade">
                                      <p:cBhvr>
                                        <p:cTn id="97" dur="225"/>
                                        <p:tgtEl>
                                          <p:spTgt spid="19">
                                            <p:txEl>
                                              <p:pRg st="0" end="0"/>
                                            </p:txEl>
                                          </p:spTgt>
                                        </p:tgtEl>
                                      </p:cBhvr>
                                    </p:animEffect>
                                  </p:childTnLst>
                                </p:cTn>
                              </p:par>
                              <p:par>
                                <p:cTn id="98" presetID="10" presetClass="entr" presetSubtype="0" grpId="0" fill="hold" nodeType="withEffect">
                                  <p:stCondLst>
                                    <p:cond delay="492"/>
                                  </p:stCondLst>
                                  <p:childTnLst>
                                    <p:set>
                                      <p:cBhvr>
                                        <p:cTn id="99" dur="1" fill="hold">
                                          <p:stCondLst>
                                            <p:cond delay="0"/>
                                          </p:stCondLst>
                                        </p:cTn>
                                        <p:tgtEl>
                                          <p:spTgt spid="19">
                                            <p:txEl>
                                              <p:pRg st="1" end="1"/>
                                            </p:txEl>
                                          </p:spTgt>
                                        </p:tgtEl>
                                        <p:attrNameLst>
                                          <p:attrName>style.visibility</p:attrName>
                                        </p:attrNameLst>
                                      </p:cBhvr>
                                      <p:to>
                                        <p:strVal val="visible"/>
                                      </p:to>
                                    </p:set>
                                    <p:animEffect transition="in" filter="fade">
                                      <p:cBhvr>
                                        <p:cTn id="100" dur="225"/>
                                        <p:tgtEl>
                                          <p:spTgt spid="19">
                                            <p:txEl>
                                              <p:pRg st="1" end="1"/>
                                            </p:txEl>
                                          </p:spTgt>
                                        </p:tgtEl>
                                      </p:cBhvr>
                                    </p:animEffect>
                                  </p:childTnLst>
                                </p:cTn>
                              </p:par>
                              <p:par>
                                <p:cTn id="101" presetID="10" presetClass="entr" presetSubtype="0" grpId="0" fill="hold" nodeType="withEffect">
                                  <p:stCondLst>
                                    <p:cond delay="654"/>
                                  </p:stCondLst>
                                  <p:childTnLst>
                                    <p:set>
                                      <p:cBhvr>
                                        <p:cTn id="102" dur="1" fill="hold">
                                          <p:stCondLst>
                                            <p:cond delay="0"/>
                                          </p:stCondLst>
                                        </p:cTn>
                                        <p:tgtEl>
                                          <p:spTgt spid="19">
                                            <p:txEl>
                                              <p:pRg st="2" end="2"/>
                                            </p:txEl>
                                          </p:spTgt>
                                        </p:tgtEl>
                                        <p:attrNameLst>
                                          <p:attrName>style.visibility</p:attrName>
                                        </p:attrNameLst>
                                      </p:cBhvr>
                                      <p:to>
                                        <p:strVal val="visible"/>
                                      </p:to>
                                    </p:set>
                                    <p:animEffect transition="in" filter="fade">
                                      <p:cBhvr>
                                        <p:cTn id="103" dur="225"/>
                                        <p:tgtEl>
                                          <p:spTgt spid="19">
                                            <p:txEl>
                                              <p:pRg st="2" end="2"/>
                                            </p:txEl>
                                          </p:spTgt>
                                        </p:tgtEl>
                                      </p:cBhvr>
                                    </p:animEffect>
                                  </p:childTnLst>
                                </p:cTn>
                              </p:par>
                              <p:par>
                                <p:cTn id="104" presetID="10" presetClass="entr" presetSubtype="0" grpId="0" fill="hold" nodeType="withEffect">
                                  <p:stCondLst>
                                    <p:cond delay="816"/>
                                  </p:stCondLst>
                                  <p:childTnLst>
                                    <p:set>
                                      <p:cBhvr>
                                        <p:cTn id="105" dur="1" fill="hold">
                                          <p:stCondLst>
                                            <p:cond delay="0"/>
                                          </p:stCondLst>
                                        </p:cTn>
                                        <p:tgtEl>
                                          <p:spTgt spid="19">
                                            <p:txEl>
                                              <p:pRg st="3" end="3"/>
                                            </p:txEl>
                                          </p:spTgt>
                                        </p:tgtEl>
                                        <p:attrNameLst>
                                          <p:attrName>style.visibility</p:attrName>
                                        </p:attrNameLst>
                                      </p:cBhvr>
                                      <p:to>
                                        <p:strVal val="visible"/>
                                      </p:to>
                                    </p:set>
                                    <p:animEffect transition="in" filter="fade">
                                      <p:cBhvr>
                                        <p:cTn id="106" dur="225"/>
                                        <p:tgtEl>
                                          <p:spTgt spid="19">
                                            <p:txEl>
                                              <p:pRg st="3" end="3"/>
                                            </p:txEl>
                                          </p:spTgt>
                                        </p:tgtEl>
                                      </p:cBhvr>
                                    </p:animEffect>
                                  </p:childTnLst>
                                </p:cTn>
                              </p:par>
                              <p:par>
                                <p:cTn id="107" presetID="22" presetClass="entr" presetSubtype="8" fill="hold" nodeType="withEffect">
                                  <p:stCondLst>
                                    <p:cond delay="365"/>
                                  </p:stCondLst>
                                  <p:childTnLst>
                                    <p:set>
                                      <p:cBhvr>
                                        <p:cTn id="108" dur="1" fill="hold">
                                          <p:stCondLst>
                                            <p:cond delay="0"/>
                                          </p:stCondLst>
                                        </p:cTn>
                                        <p:tgtEl>
                                          <p:spTgt spid="24"/>
                                        </p:tgtEl>
                                        <p:attrNameLst>
                                          <p:attrName>style.visibility</p:attrName>
                                        </p:attrNameLst>
                                      </p:cBhvr>
                                      <p:to>
                                        <p:strVal val="visible"/>
                                      </p:to>
                                    </p:set>
                                    <p:animEffect transition="in" filter="wipe(left)">
                                      <p:cBhvr>
                                        <p:cTn id="109" dur="250"/>
                                        <p:tgtEl>
                                          <p:spTgt spid="24"/>
                                        </p:tgtEl>
                                      </p:cBhvr>
                                    </p:animEffect>
                                  </p:childTnLst>
                                </p:cTn>
                              </p:par>
                              <p:par>
                                <p:cTn id="110" presetID="10" presetClass="entr" presetSubtype="0" fill="hold" nodeType="withEffect">
                                  <p:stCondLst>
                                    <p:cond delay="29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225"/>
                                        <p:tgtEl>
                                          <p:spTgt spid="25"/>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nodeType="clickEffect">
                                  <p:stCondLst>
                                    <p:cond delay="0"/>
                                  </p:stCondLst>
                                  <p:childTnLst>
                                    <p:animEffect transition="out" filter="fade">
                                      <p:cBhvr>
                                        <p:cTn id="116" dur="175"/>
                                        <p:tgtEl>
                                          <p:spTgt spid="14"/>
                                        </p:tgtEl>
                                      </p:cBhvr>
                                    </p:animEffect>
                                    <p:set>
                                      <p:cBhvr>
                                        <p:cTn id="117" dur="1" fill="hold">
                                          <p:stCondLst>
                                            <p:cond delay="174"/>
                                          </p:stCondLst>
                                        </p:cTn>
                                        <p:tgtEl>
                                          <p:spTgt spid="14"/>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175"/>
                                        <p:tgtEl>
                                          <p:spTgt spid="15"/>
                                        </p:tgtEl>
                                      </p:cBhvr>
                                    </p:animEffect>
                                    <p:set>
                                      <p:cBhvr>
                                        <p:cTn id="120" dur="1" fill="hold">
                                          <p:stCondLst>
                                            <p:cond delay="174"/>
                                          </p:stCondLst>
                                        </p:cTn>
                                        <p:tgtEl>
                                          <p:spTgt spid="15"/>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175"/>
                                        <p:tgtEl>
                                          <p:spTgt spid="16"/>
                                        </p:tgtEl>
                                      </p:cBhvr>
                                    </p:animEffect>
                                    <p:set>
                                      <p:cBhvr>
                                        <p:cTn id="123" dur="1" fill="hold">
                                          <p:stCondLst>
                                            <p:cond delay="174"/>
                                          </p:stCondLst>
                                        </p:cTn>
                                        <p:tgtEl>
                                          <p:spTgt spid="16"/>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175"/>
                                        <p:tgtEl>
                                          <p:spTgt spid="17"/>
                                        </p:tgtEl>
                                      </p:cBhvr>
                                    </p:animEffect>
                                    <p:set>
                                      <p:cBhvr>
                                        <p:cTn id="126" dur="1" fill="hold">
                                          <p:stCondLst>
                                            <p:cond delay="174"/>
                                          </p:stCondLst>
                                        </p:cTn>
                                        <p:tgtEl>
                                          <p:spTgt spid="17"/>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175"/>
                                        <p:tgtEl>
                                          <p:spTgt spid="18"/>
                                        </p:tgtEl>
                                      </p:cBhvr>
                                    </p:animEffect>
                                    <p:set>
                                      <p:cBhvr>
                                        <p:cTn id="129" dur="1" fill="hold">
                                          <p:stCondLst>
                                            <p:cond delay="174"/>
                                          </p:stCondLst>
                                        </p:cTn>
                                        <p:tgtEl>
                                          <p:spTgt spid="18"/>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175"/>
                                        <p:tgtEl>
                                          <p:spTgt spid="19">
                                            <p:txEl>
                                              <p:pRg st="0" end="0"/>
                                            </p:txEl>
                                          </p:spTgt>
                                        </p:tgtEl>
                                      </p:cBhvr>
                                    </p:animEffect>
                                    <p:set>
                                      <p:cBhvr>
                                        <p:cTn id="132" dur="1" fill="hold">
                                          <p:stCondLst>
                                            <p:cond delay="174"/>
                                          </p:stCondLst>
                                        </p:cTn>
                                        <p:tgtEl>
                                          <p:spTgt spid="19">
                                            <p:txEl>
                                              <p:pRg st="0" end="0"/>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175"/>
                                        <p:tgtEl>
                                          <p:spTgt spid="19">
                                            <p:txEl>
                                              <p:pRg st="1" end="1"/>
                                            </p:txEl>
                                          </p:spTgt>
                                        </p:tgtEl>
                                      </p:cBhvr>
                                    </p:animEffect>
                                    <p:set>
                                      <p:cBhvr>
                                        <p:cTn id="135" dur="1" fill="hold">
                                          <p:stCondLst>
                                            <p:cond delay="174"/>
                                          </p:stCondLst>
                                        </p:cTn>
                                        <p:tgtEl>
                                          <p:spTgt spid="19">
                                            <p:txEl>
                                              <p:pRg st="1" end="1"/>
                                            </p:txEl>
                                          </p:spTgt>
                                        </p:tgtEl>
                                        <p:attrNameLst>
                                          <p:attrName>style.visibility</p:attrName>
                                        </p:attrNameLst>
                                      </p:cBhvr>
                                      <p:to>
                                        <p:strVal val="hidden"/>
                                      </p:to>
                                    </p:set>
                                  </p:childTnLst>
                                </p:cTn>
                              </p:par>
                              <p:par>
                                <p:cTn id="136" presetID="10" presetClass="exit" presetSubtype="0" grpId="0" fill="hold" nodeType="withEffect">
                                  <p:stCondLst>
                                    <p:cond delay="0"/>
                                  </p:stCondLst>
                                  <p:childTnLst>
                                    <p:animEffect transition="out" filter="fade">
                                      <p:cBhvr>
                                        <p:cTn id="137" dur="175"/>
                                        <p:tgtEl>
                                          <p:spTgt spid="19">
                                            <p:txEl>
                                              <p:pRg st="2" end="2"/>
                                            </p:txEl>
                                          </p:spTgt>
                                        </p:tgtEl>
                                      </p:cBhvr>
                                    </p:animEffect>
                                    <p:set>
                                      <p:cBhvr>
                                        <p:cTn id="138" dur="1" fill="hold">
                                          <p:stCondLst>
                                            <p:cond delay="174"/>
                                          </p:stCondLst>
                                        </p:cTn>
                                        <p:tgtEl>
                                          <p:spTgt spid="19">
                                            <p:txEl>
                                              <p:pRg st="2" end="2"/>
                                            </p:txEl>
                                          </p:spTgt>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175"/>
                                        <p:tgtEl>
                                          <p:spTgt spid="19">
                                            <p:txEl>
                                              <p:pRg st="3" end="3"/>
                                            </p:txEl>
                                          </p:spTgt>
                                        </p:tgtEl>
                                      </p:cBhvr>
                                    </p:animEffect>
                                    <p:set>
                                      <p:cBhvr>
                                        <p:cTn id="141" dur="1" fill="hold">
                                          <p:stCondLst>
                                            <p:cond delay="174"/>
                                          </p:stCondLst>
                                        </p:cTn>
                                        <p:tgtEl>
                                          <p:spTgt spid="19">
                                            <p:txEl>
                                              <p:pRg st="3" end="3"/>
                                            </p:txEl>
                                          </p:spTgt>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175"/>
                                        <p:tgtEl>
                                          <p:spTgt spid="24"/>
                                        </p:tgtEl>
                                      </p:cBhvr>
                                    </p:animEffect>
                                    <p:set>
                                      <p:cBhvr>
                                        <p:cTn id="144" dur="1" fill="hold">
                                          <p:stCondLst>
                                            <p:cond delay="174"/>
                                          </p:stCondLst>
                                        </p:cTn>
                                        <p:tgtEl>
                                          <p:spTgt spid="24"/>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175"/>
                                        <p:tgtEl>
                                          <p:spTgt spid="25"/>
                                        </p:tgtEl>
                                      </p:cBhvr>
                                    </p:animEffect>
                                    <p:set>
                                      <p:cBhvr>
                                        <p:cTn id="147" dur="1" fill="hold">
                                          <p:stCondLst>
                                            <p:cond delay="174"/>
                                          </p:stCondLst>
                                        </p:cTn>
                                        <p:tgtEl>
                                          <p:spTgt spid="25"/>
                                        </p:tgtEl>
                                        <p:attrNameLst>
                                          <p:attrName>style.visibility</p:attrName>
                                        </p:attrNameLst>
                                      </p:cBhvr>
                                      <p:to>
                                        <p:strVal val="hidden"/>
                                      </p:to>
                                    </p:set>
                                  </p:childTnLst>
                                </p:cTn>
                              </p:par>
                              <p:par>
                                <p:cTn id="148" presetID="10" presetClass="entr" presetSubtype="0" fill="hold" nodeType="withEffect">
                                  <p:stCondLst>
                                    <p:cond delay="225"/>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225"/>
                                        <p:tgtEl>
                                          <p:spTgt spid="26"/>
                                        </p:tgtEl>
                                      </p:cBhvr>
                                    </p:animEffect>
                                  </p:childTnLst>
                                </p:cTn>
                              </p:par>
                              <p:par>
                                <p:cTn id="151" presetID="53" presetClass="entr" presetSubtype="16" fill="hold" nodeType="withEffect">
                                  <p:stCondLst>
                                    <p:cond delay="260"/>
                                  </p:stCondLst>
                                  <p:childTnLst>
                                    <p:set>
                                      <p:cBhvr>
                                        <p:cTn id="152" dur="1" fill="hold">
                                          <p:stCondLst>
                                            <p:cond delay="0"/>
                                          </p:stCondLst>
                                        </p:cTn>
                                        <p:tgtEl>
                                          <p:spTgt spid="27"/>
                                        </p:tgtEl>
                                        <p:attrNameLst>
                                          <p:attrName>style.visibility</p:attrName>
                                        </p:attrNameLst>
                                      </p:cBhvr>
                                      <p:to>
                                        <p:strVal val="visible"/>
                                      </p:to>
                                    </p:set>
                                    <p:anim calcmode="lin" valueType="num">
                                      <p:cBhvr>
                                        <p:cTn id="153" dur="300" fill="hold"/>
                                        <p:tgtEl>
                                          <p:spTgt spid="27"/>
                                        </p:tgtEl>
                                        <p:attrNameLst>
                                          <p:attrName>ppt_w</p:attrName>
                                        </p:attrNameLst>
                                      </p:cBhvr>
                                      <p:tavLst>
                                        <p:tav tm="0">
                                          <p:val>
                                            <p:fltVal val="0"/>
                                          </p:val>
                                        </p:tav>
                                        <p:tav tm="100000">
                                          <p:val>
                                            <p:strVal val="#ppt_w"/>
                                          </p:val>
                                        </p:tav>
                                      </p:tavLst>
                                    </p:anim>
                                    <p:anim calcmode="lin" valueType="num">
                                      <p:cBhvr>
                                        <p:cTn id="154" dur="300" fill="hold"/>
                                        <p:tgtEl>
                                          <p:spTgt spid="27"/>
                                        </p:tgtEl>
                                        <p:attrNameLst>
                                          <p:attrName>ppt_h</p:attrName>
                                        </p:attrNameLst>
                                      </p:cBhvr>
                                      <p:tavLst>
                                        <p:tav tm="0">
                                          <p:val>
                                            <p:fltVal val="0"/>
                                          </p:val>
                                        </p:tav>
                                        <p:tav tm="100000">
                                          <p:val>
                                            <p:strVal val="#ppt_h"/>
                                          </p:val>
                                        </p:tav>
                                      </p:tavLst>
                                    </p:anim>
                                    <p:animEffect transition="in" filter="fade">
                                      <p:cBhvr>
                                        <p:cTn id="155" dur="300"/>
                                        <p:tgtEl>
                                          <p:spTgt spid="27"/>
                                        </p:tgtEl>
                                      </p:cBhvr>
                                    </p:animEffect>
                                  </p:childTnLst>
                                </p:cTn>
                              </p:par>
                              <p:par>
                                <p:cTn id="156" presetID="10" presetClass="entr" presetSubtype="0" fill="hold" nodeType="withEffect">
                                  <p:stCondLst>
                                    <p:cond delay="295"/>
                                  </p:stCondLst>
                                  <p:childTnLst>
                                    <p:set>
                                      <p:cBhvr>
                                        <p:cTn id="157" dur="1" fill="hold">
                                          <p:stCondLst>
                                            <p:cond delay="0"/>
                                          </p:stCondLst>
                                        </p:cTn>
                                        <p:tgtEl>
                                          <p:spTgt spid="28"/>
                                        </p:tgtEl>
                                        <p:attrNameLst>
                                          <p:attrName>style.visibility</p:attrName>
                                        </p:attrNameLst>
                                      </p:cBhvr>
                                      <p:to>
                                        <p:strVal val="visible"/>
                                      </p:to>
                                    </p:set>
                                    <p:animEffect transition="in" filter="fade">
                                      <p:cBhvr>
                                        <p:cTn id="158" dur="225"/>
                                        <p:tgtEl>
                                          <p:spTgt spid="28"/>
                                        </p:tgtEl>
                                      </p:cBhvr>
                                    </p:animEffect>
                                  </p:childTnLst>
                                </p:cTn>
                              </p:par>
                              <p:par>
                                <p:cTn id="159" presetID="22" presetClass="entr" presetSubtype="4" fill="hold" nodeType="withEffect">
                                  <p:stCondLst>
                                    <p:cond delay="295"/>
                                  </p:stCondLst>
                                  <p:childTnLst>
                                    <p:set>
                                      <p:cBhvr>
                                        <p:cTn id="160" dur="1" fill="hold">
                                          <p:stCondLst>
                                            <p:cond delay="0"/>
                                          </p:stCondLst>
                                        </p:cTn>
                                        <p:tgtEl>
                                          <p:spTgt spid="29"/>
                                        </p:tgtEl>
                                        <p:attrNameLst>
                                          <p:attrName>style.visibility</p:attrName>
                                        </p:attrNameLst>
                                      </p:cBhvr>
                                      <p:to>
                                        <p:strVal val="visible"/>
                                      </p:to>
                                    </p:set>
                                    <p:animEffect transition="in" filter="wipe(down)">
                                      <p:cBhvr>
                                        <p:cTn id="161" dur="250"/>
                                        <p:tgtEl>
                                          <p:spTgt spid="29"/>
                                        </p:tgtEl>
                                      </p:cBhvr>
                                    </p:animEffect>
                                  </p:childTnLst>
                                </p:cTn>
                              </p:par>
                              <p:par>
                                <p:cTn id="162" presetID="10" presetClass="entr" presetSubtype="0" grpId="0" fill="hold" nodeType="withEffect">
                                  <p:stCondLst>
                                    <p:cond delay="330"/>
                                  </p:stCondLst>
                                  <p:childTnLst>
                                    <p:set>
                                      <p:cBhvr>
                                        <p:cTn id="163" dur="1" fill="hold">
                                          <p:stCondLst>
                                            <p:cond delay="0"/>
                                          </p:stCondLst>
                                        </p:cTn>
                                        <p:tgtEl>
                                          <p:spTgt spid="30">
                                            <p:txEl>
                                              <p:pRg st="0" end="0"/>
                                            </p:txEl>
                                          </p:spTgt>
                                        </p:tgtEl>
                                        <p:attrNameLst>
                                          <p:attrName>style.visibility</p:attrName>
                                        </p:attrNameLst>
                                      </p:cBhvr>
                                      <p:to>
                                        <p:strVal val="visible"/>
                                      </p:to>
                                    </p:set>
                                    <p:animEffect transition="in" filter="fade">
                                      <p:cBhvr>
                                        <p:cTn id="164" dur="225"/>
                                        <p:tgtEl>
                                          <p:spTgt spid="30">
                                            <p:txEl>
                                              <p:pRg st="0" end="0"/>
                                            </p:txEl>
                                          </p:spTgt>
                                        </p:tgtEl>
                                      </p:cBhvr>
                                    </p:animEffect>
                                  </p:childTnLst>
                                </p:cTn>
                              </p:par>
                              <p:par>
                                <p:cTn id="165" presetID="10" presetClass="entr" presetSubtype="0" grpId="0" fill="hold" nodeType="withEffect">
                                  <p:stCondLst>
                                    <p:cond delay="520"/>
                                  </p:stCondLst>
                                  <p:childTnLst>
                                    <p:set>
                                      <p:cBhvr>
                                        <p:cTn id="166" dur="1" fill="hold">
                                          <p:stCondLst>
                                            <p:cond delay="0"/>
                                          </p:stCondLst>
                                        </p:cTn>
                                        <p:tgtEl>
                                          <p:spTgt spid="30">
                                            <p:txEl>
                                              <p:pRg st="1" end="1"/>
                                            </p:txEl>
                                          </p:spTgt>
                                        </p:tgtEl>
                                        <p:attrNameLst>
                                          <p:attrName>style.visibility</p:attrName>
                                        </p:attrNameLst>
                                      </p:cBhvr>
                                      <p:to>
                                        <p:strVal val="visible"/>
                                      </p:to>
                                    </p:set>
                                    <p:animEffect transition="in" filter="fade">
                                      <p:cBhvr>
                                        <p:cTn id="167" dur="225"/>
                                        <p:tgtEl>
                                          <p:spTgt spid="30">
                                            <p:txEl>
                                              <p:pRg st="1" end="1"/>
                                            </p:txEl>
                                          </p:spTgt>
                                        </p:tgtEl>
                                      </p:cBhvr>
                                    </p:animEffect>
                                  </p:childTnLst>
                                </p:cTn>
                              </p:par>
                              <p:par>
                                <p:cTn id="168" presetID="10" presetClass="entr" presetSubtype="0" grpId="0" fill="hold" nodeType="withEffect">
                                  <p:stCondLst>
                                    <p:cond delay="710"/>
                                  </p:stCondLst>
                                  <p:childTnLst>
                                    <p:set>
                                      <p:cBhvr>
                                        <p:cTn id="169" dur="1" fill="hold">
                                          <p:stCondLst>
                                            <p:cond delay="0"/>
                                          </p:stCondLst>
                                        </p:cTn>
                                        <p:tgtEl>
                                          <p:spTgt spid="30">
                                            <p:txEl>
                                              <p:pRg st="2" end="2"/>
                                            </p:txEl>
                                          </p:spTgt>
                                        </p:tgtEl>
                                        <p:attrNameLst>
                                          <p:attrName>style.visibility</p:attrName>
                                        </p:attrNameLst>
                                      </p:cBhvr>
                                      <p:to>
                                        <p:strVal val="visible"/>
                                      </p:to>
                                    </p:set>
                                    <p:animEffect transition="in" filter="fade">
                                      <p:cBhvr>
                                        <p:cTn id="170" dur="225"/>
                                        <p:tgtEl>
                                          <p:spTgt spid="30">
                                            <p:txEl>
                                              <p:pRg st="2" end="2"/>
                                            </p:txEl>
                                          </p:spTgt>
                                        </p:tgtEl>
                                      </p:cBhvr>
                                    </p:animEffect>
                                  </p:childTnLst>
                                </p:cTn>
                              </p:par>
                              <p:par>
                                <p:cTn id="171" presetID="10" presetClass="entr" presetSubtype="0" fill="hold" nodeType="withEffect">
                                  <p:stCondLst>
                                    <p:cond delay="290"/>
                                  </p:stCondLst>
                                  <p:childTnLst>
                                    <p:set>
                                      <p:cBhvr>
                                        <p:cTn id="172" dur="1" fill="hold">
                                          <p:stCondLst>
                                            <p:cond delay="0"/>
                                          </p:stCondLst>
                                        </p:cTn>
                                        <p:tgtEl>
                                          <p:spTgt spid="33"/>
                                        </p:tgtEl>
                                        <p:attrNameLst>
                                          <p:attrName>style.visibility</p:attrName>
                                        </p:attrNameLst>
                                      </p:cBhvr>
                                      <p:to>
                                        <p:strVal val="visible"/>
                                      </p:to>
                                    </p:set>
                                    <p:animEffect transition="in" filter="fade">
                                      <p:cBhvr>
                                        <p:cTn id="173" dur="225"/>
                                        <p:tgtEl>
                                          <p:spTgt spid="33"/>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xit" presetSubtype="0" fill="hold" nodeType="clickEffect">
                                  <p:stCondLst>
                                    <p:cond delay="0"/>
                                  </p:stCondLst>
                                  <p:childTnLst>
                                    <p:animEffect transition="out" filter="fade">
                                      <p:cBhvr>
                                        <p:cTn id="177" dur="175"/>
                                        <p:tgtEl>
                                          <p:spTgt spid="26"/>
                                        </p:tgtEl>
                                      </p:cBhvr>
                                    </p:animEffect>
                                    <p:set>
                                      <p:cBhvr>
                                        <p:cTn id="178" dur="1" fill="hold">
                                          <p:stCondLst>
                                            <p:cond delay="174"/>
                                          </p:stCondLst>
                                        </p:cTn>
                                        <p:tgtEl>
                                          <p:spTgt spid="26"/>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175"/>
                                        <p:tgtEl>
                                          <p:spTgt spid="28"/>
                                        </p:tgtEl>
                                      </p:cBhvr>
                                    </p:animEffect>
                                    <p:set>
                                      <p:cBhvr>
                                        <p:cTn id="181" dur="1" fill="hold">
                                          <p:stCondLst>
                                            <p:cond delay="174"/>
                                          </p:stCondLst>
                                        </p:cTn>
                                        <p:tgtEl>
                                          <p:spTgt spid="28"/>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175"/>
                                        <p:tgtEl>
                                          <p:spTgt spid="29"/>
                                        </p:tgtEl>
                                      </p:cBhvr>
                                    </p:animEffect>
                                    <p:set>
                                      <p:cBhvr>
                                        <p:cTn id="184" dur="1" fill="hold">
                                          <p:stCondLst>
                                            <p:cond delay="174"/>
                                          </p:stCondLst>
                                        </p:cTn>
                                        <p:tgtEl>
                                          <p:spTgt spid="29"/>
                                        </p:tgtEl>
                                        <p:attrNameLst>
                                          <p:attrName>style.visibility</p:attrName>
                                        </p:attrNameLst>
                                      </p:cBhvr>
                                      <p:to>
                                        <p:strVal val="hidden"/>
                                      </p:to>
                                    </p:set>
                                  </p:childTnLst>
                                </p:cTn>
                              </p:par>
                              <p:par>
                                <p:cTn id="185" presetID="10" presetClass="exit" presetSubtype="0" grpId="0" fill="hold" nodeType="withEffect">
                                  <p:stCondLst>
                                    <p:cond delay="0"/>
                                  </p:stCondLst>
                                  <p:childTnLst>
                                    <p:animEffect transition="out" filter="fade">
                                      <p:cBhvr>
                                        <p:cTn id="186" dur="175"/>
                                        <p:tgtEl>
                                          <p:spTgt spid="30">
                                            <p:txEl>
                                              <p:pRg st="0" end="0"/>
                                            </p:txEl>
                                          </p:spTgt>
                                        </p:tgtEl>
                                      </p:cBhvr>
                                    </p:animEffect>
                                    <p:set>
                                      <p:cBhvr>
                                        <p:cTn id="187" dur="1" fill="hold">
                                          <p:stCondLst>
                                            <p:cond delay="174"/>
                                          </p:stCondLst>
                                        </p:cTn>
                                        <p:tgtEl>
                                          <p:spTgt spid="30">
                                            <p:txEl>
                                              <p:pRg st="0" end="0"/>
                                            </p:txEl>
                                          </p:spTgt>
                                        </p:tgtEl>
                                        <p:attrNameLst>
                                          <p:attrName>style.visibility</p:attrName>
                                        </p:attrNameLst>
                                      </p:cBhvr>
                                      <p:to>
                                        <p:strVal val="hidden"/>
                                      </p:to>
                                    </p:set>
                                  </p:childTnLst>
                                </p:cTn>
                              </p:par>
                              <p:par>
                                <p:cTn id="188" presetID="10" presetClass="exit" presetSubtype="0" grpId="0" fill="hold" nodeType="withEffect">
                                  <p:stCondLst>
                                    <p:cond delay="0"/>
                                  </p:stCondLst>
                                  <p:childTnLst>
                                    <p:animEffect transition="out" filter="fade">
                                      <p:cBhvr>
                                        <p:cTn id="189" dur="175"/>
                                        <p:tgtEl>
                                          <p:spTgt spid="30">
                                            <p:txEl>
                                              <p:pRg st="1" end="1"/>
                                            </p:txEl>
                                          </p:spTgt>
                                        </p:tgtEl>
                                      </p:cBhvr>
                                    </p:animEffect>
                                    <p:set>
                                      <p:cBhvr>
                                        <p:cTn id="190" dur="1" fill="hold">
                                          <p:stCondLst>
                                            <p:cond delay="174"/>
                                          </p:stCondLst>
                                        </p:cTn>
                                        <p:tgtEl>
                                          <p:spTgt spid="30">
                                            <p:txEl>
                                              <p:pRg st="1" end="1"/>
                                            </p:txEl>
                                          </p:spTgt>
                                        </p:tgtEl>
                                        <p:attrNameLst>
                                          <p:attrName>style.visibility</p:attrName>
                                        </p:attrNameLst>
                                      </p:cBhvr>
                                      <p:to>
                                        <p:strVal val="hidden"/>
                                      </p:to>
                                    </p:set>
                                  </p:childTnLst>
                                </p:cTn>
                              </p:par>
                              <p:par>
                                <p:cTn id="191" presetID="10" presetClass="exit" presetSubtype="0" grpId="0" fill="hold" nodeType="withEffect">
                                  <p:stCondLst>
                                    <p:cond delay="0"/>
                                  </p:stCondLst>
                                  <p:childTnLst>
                                    <p:animEffect transition="out" filter="fade">
                                      <p:cBhvr>
                                        <p:cTn id="192" dur="175"/>
                                        <p:tgtEl>
                                          <p:spTgt spid="30">
                                            <p:txEl>
                                              <p:pRg st="2" end="2"/>
                                            </p:txEl>
                                          </p:spTgt>
                                        </p:tgtEl>
                                      </p:cBhvr>
                                    </p:animEffect>
                                    <p:set>
                                      <p:cBhvr>
                                        <p:cTn id="193" dur="1" fill="hold">
                                          <p:stCondLst>
                                            <p:cond delay="174"/>
                                          </p:stCondLst>
                                        </p:cTn>
                                        <p:tgtEl>
                                          <p:spTgt spid="30">
                                            <p:txEl>
                                              <p:pRg st="2" end="2"/>
                                            </p:txEl>
                                          </p:spTgt>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175"/>
                                        <p:tgtEl>
                                          <p:spTgt spid="33"/>
                                        </p:tgtEl>
                                      </p:cBhvr>
                                    </p:animEffect>
                                    <p:set>
                                      <p:cBhvr>
                                        <p:cTn id="196" dur="1" fill="hold">
                                          <p:stCondLst>
                                            <p:cond delay="174"/>
                                          </p:stCondLst>
                                        </p:cTn>
                                        <p:tgtEl>
                                          <p:spTgt spid="33"/>
                                        </p:tgtEl>
                                        <p:attrNameLst>
                                          <p:attrName>style.visibility</p:attrName>
                                        </p:attrNameLst>
                                      </p:cBhvr>
                                      <p:to>
                                        <p:strVal val="hidden"/>
                                      </p:to>
                                    </p:set>
                                  </p:childTnLst>
                                </p:cTn>
                              </p:par>
                              <p:par>
                                <p:cTn id="197" presetID="0" presetClass="path" presetSubtype="0" accel="50000" decel="50000" fill="hold" nodeType="withEffect">
                                  <p:stCondLst>
                                    <p:cond delay="0"/>
                                  </p:stCondLst>
                                  <p:childTnLst>
                                    <p:animMotion origin="layout" path="M 0 0 L 0.66125 0.24386 E" pathEditMode="relative" rAng="0" ptsTypes="AA">
                                      <p:cBhvr>
                                        <p:cTn id="198" dur="375" fill="hold"/>
                                        <p:tgtEl>
                                          <p:spTgt spid="27"/>
                                        </p:tgtEl>
                                        <p:attrNameLst>
                                          <p:attrName>ppt_x</p:attrName>
                                          <p:attrName>ppt_y</p:attrName>
                                        </p:attrNameLst>
                                      </p:cBhvr>
                                      <p:rCtr x="33062" y="12192"/>
                                    </p:animMotion>
                                  </p:childTnLst>
                                </p:cTn>
                              </p:par>
                              <p:par>
                                <p:cTn id="199" presetID="6" presetClass="emph" presetSubtype="0" accel="50000" decel="50000" fill="hold" nodeType="withEffect">
                                  <p:stCondLst>
                                    <p:cond delay="0"/>
                                  </p:stCondLst>
                                  <p:childTnLst>
                                    <p:animScale>
                                      <p:cBhvr>
                                        <p:cTn id="200" dur="375" fill="hold"/>
                                        <p:tgtEl>
                                          <p:spTgt spid="27"/>
                                        </p:tgtEl>
                                      </p:cBhvr>
                                      <p:by x="28425" y="28425"/>
                                    </p:animScale>
                                  </p:childTnLst>
                                </p:cTn>
                              </p:par>
                              <p:par>
                                <p:cTn id="201" presetID="10" presetClass="entr" presetSubtype="0" fill="hold" nodeType="withEffect">
                                  <p:stCondLst>
                                    <p:cond delay="225"/>
                                  </p:stCondLst>
                                  <p:childTnLst>
                                    <p:set>
                                      <p:cBhvr>
                                        <p:cTn id="202" dur="1" fill="hold">
                                          <p:stCondLst>
                                            <p:cond delay="0"/>
                                          </p:stCondLst>
                                        </p:cTn>
                                        <p:tgtEl>
                                          <p:spTgt spid="34"/>
                                        </p:tgtEl>
                                        <p:attrNameLst>
                                          <p:attrName>style.visibility</p:attrName>
                                        </p:attrNameLst>
                                      </p:cBhvr>
                                      <p:to>
                                        <p:strVal val="visible"/>
                                      </p:to>
                                    </p:set>
                                    <p:animEffect transition="in" filter="fade">
                                      <p:cBhvr>
                                        <p:cTn id="203" dur="225"/>
                                        <p:tgtEl>
                                          <p:spTgt spid="34"/>
                                        </p:tgtEl>
                                      </p:cBhvr>
                                    </p:animEffect>
                                  </p:childTnLst>
                                </p:cTn>
                              </p:par>
                              <p:par>
                                <p:cTn id="204" presetID="10" presetClass="entr" presetSubtype="0" fill="hold" nodeType="withEffect">
                                  <p:stCondLst>
                                    <p:cond delay="260"/>
                                  </p:stCondLst>
                                  <p:childTnLst>
                                    <p:set>
                                      <p:cBhvr>
                                        <p:cTn id="205" dur="1" fill="hold">
                                          <p:stCondLst>
                                            <p:cond delay="0"/>
                                          </p:stCondLst>
                                        </p:cTn>
                                        <p:tgtEl>
                                          <p:spTgt spid="35"/>
                                        </p:tgtEl>
                                        <p:attrNameLst>
                                          <p:attrName>style.visibility</p:attrName>
                                        </p:attrNameLst>
                                      </p:cBhvr>
                                      <p:to>
                                        <p:strVal val="visible"/>
                                      </p:to>
                                    </p:set>
                                    <p:animEffect transition="in" filter="fade">
                                      <p:cBhvr>
                                        <p:cTn id="206" dur="225"/>
                                        <p:tgtEl>
                                          <p:spTgt spid="35"/>
                                        </p:tgtEl>
                                      </p:cBhvr>
                                    </p:animEffect>
                                  </p:childTnLst>
                                </p:cTn>
                              </p:par>
                              <p:par>
                                <p:cTn id="207" presetID="22" presetClass="entr" presetSubtype="8" fill="hold" nodeType="withEffect">
                                  <p:stCondLst>
                                    <p:cond delay="260"/>
                                  </p:stCondLst>
                                  <p:childTnLst>
                                    <p:set>
                                      <p:cBhvr>
                                        <p:cTn id="208" dur="1" fill="hold">
                                          <p:stCondLst>
                                            <p:cond delay="0"/>
                                          </p:stCondLst>
                                        </p:cTn>
                                        <p:tgtEl>
                                          <p:spTgt spid="36"/>
                                        </p:tgtEl>
                                        <p:attrNameLst>
                                          <p:attrName>style.visibility</p:attrName>
                                        </p:attrNameLst>
                                      </p:cBhvr>
                                      <p:to>
                                        <p:strVal val="visible"/>
                                      </p:to>
                                    </p:set>
                                    <p:animEffect transition="in" filter="wipe(left)">
                                      <p:cBhvr>
                                        <p:cTn id="209" dur="250"/>
                                        <p:tgtEl>
                                          <p:spTgt spid="36"/>
                                        </p:tgtEl>
                                      </p:cBhvr>
                                    </p:animEffect>
                                  </p:childTnLst>
                                </p:cTn>
                              </p:par>
                              <p:par>
                                <p:cTn id="210" presetID="22" presetClass="entr" presetSubtype="8" fill="hold" nodeType="withEffect">
                                  <p:stCondLst>
                                    <p:cond delay="295"/>
                                  </p:stCondLst>
                                  <p:childTnLst>
                                    <p:set>
                                      <p:cBhvr>
                                        <p:cTn id="211" dur="1" fill="hold">
                                          <p:stCondLst>
                                            <p:cond delay="0"/>
                                          </p:stCondLst>
                                        </p:cTn>
                                        <p:tgtEl>
                                          <p:spTgt spid="37"/>
                                        </p:tgtEl>
                                        <p:attrNameLst>
                                          <p:attrName>style.visibility</p:attrName>
                                        </p:attrNameLst>
                                      </p:cBhvr>
                                      <p:to>
                                        <p:strVal val="visible"/>
                                      </p:to>
                                    </p:set>
                                    <p:animEffect transition="in" filter="wipe(left)">
                                      <p:cBhvr>
                                        <p:cTn id="212" dur="250"/>
                                        <p:tgtEl>
                                          <p:spTgt spid="37"/>
                                        </p:tgtEl>
                                      </p:cBhvr>
                                    </p:animEffect>
                                  </p:childTnLst>
                                </p:cTn>
                              </p:par>
                              <p:par>
                                <p:cTn id="213" presetID="10" presetClass="entr" presetSubtype="0" fill="hold" nodeType="withEffect">
                                  <p:stCondLst>
                                    <p:cond delay="330"/>
                                  </p:stCondLst>
                                  <p:childTnLst>
                                    <p:set>
                                      <p:cBhvr>
                                        <p:cTn id="214" dur="1" fill="hold">
                                          <p:stCondLst>
                                            <p:cond delay="0"/>
                                          </p:stCondLst>
                                        </p:cTn>
                                        <p:tgtEl>
                                          <p:spTgt spid="38"/>
                                        </p:tgtEl>
                                        <p:attrNameLst>
                                          <p:attrName>style.visibility</p:attrName>
                                        </p:attrNameLst>
                                      </p:cBhvr>
                                      <p:to>
                                        <p:strVal val="visible"/>
                                      </p:to>
                                    </p:set>
                                    <p:animEffect transition="in" filter="fade">
                                      <p:cBhvr>
                                        <p:cTn id="215" dur="225"/>
                                        <p:tgtEl>
                                          <p:spTgt spid="38"/>
                                        </p:tgtEl>
                                      </p:cBhvr>
                                    </p:animEffect>
                                  </p:childTnLst>
                                </p:cTn>
                              </p:par>
                              <p:par>
                                <p:cTn id="216" presetID="10" presetClass="entr" presetSubtype="0" fill="hold" nodeType="withEffect">
                                  <p:stCondLst>
                                    <p:cond delay="365"/>
                                  </p:stCondLst>
                                  <p:childTnLst>
                                    <p:set>
                                      <p:cBhvr>
                                        <p:cTn id="217" dur="1" fill="hold">
                                          <p:stCondLst>
                                            <p:cond delay="0"/>
                                          </p:stCondLst>
                                        </p:cTn>
                                        <p:tgtEl>
                                          <p:spTgt spid="39"/>
                                        </p:tgtEl>
                                        <p:attrNameLst>
                                          <p:attrName>style.visibility</p:attrName>
                                        </p:attrNameLst>
                                      </p:cBhvr>
                                      <p:to>
                                        <p:strVal val="visible"/>
                                      </p:to>
                                    </p:set>
                                    <p:animEffect transition="in" filter="fade">
                                      <p:cBhvr>
                                        <p:cTn id="218" dur="225"/>
                                        <p:tgtEl>
                                          <p:spTgt spid="39"/>
                                        </p:tgtEl>
                                      </p:cBhvr>
                                    </p:animEffect>
                                  </p:childTnLst>
                                </p:cTn>
                              </p:par>
                              <p:par>
                                <p:cTn id="219" presetID="22" presetClass="entr" presetSubtype="8" fill="hold" nodeType="withEffect">
                                  <p:stCondLst>
                                    <p:cond delay="365"/>
                                  </p:stCondLst>
                                  <p:childTnLst>
                                    <p:set>
                                      <p:cBhvr>
                                        <p:cTn id="220" dur="1" fill="hold">
                                          <p:stCondLst>
                                            <p:cond delay="0"/>
                                          </p:stCondLst>
                                        </p:cTn>
                                        <p:tgtEl>
                                          <p:spTgt spid="40"/>
                                        </p:tgtEl>
                                        <p:attrNameLst>
                                          <p:attrName>style.visibility</p:attrName>
                                        </p:attrNameLst>
                                      </p:cBhvr>
                                      <p:to>
                                        <p:strVal val="visible"/>
                                      </p:to>
                                    </p:set>
                                    <p:animEffect transition="in" filter="wipe(left)">
                                      <p:cBhvr>
                                        <p:cTn id="221" dur="250"/>
                                        <p:tgtEl>
                                          <p:spTgt spid="40"/>
                                        </p:tgtEl>
                                      </p:cBhvr>
                                    </p:animEffect>
                                  </p:childTnLst>
                                </p:cTn>
                              </p:par>
                              <p:par>
                                <p:cTn id="222" presetID="22" presetClass="entr" presetSubtype="8" fill="hold" nodeType="withEffect">
                                  <p:stCondLst>
                                    <p:cond delay="400"/>
                                  </p:stCondLst>
                                  <p:childTnLst>
                                    <p:set>
                                      <p:cBhvr>
                                        <p:cTn id="223" dur="1" fill="hold">
                                          <p:stCondLst>
                                            <p:cond delay="0"/>
                                          </p:stCondLst>
                                        </p:cTn>
                                        <p:tgtEl>
                                          <p:spTgt spid="41"/>
                                        </p:tgtEl>
                                        <p:attrNameLst>
                                          <p:attrName>style.visibility</p:attrName>
                                        </p:attrNameLst>
                                      </p:cBhvr>
                                      <p:to>
                                        <p:strVal val="visible"/>
                                      </p:to>
                                    </p:set>
                                    <p:animEffect transition="in" filter="wipe(left)">
                                      <p:cBhvr>
                                        <p:cTn id="224" dur="250"/>
                                        <p:tgtEl>
                                          <p:spTgt spid="41"/>
                                        </p:tgtEl>
                                      </p:cBhvr>
                                    </p:animEffect>
                                  </p:childTnLst>
                                </p:cTn>
                              </p:par>
                              <p:par>
                                <p:cTn id="225" presetID="10" presetClass="entr" presetSubtype="0" fill="hold" nodeType="withEffect">
                                  <p:stCondLst>
                                    <p:cond delay="435"/>
                                  </p:stCondLst>
                                  <p:childTnLst>
                                    <p:set>
                                      <p:cBhvr>
                                        <p:cTn id="226" dur="1" fill="hold">
                                          <p:stCondLst>
                                            <p:cond delay="0"/>
                                          </p:stCondLst>
                                        </p:cTn>
                                        <p:tgtEl>
                                          <p:spTgt spid="43"/>
                                        </p:tgtEl>
                                        <p:attrNameLst>
                                          <p:attrName>style.visibility</p:attrName>
                                        </p:attrNameLst>
                                      </p:cBhvr>
                                      <p:to>
                                        <p:strVal val="visible"/>
                                      </p:to>
                                    </p:set>
                                    <p:animEffect transition="in" filter="fade">
                                      <p:cBhvr>
                                        <p:cTn id="227" dur="225"/>
                                        <p:tgtEl>
                                          <p:spTgt spid="43"/>
                                        </p:tgtEl>
                                      </p:cBhvr>
                                    </p:animEffect>
                                  </p:childTnLst>
                                </p:cTn>
                              </p:par>
                              <p:par>
                                <p:cTn id="228" presetID="10" presetClass="entr" presetSubtype="0" fill="hold" nodeType="withEffect">
                                  <p:stCondLst>
                                    <p:cond delay="470"/>
                                  </p:stCondLst>
                                  <p:childTnLst>
                                    <p:set>
                                      <p:cBhvr>
                                        <p:cTn id="229" dur="1" fill="hold">
                                          <p:stCondLst>
                                            <p:cond delay="0"/>
                                          </p:stCondLst>
                                        </p:cTn>
                                        <p:tgtEl>
                                          <p:spTgt spid="44"/>
                                        </p:tgtEl>
                                        <p:attrNameLst>
                                          <p:attrName>style.visibility</p:attrName>
                                        </p:attrNameLst>
                                      </p:cBhvr>
                                      <p:to>
                                        <p:strVal val="visible"/>
                                      </p:to>
                                    </p:set>
                                    <p:animEffect transition="in" filter="fade">
                                      <p:cBhvr>
                                        <p:cTn id="230" dur="225"/>
                                        <p:tgtEl>
                                          <p:spTgt spid="44"/>
                                        </p:tgtEl>
                                      </p:cBhvr>
                                    </p:animEffect>
                                  </p:childTnLst>
                                </p:cTn>
                              </p:par>
                              <p:par>
                                <p:cTn id="231" presetID="22" presetClass="entr" presetSubtype="8" fill="hold" nodeType="withEffect">
                                  <p:stCondLst>
                                    <p:cond delay="470"/>
                                  </p:stCondLst>
                                  <p:childTnLst>
                                    <p:set>
                                      <p:cBhvr>
                                        <p:cTn id="232" dur="1" fill="hold">
                                          <p:stCondLst>
                                            <p:cond delay="0"/>
                                          </p:stCondLst>
                                        </p:cTn>
                                        <p:tgtEl>
                                          <p:spTgt spid="45"/>
                                        </p:tgtEl>
                                        <p:attrNameLst>
                                          <p:attrName>style.visibility</p:attrName>
                                        </p:attrNameLst>
                                      </p:cBhvr>
                                      <p:to>
                                        <p:strVal val="visible"/>
                                      </p:to>
                                    </p:set>
                                    <p:animEffect transition="in" filter="wipe(left)">
                                      <p:cBhvr>
                                        <p:cTn id="233" dur="250"/>
                                        <p:tgtEl>
                                          <p:spTgt spid="45"/>
                                        </p:tgtEl>
                                      </p:cBhvr>
                                    </p:animEffect>
                                  </p:childTnLst>
                                </p:cTn>
                              </p:par>
                              <p:par>
                                <p:cTn id="234" presetID="22" presetClass="entr" presetSubtype="8" fill="hold" nodeType="withEffect">
                                  <p:stCondLst>
                                    <p:cond delay="505"/>
                                  </p:stCondLst>
                                  <p:childTnLst>
                                    <p:set>
                                      <p:cBhvr>
                                        <p:cTn id="235" dur="1" fill="hold">
                                          <p:stCondLst>
                                            <p:cond delay="0"/>
                                          </p:stCondLst>
                                        </p:cTn>
                                        <p:tgtEl>
                                          <p:spTgt spid="46"/>
                                        </p:tgtEl>
                                        <p:attrNameLst>
                                          <p:attrName>style.visibility</p:attrName>
                                        </p:attrNameLst>
                                      </p:cBhvr>
                                      <p:to>
                                        <p:strVal val="visible"/>
                                      </p:to>
                                    </p:set>
                                    <p:animEffect transition="in" filter="wipe(left)">
                                      <p:cBhvr>
                                        <p:cTn id="236" dur="250"/>
                                        <p:tgtEl>
                                          <p:spTgt spid="46"/>
                                        </p:tgtEl>
                                      </p:cBhvr>
                                    </p:animEffect>
                                  </p:childTnLst>
                                </p:cTn>
                              </p:par>
                              <p:par>
                                <p:cTn id="237" presetID="10" presetClass="entr" presetSubtype="0" fill="hold" nodeType="withEffect">
                                  <p:stCondLst>
                                    <p:cond delay="290"/>
                                  </p:stCondLst>
                                  <p:childTnLst>
                                    <p:set>
                                      <p:cBhvr>
                                        <p:cTn id="238" dur="1" fill="hold">
                                          <p:stCondLst>
                                            <p:cond delay="0"/>
                                          </p:stCondLst>
                                        </p:cTn>
                                        <p:tgtEl>
                                          <p:spTgt spid="47"/>
                                        </p:tgtEl>
                                        <p:attrNameLst>
                                          <p:attrName>style.visibility</p:attrName>
                                        </p:attrNameLst>
                                      </p:cBhvr>
                                      <p:to>
                                        <p:strVal val="visible"/>
                                      </p:to>
                                    </p:set>
                                    <p:animEffect transition="in" filter="fade">
                                      <p:cBhvr>
                                        <p:cTn id="239" dur="225"/>
                                        <p:tgtEl>
                                          <p:spTgt spid="47"/>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xit" presetSubtype="0" fill="hold" nodeType="clickEffect">
                                  <p:stCondLst>
                                    <p:cond delay="0"/>
                                  </p:stCondLst>
                                  <p:childTnLst>
                                    <p:animEffect transition="out" filter="fade">
                                      <p:cBhvr>
                                        <p:cTn id="243" dur="175"/>
                                        <p:tgtEl>
                                          <p:spTgt spid="34"/>
                                        </p:tgtEl>
                                      </p:cBhvr>
                                    </p:animEffect>
                                    <p:set>
                                      <p:cBhvr>
                                        <p:cTn id="244" dur="1" fill="hold">
                                          <p:stCondLst>
                                            <p:cond delay="174"/>
                                          </p:stCondLst>
                                        </p:cTn>
                                        <p:tgtEl>
                                          <p:spTgt spid="34"/>
                                        </p:tgtEl>
                                        <p:attrNameLst>
                                          <p:attrName>style.visibility</p:attrName>
                                        </p:attrNameLst>
                                      </p:cBhvr>
                                      <p:to>
                                        <p:strVal val="hidden"/>
                                      </p:to>
                                    </p:set>
                                  </p:childTnLst>
                                </p:cTn>
                              </p:par>
                              <p:par>
                                <p:cTn id="245" presetID="10" presetClass="exit" presetSubtype="0" fill="hold" nodeType="withEffect">
                                  <p:stCondLst>
                                    <p:cond delay="0"/>
                                  </p:stCondLst>
                                  <p:childTnLst>
                                    <p:animEffect transition="out" filter="fade">
                                      <p:cBhvr>
                                        <p:cTn id="246" dur="175"/>
                                        <p:tgtEl>
                                          <p:spTgt spid="35"/>
                                        </p:tgtEl>
                                      </p:cBhvr>
                                    </p:animEffect>
                                    <p:set>
                                      <p:cBhvr>
                                        <p:cTn id="247" dur="1" fill="hold">
                                          <p:stCondLst>
                                            <p:cond delay="174"/>
                                          </p:stCondLst>
                                        </p:cTn>
                                        <p:tgtEl>
                                          <p:spTgt spid="35"/>
                                        </p:tgtEl>
                                        <p:attrNameLst>
                                          <p:attrName>style.visibility</p:attrName>
                                        </p:attrNameLst>
                                      </p:cBhvr>
                                      <p:to>
                                        <p:strVal val="hidden"/>
                                      </p:to>
                                    </p:set>
                                  </p:childTnLst>
                                </p:cTn>
                              </p:par>
                              <p:par>
                                <p:cTn id="248" presetID="10" presetClass="exit" presetSubtype="0" fill="hold" nodeType="withEffect">
                                  <p:stCondLst>
                                    <p:cond delay="0"/>
                                  </p:stCondLst>
                                  <p:childTnLst>
                                    <p:animEffect transition="out" filter="fade">
                                      <p:cBhvr>
                                        <p:cTn id="249" dur="175"/>
                                        <p:tgtEl>
                                          <p:spTgt spid="36"/>
                                        </p:tgtEl>
                                      </p:cBhvr>
                                    </p:animEffect>
                                    <p:set>
                                      <p:cBhvr>
                                        <p:cTn id="250" dur="1" fill="hold">
                                          <p:stCondLst>
                                            <p:cond delay="174"/>
                                          </p:stCondLst>
                                        </p:cTn>
                                        <p:tgtEl>
                                          <p:spTgt spid="36"/>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175"/>
                                        <p:tgtEl>
                                          <p:spTgt spid="37"/>
                                        </p:tgtEl>
                                      </p:cBhvr>
                                    </p:animEffect>
                                    <p:set>
                                      <p:cBhvr>
                                        <p:cTn id="253" dur="1" fill="hold">
                                          <p:stCondLst>
                                            <p:cond delay="174"/>
                                          </p:stCondLst>
                                        </p:cTn>
                                        <p:tgtEl>
                                          <p:spTgt spid="37"/>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175"/>
                                        <p:tgtEl>
                                          <p:spTgt spid="38"/>
                                        </p:tgtEl>
                                      </p:cBhvr>
                                    </p:animEffect>
                                    <p:set>
                                      <p:cBhvr>
                                        <p:cTn id="256" dur="1" fill="hold">
                                          <p:stCondLst>
                                            <p:cond delay="174"/>
                                          </p:stCondLst>
                                        </p:cTn>
                                        <p:tgtEl>
                                          <p:spTgt spid="38"/>
                                        </p:tgtEl>
                                        <p:attrNameLst>
                                          <p:attrName>style.visibility</p:attrName>
                                        </p:attrNameLst>
                                      </p:cBhvr>
                                      <p:to>
                                        <p:strVal val="hidden"/>
                                      </p:to>
                                    </p:set>
                                  </p:childTnLst>
                                </p:cTn>
                              </p:par>
                              <p:par>
                                <p:cTn id="257" presetID="10" presetClass="exit" presetSubtype="0" fill="hold" nodeType="withEffect">
                                  <p:stCondLst>
                                    <p:cond delay="0"/>
                                  </p:stCondLst>
                                  <p:childTnLst>
                                    <p:animEffect transition="out" filter="fade">
                                      <p:cBhvr>
                                        <p:cTn id="258" dur="175"/>
                                        <p:tgtEl>
                                          <p:spTgt spid="39"/>
                                        </p:tgtEl>
                                      </p:cBhvr>
                                    </p:animEffect>
                                    <p:set>
                                      <p:cBhvr>
                                        <p:cTn id="259" dur="1" fill="hold">
                                          <p:stCondLst>
                                            <p:cond delay="174"/>
                                          </p:stCondLst>
                                        </p:cTn>
                                        <p:tgtEl>
                                          <p:spTgt spid="39"/>
                                        </p:tgtEl>
                                        <p:attrNameLst>
                                          <p:attrName>style.visibility</p:attrName>
                                        </p:attrNameLst>
                                      </p:cBhvr>
                                      <p:to>
                                        <p:strVal val="hidden"/>
                                      </p:to>
                                    </p:set>
                                  </p:childTnLst>
                                </p:cTn>
                              </p:par>
                              <p:par>
                                <p:cTn id="260" presetID="10" presetClass="exit" presetSubtype="0" fill="hold" nodeType="withEffect">
                                  <p:stCondLst>
                                    <p:cond delay="0"/>
                                  </p:stCondLst>
                                  <p:childTnLst>
                                    <p:animEffect transition="out" filter="fade">
                                      <p:cBhvr>
                                        <p:cTn id="261" dur="175"/>
                                        <p:tgtEl>
                                          <p:spTgt spid="40"/>
                                        </p:tgtEl>
                                      </p:cBhvr>
                                    </p:animEffect>
                                    <p:set>
                                      <p:cBhvr>
                                        <p:cTn id="262" dur="1" fill="hold">
                                          <p:stCondLst>
                                            <p:cond delay="174"/>
                                          </p:stCondLst>
                                        </p:cTn>
                                        <p:tgtEl>
                                          <p:spTgt spid="40"/>
                                        </p:tgtEl>
                                        <p:attrNameLst>
                                          <p:attrName>style.visibility</p:attrName>
                                        </p:attrNameLst>
                                      </p:cBhvr>
                                      <p:to>
                                        <p:strVal val="hidden"/>
                                      </p:to>
                                    </p:set>
                                  </p:childTnLst>
                                </p:cTn>
                              </p:par>
                              <p:par>
                                <p:cTn id="263" presetID="10" presetClass="exit" presetSubtype="0" fill="hold" nodeType="withEffect">
                                  <p:stCondLst>
                                    <p:cond delay="0"/>
                                  </p:stCondLst>
                                  <p:childTnLst>
                                    <p:animEffect transition="out" filter="fade">
                                      <p:cBhvr>
                                        <p:cTn id="264" dur="175"/>
                                        <p:tgtEl>
                                          <p:spTgt spid="41"/>
                                        </p:tgtEl>
                                      </p:cBhvr>
                                    </p:animEffect>
                                    <p:set>
                                      <p:cBhvr>
                                        <p:cTn id="265" dur="1" fill="hold">
                                          <p:stCondLst>
                                            <p:cond delay="174"/>
                                          </p:stCondLst>
                                        </p:cTn>
                                        <p:tgtEl>
                                          <p:spTgt spid="41"/>
                                        </p:tgtEl>
                                        <p:attrNameLst>
                                          <p:attrName>style.visibility</p:attrName>
                                        </p:attrNameLst>
                                      </p:cBhvr>
                                      <p:to>
                                        <p:strVal val="hidden"/>
                                      </p:to>
                                    </p:set>
                                  </p:childTnLst>
                                </p:cTn>
                              </p:par>
                              <p:par>
                                <p:cTn id="266" presetID="10" presetClass="exit" presetSubtype="0" fill="hold" nodeType="withEffect">
                                  <p:stCondLst>
                                    <p:cond delay="0"/>
                                  </p:stCondLst>
                                  <p:childTnLst>
                                    <p:animEffect transition="out" filter="fade">
                                      <p:cBhvr>
                                        <p:cTn id="267" dur="175"/>
                                        <p:tgtEl>
                                          <p:spTgt spid="43"/>
                                        </p:tgtEl>
                                      </p:cBhvr>
                                    </p:animEffect>
                                    <p:set>
                                      <p:cBhvr>
                                        <p:cTn id="268" dur="1" fill="hold">
                                          <p:stCondLst>
                                            <p:cond delay="174"/>
                                          </p:stCondLst>
                                        </p:cTn>
                                        <p:tgtEl>
                                          <p:spTgt spid="43"/>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175"/>
                                        <p:tgtEl>
                                          <p:spTgt spid="44"/>
                                        </p:tgtEl>
                                      </p:cBhvr>
                                    </p:animEffect>
                                    <p:set>
                                      <p:cBhvr>
                                        <p:cTn id="271" dur="1" fill="hold">
                                          <p:stCondLst>
                                            <p:cond delay="174"/>
                                          </p:stCondLst>
                                        </p:cTn>
                                        <p:tgtEl>
                                          <p:spTgt spid="44"/>
                                        </p:tgtEl>
                                        <p:attrNameLst>
                                          <p:attrName>style.visibility</p:attrName>
                                        </p:attrNameLst>
                                      </p:cBhvr>
                                      <p:to>
                                        <p:strVal val="hidden"/>
                                      </p:to>
                                    </p:set>
                                  </p:childTnLst>
                                </p:cTn>
                              </p:par>
                              <p:par>
                                <p:cTn id="272" presetID="10" presetClass="exit" presetSubtype="0" fill="hold" nodeType="withEffect">
                                  <p:stCondLst>
                                    <p:cond delay="0"/>
                                  </p:stCondLst>
                                  <p:childTnLst>
                                    <p:animEffect transition="out" filter="fade">
                                      <p:cBhvr>
                                        <p:cTn id="273" dur="175"/>
                                        <p:tgtEl>
                                          <p:spTgt spid="45"/>
                                        </p:tgtEl>
                                      </p:cBhvr>
                                    </p:animEffect>
                                    <p:set>
                                      <p:cBhvr>
                                        <p:cTn id="274" dur="1" fill="hold">
                                          <p:stCondLst>
                                            <p:cond delay="174"/>
                                          </p:stCondLst>
                                        </p:cTn>
                                        <p:tgtEl>
                                          <p:spTgt spid="45"/>
                                        </p:tgtEl>
                                        <p:attrNameLst>
                                          <p:attrName>style.visibility</p:attrName>
                                        </p:attrNameLst>
                                      </p:cBhvr>
                                      <p:to>
                                        <p:strVal val="hidden"/>
                                      </p:to>
                                    </p:set>
                                  </p:childTnLst>
                                </p:cTn>
                              </p:par>
                              <p:par>
                                <p:cTn id="275" presetID="10" presetClass="exit" presetSubtype="0" fill="hold" nodeType="withEffect">
                                  <p:stCondLst>
                                    <p:cond delay="0"/>
                                  </p:stCondLst>
                                  <p:childTnLst>
                                    <p:animEffect transition="out" filter="fade">
                                      <p:cBhvr>
                                        <p:cTn id="276" dur="175"/>
                                        <p:tgtEl>
                                          <p:spTgt spid="46"/>
                                        </p:tgtEl>
                                      </p:cBhvr>
                                    </p:animEffect>
                                    <p:set>
                                      <p:cBhvr>
                                        <p:cTn id="277" dur="1" fill="hold">
                                          <p:stCondLst>
                                            <p:cond delay="174"/>
                                          </p:stCondLst>
                                        </p:cTn>
                                        <p:tgtEl>
                                          <p:spTgt spid="46"/>
                                        </p:tgtEl>
                                        <p:attrNameLst>
                                          <p:attrName>style.visibility</p:attrName>
                                        </p:attrNameLst>
                                      </p:cBhvr>
                                      <p:to>
                                        <p:strVal val="hidden"/>
                                      </p:to>
                                    </p:set>
                                  </p:childTnLst>
                                </p:cTn>
                              </p:par>
                              <p:par>
                                <p:cTn id="278" presetID="10" presetClass="exit" presetSubtype="0" fill="hold" nodeType="withEffect">
                                  <p:stCondLst>
                                    <p:cond delay="0"/>
                                  </p:stCondLst>
                                  <p:childTnLst>
                                    <p:animEffect transition="out" filter="fade">
                                      <p:cBhvr>
                                        <p:cTn id="279" dur="175"/>
                                        <p:tgtEl>
                                          <p:spTgt spid="47"/>
                                        </p:tgtEl>
                                      </p:cBhvr>
                                    </p:animEffect>
                                    <p:set>
                                      <p:cBhvr>
                                        <p:cTn id="280" dur="1" fill="hold">
                                          <p:stCondLst>
                                            <p:cond delay="174"/>
                                          </p:stCondLst>
                                        </p:cTn>
                                        <p:tgtEl>
                                          <p:spTgt spid="47"/>
                                        </p:tgtEl>
                                        <p:attrNameLst>
                                          <p:attrName>style.visibility</p:attrName>
                                        </p:attrNameLst>
                                      </p:cBhvr>
                                      <p:to>
                                        <p:strVal val="hidden"/>
                                      </p:to>
                                    </p:set>
                                  </p:childTnLst>
                                </p:cTn>
                              </p:par>
                              <p:par>
                                <p:cTn id="281" presetID="10" presetClass="entr" presetSubtype="0" fill="hold" nodeType="withEffect">
                                  <p:stCondLst>
                                    <p:cond delay="225"/>
                                  </p:stCondLst>
                                  <p:childTnLst>
                                    <p:set>
                                      <p:cBhvr>
                                        <p:cTn id="282" dur="1" fill="hold">
                                          <p:stCondLst>
                                            <p:cond delay="0"/>
                                          </p:stCondLst>
                                        </p:cTn>
                                        <p:tgtEl>
                                          <p:spTgt spid="48"/>
                                        </p:tgtEl>
                                        <p:attrNameLst>
                                          <p:attrName>style.visibility</p:attrName>
                                        </p:attrNameLst>
                                      </p:cBhvr>
                                      <p:to>
                                        <p:strVal val="visible"/>
                                      </p:to>
                                    </p:set>
                                    <p:animEffect transition="in" filter="fade">
                                      <p:cBhvr>
                                        <p:cTn id="283" dur="225"/>
                                        <p:tgtEl>
                                          <p:spTgt spid="48"/>
                                        </p:tgtEl>
                                      </p:cBhvr>
                                    </p:animEffect>
                                  </p:childTnLst>
                                </p:cTn>
                              </p:par>
                              <p:par>
                                <p:cTn id="284" presetID="10" presetClass="entr" presetSubtype="0" fill="hold" nodeType="withEffect">
                                  <p:stCondLst>
                                    <p:cond delay="260"/>
                                  </p:stCondLst>
                                  <p:childTnLst>
                                    <p:set>
                                      <p:cBhvr>
                                        <p:cTn id="285" dur="1" fill="hold">
                                          <p:stCondLst>
                                            <p:cond delay="0"/>
                                          </p:stCondLst>
                                        </p:cTn>
                                        <p:tgtEl>
                                          <p:spTgt spid="51"/>
                                        </p:tgtEl>
                                        <p:attrNameLst>
                                          <p:attrName>style.visibility</p:attrName>
                                        </p:attrNameLst>
                                      </p:cBhvr>
                                      <p:to>
                                        <p:strVal val="visible"/>
                                      </p:to>
                                    </p:set>
                                    <p:animEffect transition="in" filter="fade">
                                      <p:cBhvr>
                                        <p:cTn id="286" dur="225"/>
                                        <p:tgtEl>
                                          <p:spTgt spid="51"/>
                                        </p:tgtEl>
                                      </p:cBhvr>
                                    </p:animEffect>
                                  </p:childTnLst>
                                </p:cTn>
                              </p:par>
                              <p:par>
                                <p:cTn id="287" presetID="22" presetClass="entr" presetSubtype="4" fill="hold" nodeType="withEffect">
                                  <p:stCondLst>
                                    <p:cond delay="260"/>
                                  </p:stCondLst>
                                  <p:childTnLst>
                                    <p:set>
                                      <p:cBhvr>
                                        <p:cTn id="288" dur="1" fill="hold">
                                          <p:stCondLst>
                                            <p:cond delay="0"/>
                                          </p:stCondLst>
                                        </p:cTn>
                                        <p:tgtEl>
                                          <p:spTgt spid="52"/>
                                        </p:tgtEl>
                                        <p:attrNameLst>
                                          <p:attrName>style.visibility</p:attrName>
                                        </p:attrNameLst>
                                      </p:cBhvr>
                                      <p:to>
                                        <p:strVal val="visible"/>
                                      </p:to>
                                    </p:set>
                                    <p:animEffect transition="in" filter="wipe(down)">
                                      <p:cBhvr>
                                        <p:cTn id="289" dur="250"/>
                                        <p:tgtEl>
                                          <p:spTgt spid="52"/>
                                        </p:tgtEl>
                                      </p:cBhvr>
                                    </p:animEffect>
                                  </p:childTnLst>
                                </p:cTn>
                              </p:par>
                              <p:par>
                                <p:cTn id="290" presetID="10" presetClass="entr" presetSubtype="0" grpId="0" fill="hold" nodeType="withEffect">
                                  <p:stCondLst>
                                    <p:cond delay="295"/>
                                  </p:stCondLst>
                                  <p:childTnLst>
                                    <p:set>
                                      <p:cBhvr>
                                        <p:cTn id="291" dur="1" fill="hold">
                                          <p:stCondLst>
                                            <p:cond delay="0"/>
                                          </p:stCondLst>
                                        </p:cTn>
                                        <p:tgtEl>
                                          <p:spTgt spid="53">
                                            <p:txEl>
                                              <p:pRg st="0" end="0"/>
                                            </p:txEl>
                                          </p:spTgt>
                                        </p:tgtEl>
                                        <p:attrNameLst>
                                          <p:attrName>style.visibility</p:attrName>
                                        </p:attrNameLst>
                                      </p:cBhvr>
                                      <p:to>
                                        <p:strVal val="visible"/>
                                      </p:to>
                                    </p:set>
                                    <p:animEffect transition="in" filter="fade">
                                      <p:cBhvr>
                                        <p:cTn id="292" dur="225"/>
                                        <p:tgtEl>
                                          <p:spTgt spid="53">
                                            <p:txEl>
                                              <p:pRg st="0" end="0"/>
                                            </p:txEl>
                                          </p:spTgt>
                                        </p:tgtEl>
                                      </p:cBhvr>
                                    </p:animEffect>
                                  </p:childTnLst>
                                </p:cTn>
                              </p:par>
                              <p:par>
                                <p:cTn id="293" presetID="10" presetClass="entr" presetSubtype="0" grpId="0" fill="hold" nodeType="withEffect">
                                  <p:stCondLst>
                                    <p:cond delay="485"/>
                                  </p:stCondLst>
                                  <p:childTnLst>
                                    <p:set>
                                      <p:cBhvr>
                                        <p:cTn id="294" dur="1" fill="hold">
                                          <p:stCondLst>
                                            <p:cond delay="0"/>
                                          </p:stCondLst>
                                        </p:cTn>
                                        <p:tgtEl>
                                          <p:spTgt spid="53">
                                            <p:txEl>
                                              <p:pRg st="1" end="1"/>
                                            </p:txEl>
                                          </p:spTgt>
                                        </p:tgtEl>
                                        <p:attrNameLst>
                                          <p:attrName>style.visibility</p:attrName>
                                        </p:attrNameLst>
                                      </p:cBhvr>
                                      <p:to>
                                        <p:strVal val="visible"/>
                                      </p:to>
                                    </p:set>
                                    <p:animEffect transition="in" filter="fade">
                                      <p:cBhvr>
                                        <p:cTn id="295" dur="225"/>
                                        <p:tgtEl>
                                          <p:spTgt spid="53">
                                            <p:txEl>
                                              <p:pRg st="1" end="1"/>
                                            </p:txEl>
                                          </p:spTgt>
                                        </p:tgtEl>
                                      </p:cBhvr>
                                    </p:animEffect>
                                  </p:childTnLst>
                                </p:cTn>
                              </p:par>
                              <p:par>
                                <p:cTn id="296" presetID="10" presetClass="entr" presetSubtype="0" grpId="0" fill="hold" nodeType="withEffect">
                                  <p:stCondLst>
                                    <p:cond delay="675"/>
                                  </p:stCondLst>
                                  <p:childTnLst>
                                    <p:set>
                                      <p:cBhvr>
                                        <p:cTn id="297" dur="1" fill="hold">
                                          <p:stCondLst>
                                            <p:cond delay="0"/>
                                          </p:stCondLst>
                                        </p:cTn>
                                        <p:tgtEl>
                                          <p:spTgt spid="53">
                                            <p:txEl>
                                              <p:pRg st="2" end="2"/>
                                            </p:txEl>
                                          </p:spTgt>
                                        </p:tgtEl>
                                        <p:attrNameLst>
                                          <p:attrName>style.visibility</p:attrName>
                                        </p:attrNameLst>
                                      </p:cBhvr>
                                      <p:to>
                                        <p:strVal val="visible"/>
                                      </p:to>
                                    </p:set>
                                    <p:animEffect transition="in" filter="fade">
                                      <p:cBhvr>
                                        <p:cTn id="298" dur="225"/>
                                        <p:tgtEl>
                                          <p:spTgt spid="53">
                                            <p:txEl>
                                              <p:pRg st="2" end="2"/>
                                            </p:txEl>
                                          </p:spTgt>
                                        </p:tgtEl>
                                      </p:cBhvr>
                                    </p:animEffect>
                                  </p:childTnLst>
                                </p:cTn>
                              </p:par>
                              <p:par>
                                <p:cTn id="299" presetID="22" presetClass="entr" presetSubtype="4" fill="hold" nodeType="withEffect">
                                  <p:stCondLst>
                                    <p:cond delay="330"/>
                                  </p:stCondLst>
                                  <p:childTnLst>
                                    <p:set>
                                      <p:cBhvr>
                                        <p:cTn id="300" dur="1" fill="hold">
                                          <p:stCondLst>
                                            <p:cond delay="0"/>
                                          </p:stCondLst>
                                        </p:cTn>
                                        <p:tgtEl>
                                          <p:spTgt spid="58"/>
                                        </p:tgtEl>
                                        <p:attrNameLst>
                                          <p:attrName>style.visibility</p:attrName>
                                        </p:attrNameLst>
                                      </p:cBhvr>
                                      <p:to>
                                        <p:strVal val="visible"/>
                                      </p:to>
                                    </p:set>
                                    <p:animEffect transition="in" filter="wipe(down)">
                                      <p:cBhvr>
                                        <p:cTn id="301" dur="250"/>
                                        <p:tgtEl>
                                          <p:spTgt spid="58"/>
                                        </p:tgtEl>
                                      </p:cBhvr>
                                    </p:animEffect>
                                  </p:childTnLst>
                                </p:cTn>
                              </p:par>
                              <p:par>
                                <p:cTn id="302" presetID="10" presetClass="entr" presetSubtype="0" fill="hold" nodeType="withEffect">
                                  <p:stCondLst>
                                    <p:cond delay="290"/>
                                  </p:stCondLst>
                                  <p:childTnLst>
                                    <p:set>
                                      <p:cBhvr>
                                        <p:cTn id="303" dur="1" fill="hold">
                                          <p:stCondLst>
                                            <p:cond delay="0"/>
                                          </p:stCondLst>
                                        </p:cTn>
                                        <p:tgtEl>
                                          <p:spTgt spid="59"/>
                                        </p:tgtEl>
                                        <p:attrNameLst>
                                          <p:attrName>style.visibility</p:attrName>
                                        </p:attrNameLst>
                                      </p:cBhvr>
                                      <p:to>
                                        <p:strVal val="visible"/>
                                      </p:to>
                                    </p:set>
                                    <p:animEffect transition="in" filter="fade">
                                      <p:cBhvr>
                                        <p:cTn id="304" dur="225"/>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2" grpId="0" build="p"/>
      <p:bldP spid="19" grpId="0" build="p"/>
      <p:bldP spid="30" grpId="0" build="p"/>
      <p:bldP spid="5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Downhole y crosshole miden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de forma directa, pero exigen perforar</a:t>
            </a:r>
            <a:endParaRPr lang="en-US" sz="2200" dirty="0"/>
          </a:p>
        </p:txBody>
      </p:sp>
      <p:grpSp>
        <p:nvGrpSpPr>
          <p:cNvPr id="4" name="Obj [o146]"/>
          <p:cNvGrpSpPr/>
          <p:nvPr/>
        </p:nvGrpSpPr>
        <p:grpSpPr>
          <a:xfrm>
            <a:off x="966136" y="1561458"/>
            <a:ext cx="4471272" cy="2828600"/>
            <a:chOff x="966136" y="1561458"/>
            <a:chExt cx="4471272" cy="2828600"/>
          </a:xfrm>
        </p:grpSpPr>
        <p:sp>
          <p:nvSpPr>
            <p:cNvPr id="5" name="MX146:0"/>
            <p:cNvSpPr/>
            <p:nvPr/>
          </p:nvSpPr>
          <p:spPr>
            <a:xfrm>
              <a:off x="2360403" y="1561458"/>
              <a:ext cx="1522476" cy="681108"/>
            </a:xfrm>
            <a:prstGeom prst="rect">
              <a:avLst/>
            </a:prstGeom>
            <a:solidFill>
              <a:srgbClr val="1F4E79"/>
            </a:solidFill>
            <a:ln w="11129">
              <a:solidFill>
                <a:srgbClr val="1F4E79"/>
              </a:solidFill>
              <a:prstDash val="solid"/>
            </a:ln>
          </p:spPr>
        </p:sp>
        <p:sp>
          <p:nvSpPr>
            <p:cNvPr id="6" name="MX146: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7" name="MX146:2"/>
            <p:cNvSpPr/>
            <p:nvPr/>
          </p:nvSpPr>
          <p:spPr>
            <a:xfrm>
              <a:off x="3914931" y="1561458"/>
              <a:ext cx="1522476" cy="681108"/>
            </a:xfrm>
            <a:prstGeom prst="rect">
              <a:avLst/>
            </a:prstGeom>
            <a:solidFill>
              <a:srgbClr val="1F4E79"/>
            </a:solidFill>
            <a:ln w="11129">
              <a:solidFill>
                <a:srgbClr val="1F4E79"/>
              </a:solidFill>
              <a:prstDash val="solid"/>
            </a:ln>
          </p:spPr>
        </p:sp>
        <p:sp>
          <p:nvSpPr>
            <p:cNvPr id="8" name="MX146: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9" name="MX146:4"/>
            <p:cNvSpPr/>
            <p:nvPr/>
          </p:nvSpPr>
          <p:spPr>
            <a:xfrm>
              <a:off x="966136" y="2274618"/>
              <a:ext cx="1362215" cy="761238"/>
            </a:xfrm>
            <a:prstGeom prst="rect">
              <a:avLst/>
            </a:prstGeom>
            <a:solidFill>
              <a:srgbClr val="2E75B6"/>
            </a:solidFill>
            <a:ln w="11129">
              <a:solidFill>
                <a:srgbClr val="2E75B6"/>
              </a:solidFill>
              <a:prstDash val="solid"/>
            </a:ln>
          </p:spPr>
        </p:sp>
        <p:sp>
          <p:nvSpPr>
            <p:cNvPr id="10" name="MX146: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1" name="MX146:6"/>
            <p:cNvSpPr/>
            <p:nvPr/>
          </p:nvSpPr>
          <p:spPr>
            <a:xfrm>
              <a:off x="966136" y="3067908"/>
              <a:ext cx="1362215" cy="1322150"/>
            </a:xfrm>
            <a:prstGeom prst="rect">
              <a:avLst/>
            </a:prstGeom>
            <a:solidFill>
              <a:srgbClr val="2E75B6"/>
            </a:solidFill>
            <a:ln w="11129">
              <a:solidFill>
                <a:srgbClr val="2E75B6"/>
              </a:solidFill>
              <a:prstDash val="solid"/>
            </a:ln>
          </p:spPr>
        </p:sp>
        <p:sp>
          <p:nvSpPr>
            <p:cNvPr id="12" name="MX146: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3" name="MX146:8"/>
            <p:cNvSpPr/>
            <p:nvPr/>
          </p:nvSpPr>
          <p:spPr>
            <a:xfrm>
              <a:off x="2360403" y="2274618"/>
              <a:ext cx="1522476" cy="761238"/>
            </a:xfrm>
            <a:prstGeom prst="rect">
              <a:avLst/>
            </a:prstGeom>
            <a:solidFill>
              <a:srgbClr val="FFFFFF"/>
            </a:solidFill>
            <a:ln w="11129">
              <a:solidFill>
                <a:srgbClr val="6B6B6B"/>
              </a:solidFill>
              <a:prstDash val="solid"/>
            </a:ln>
          </p:spPr>
        </p:sp>
        <p:sp>
          <p:nvSpPr>
            <p:cNvPr id="14" name="MX146: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15" name="MX146:10"/>
            <p:cNvSpPr/>
            <p:nvPr/>
          </p:nvSpPr>
          <p:spPr>
            <a:xfrm>
              <a:off x="3914931" y="2274618"/>
              <a:ext cx="1522476" cy="761238"/>
            </a:xfrm>
            <a:prstGeom prst="rect">
              <a:avLst/>
            </a:prstGeom>
            <a:solidFill>
              <a:srgbClr val="FFFFFF"/>
            </a:solidFill>
            <a:ln w="11129">
              <a:solidFill>
                <a:srgbClr val="6B6B6B"/>
              </a:solidFill>
              <a:prstDash val="solid"/>
            </a:ln>
          </p:spPr>
        </p:sp>
        <p:sp>
          <p:nvSpPr>
            <p:cNvPr id="16" name="MX146: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7" name="MX146:12"/>
            <p:cNvSpPr/>
            <p:nvPr/>
          </p:nvSpPr>
          <p:spPr>
            <a:xfrm>
              <a:off x="2360403" y="3067908"/>
              <a:ext cx="1522476" cy="1322150"/>
            </a:xfrm>
            <a:prstGeom prst="rect">
              <a:avLst/>
            </a:prstGeom>
            <a:solidFill>
              <a:srgbClr val="FFFFFF"/>
            </a:solidFill>
            <a:ln w="11129">
              <a:solidFill>
                <a:srgbClr val="6B6B6B"/>
              </a:solidFill>
              <a:prstDash val="solid"/>
            </a:ln>
          </p:spPr>
        </p:sp>
        <p:sp>
          <p:nvSpPr>
            <p:cNvPr id="18" name="MX146: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19" name="MX146:14"/>
            <p:cNvSpPr/>
            <p:nvPr/>
          </p:nvSpPr>
          <p:spPr>
            <a:xfrm>
              <a:off x="3914931" y="3067908"/>
              <a:ext cx="1522476" cy="1322150"/>
            </a:xfrm>
            <a:prstGeom prst="rect">
              <a:avLst/>
            </a:prstGeom>
            <a:solidFill>
              <a:srgbClr val="FFFFFF"/>
            </a:solidFill>
            <a:ln w="33388">
              <a:solidFill>
                <a:srgbClr val="C55A11"/>
              </a:solidFill>
              <a:prstDash val="solid"/>
            </a:ln>
          </p:spPr>
        </p:sp>
        <p:sp>
          <p:nvSpPr>
            <p:cNvPr id="20" name="MX146:15"/>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pic>
          <p:nvPicPr>
            <p:cNvPr id="21" name="MX146:16" descr="SPT">    </p:cNvPr>
            <p:cNvPicPr>
              <a:picLocks noChangeAspect="1"/>
            </p:cNvPicPr>
            <p:nvPr/>
          </p:nvPicPr>
          <p:blipFill>
            <a:blip r:embed="rId1"/>
            <a:stretch>
              <a:fillRect/>
            </a:stretch>
          </p:blipFill>
          <p:spPr>
            <a:xfrm>
              <a:off x="2406123" y="2395490"/>
              <a:ext cx="692658" cy="519494"/>
            </a:xfrm>
            <a:prstGeom prst="rect">
              <a:avLst/>
            </a:prstGeom>
          </p:spPr>
        </p:pic>
        <p:pic>
          <p:nvPicPr>
            <p:cNvPr id="22" name="MX146:17" descr="CPTu">    </p:cNvPr>
            <p:cNvPicPr>
              <a:picLocks noChangeAspect="1"/>
            </p:cNvPicPr>
            <p:nvPr/>
          </p:nvPicPr>
          <p:blipFill>
            <a:blip r:embed="rId2"/>
            <a:stretch>
              <a:fillRect/>
            </a:stretch>
          </p:blipFill>
          <p:spPr>
            <a:xfrm>
              <a:off x="3181529" y="2320338"/>
              <a:ext cx="618603" cy="669798"/>
            </a:xfrm>
            <a:prstGeom prst="rect">
              <a:avLst/>
            </a:prstGeom>
          </p:spPr>
        </p:pic>
      </p:grpSp>
      <p:grpSp>
        <p:nvGrpSpPr>
          <p:cNvPr id="23" name="Obj [o170]"/>
          <p:cNvGrpSpPr/>
          <p:nvPr/>
        </p:nvGrpSpPr>
        <p:grpSpPr>
          <a:xfrm>
            <a:off x="966136" y="1561458"/>
            <a:ext cx="4471272" cy="2828600"/>
            <a:chOff x="966136" y="1561458"/>
            <a:chExt cx="4471272" cy="2828600"/>
          </a:xfrm>
        </p:grpSpPr>
        <p:sp>
          <p:nvSpPr>
            <p:cNvPr id="24" name="MX170:0"/>
            <p:cNvSpPr/>
            <p:nvPr/>
          </p:nvSpPr>
          <p:spPr>
            <a:xfrm>
              <a:off x="2360403" y="1561458"/>
              <a:ext cx="1522476" cy="681108"/>
            </a:xfrm>
            <a:prstGeom prst="rect">
              <a:avLst/>
            </a:prstGeom>
            <a:solidFill>
              <a:srgbClr val="1F4E79"/>
            </a:solidFill>
            <a:ln w="11129">
              <a:solidFill>
                <a:srgbClr val="1F4E79"/>
              </a:solidFill>
              <a:prstDash val="solid"/>
            </a:ln>
          </p:spPr>
        </p:sp>
        <p:sp>
          <p:nvSpPr>
            <p:cNvPr id="25" name="MX170: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26" name="MX170:2"/>
            <p:cNvSpPr/>
            <p:nvPr/>
          </p:nvSpPr>
          <p:spPr>
            <a:xfrm>
              <a:off x="3914931" y="1561458"/>
              <a:ext cx="1522476" cy="681108"/>
            </a:xfrm>
            <a:prstGeom prst="rect">
              <a:avLst/>
            </a:prstGeom>
            <a:solidFill>
              <a:srgbClr val="1F4E79"/>
            </a:solidFill>
            <a:ln w="11129">
              <a:solidFill>
                <a:srgbClr val="1F4E79"/>
              </a:solidFill>
              <a:prstDash val="solid"/>
            </a:ln>
          </p:spPr>
        </p:sp>
        <p:sp>
          <p:nvSpPr>
            <p:cNvPr id="27" name="MX170: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28" name="MX170:4"/>
            <p:cNvSpPr/>
            <p:nvPr/>
          </p:nvSpPr>
          <p:spPr>
            <a:xfrm>
              <a:off x="966136" y="2274618"/>
              <a:ext cx="1362215" cy="761238"/>
            </a:xfrm>
            <a:prstGeom prst="rect">
              <a:avLst/>
            </a:prstGeom>
            <a:solidFill>
              <a:srgbClr val="2E75B6"/>
            </a:solidFill>
            <a:ln w="11129">
              <a:solidFill>
                <a:srgbClr val="2E75B6"/>
              </a:solidFill>
              <a:prstDash val="solid"/>
            </a:ln>
          </p:spPr>
        </p:sp>
        <p:sp>
          <p:nvSpPr>
            <p:cNvPr id="29" name="MX170: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30" name="MX170:6"/>
            <p:cNvSpPr/>
            <p:nvPr/>
          </p:nvSpPr>
          <p:spPr>
            <a:xfrm>
              <a:off x="966136" y="3067908"/>
              <a:ext cx="1362215" cy="1322150"/>
            </a:xfrm>
            <a:prstGeom prst="rect">
              <a:avLst/>
            </a:prstGeom>
            <a:solidFill>
              <a:srgbClr val="2E75B6"/>
            </a:solidFill>
            <a:ln w="11129">
              <a:solidFill>
                <a:srgbClr val="2E75B6"/>
              </a:solidFill>
              <a:prstDash val="solid"/>
            </a:ln>
          </p:spPr>
        </p:sp>
        <p:sp>
          <p:nvSpPr>
            <p:cNvPr id="31" name="MX170: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32" name="MX170:8"/>
            <p:cNvSpPr/>
            <p:nvPr/>
          </p:nvSpPr>
          <p:spPr>
            <a:xfrm>
              <a:off x="2360403" y="2274618"/>
              <a:ext cx="1522476" cy="761238"/>
            </a:xfrm>
            <a:prstGeom prst="rect">
              <a:avLst/>
            </a:prstGeom>
            <a:solidFill>
              <a:srgbClr val="FFFFFF"/>
            </a:solidFill>
            <a:ln w="11129">
              <a:solidFill>
                <a:srgbClr val="6B6B6B"/>
              </a:solidFill>
              <a:prstDash val="solid"/>
            </a:ln>
          </p:spPr>
        </p:sp>
        <p:sp>
          <p:nvSpPr>
            <p:cNvPr id="33" name="MX170: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34" name="MX170:10"/>
            <p:cNvSpPr/>
            <p:nvPr/>
          </p:nvSpPr>
          <p:spPr>
            <a:xfrm>
              <a:off x="3914931" y="2274618"/>
              <a:ext cx="1522476" cy="761238"/>
            </a:xfrm>
            <a:prstGeom prst="rect">
              <a:avLst/>
            </a:prstGeom>
            <a:solidFill>
              <a:srgbClr val="FFFFFF"/>
            </a:solidFill>
            <a:ln w="11129">
              <a:solidFill>
                <a:srgbClr val="6B6B6B"/>
              </a:solidFill>
              <a:prstDash val="solid"/>
            </a:ln>
          </p:spPr>
        </p:sp>
        <p:sp>
          <p:nvSpPr>
            <p:cNvPr id="35" name="MX170: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36" name="MX170:12"/>
            <p:cNvSpPr/>
            <p:nvPr/>
          </p:nvSpPr>
          <p:spPr>
            <a:xfrm>
              <a:off x="2360403" y="3067908"/>
              <a:ext cx="1522476" cy="1322150"/>
            </a:xfrm>
            <a:prstGeom prst="rect">
              <a:avLst/>
            </a:prstGeom>
            <a:solidFill>
              <a:srgbClr val="FFFFFF"/>
            </a:solidFill>
            <a:ln w="11129">
              <a:solidFill>
                <a:srgbClr val="6B6B6B"/>
              </a:solidFill>
              <a:prstDash val="solid"/>
            </a:ln>
          </p:spPr>
        </p:sp>
        <p:sp>
          <p:nvSpPr>
            <p:cNvPr id="37" name="MX170: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endParaRPr lang="en-US" sz="1440" dirty="0"/>
            </a:p>
          </p:txBody>
        </p:sp>
        <p:sp>
          <p:nvSpPr>
            <p:cNvPr id="38" name="MX170:14"/>
            <p:cNvSpPr/>
            <p:nvPr/>
          </p:nvSpPr>
          <p:spPr>
            <a:xfrm>
              <a:off x="3914931" y="3067908"/>
              <a:ext cx="1522476" cy="1322150"/>
            </a:xfrm>
            <a:prstGeom prst="rect">
              <a:avLst/>
            </a:prstGeom>
            <a:solidFill>
              <a:srgbClr val="FFFFFF"/>
            </a:solidFill>
            <a:ln w="33388">
              <a:solidFill>
                <a:srgbClr val="C55A11"/>
              </a:solidFill>
              <a:prstDash val="solid"/>
            </a:ln>
          </p:spPr>
        </p:sp>
        <p:sp>
          <p:nvSpPr>
            <p:cNvPr id="39" name="MX170:15"/>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pic>
          <p:nvPicPr>
            <p:cNvPr id="40" name="MX170:16" descr="SPT">    </p:cNvPr>
            <p:cNvPicPr>
              <a:picLocks noChangeAspect="1"/>
            </p:cNvPicPr>
            <p:nvPr/>
          </p:nvPicPr>
          <p:blipFill>
            <a:blip r:embed="rId3"/>
            <a:stretch>
              <a:fillRect/>
            </a:stretch>
          </p:blipFill>
          <p:spPr>
            <a:xfrm>
              <a:off x="2406123" y="2395490"/>
              <a:ext cx="692658" cy="519494"/>
            </a:xfrm>
            <a:prstGeom prst="rect">
              <a:avLst/>
            </a:prstGeom>
          </p:spPr>
        </p:pic>
        <p:pic>
          <p:nvPicPr>
            <p:cNvPr id="41" name="MX170:17" descr="CPTu">    </p:cNvPr>
            <p:cNvPicPr>
              <a:picLocks noChangeAspect="1"/>
            </p:cNvPicPr>
            <p:nvPr/>
          </p:nvPicPr>
          <p:blipFill>
            <a:blip r:embed="rId4"/>
            <a:stretch>
              <a:fillRect/>
            </a:stretch>
          </p:blipFill>
          <p:spPr>
            <a:xfrm>
              <a:off x="3181529" y="2320338"/>
              <a:ext cx="618603" cy="669798"/>
            </a:xfrm>
            <a:prstGeom prst="rect">
              <a:avLst/>
            </a:prstGeom>
          </p:spPr>
        </p:pic>
      </p:grpSp>
      <p:sp>
        <p:nvSpPr>
          <p:cNvPr id="42" name="Obj [o14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Volvemos al mapa: ahora, los métodos con ondas dentro del terreno</a:t>
            </a:r>
            <a:endParaRPr lang="en-US" sz="1400" dirty="0"/>
          </a:p>
        </p:txBody>
      </p:sp>
      <p:sp>
        <p:nvSpPr>
          <p:cNvPr id="43" name="Obj [o14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44" name="Obj [o14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Downhole: la fuente está en superficie y los geófonos dentro del pozo</a:t>
            </a:r>
            <a:endParaRPr lang="en-US" sz="1400" dirty="0"/>
          </a:p>
        </p:txBody>
      </p:sp>
      <p:pic>
        <p:nvPicPr>
          <p:cNvPr id="45" name="Obj [o149]" descr="Downhole">    </p:cNvPr>
          <p:cNvPicPr>
            <a:picLocks noChangeAspect="1"/>
          </p:cNvPicPr>
          <p:nvPr/>
        </p:nvPicPr>
        <p:blipFill>
          <a:blip r:embed="rId5"/>
          <a:stretch>
            <a:fillRect/>
          </a:stretch>
        </p:blipFill>
        <p:spPr>
          <a:xfrm>
            <a:off x="966136" y="1561458"/>
            <a:ext cx="1682737" cy="1375838"/>
          </a:xfrm>
          <a:prstGeom prst="rect">
            <a:avLst/>
          </a:prstGeom>
        </p:spPr>
      </p:pic>
      <p:sp>
        <p:nvSpPr>
          <p:cNvPr id="46" name="Obj [o150]"/>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47" name="Obj [o151]"/>
          <p:cNvSpPr txBox="1"/>
          <p:nvPr/>
        </p:nvSpPr>
        <p:spPr>
          <a:xfrm>
            <a:off x="966136" y="3097556"/>
            <a:ext cx="3445604" cy="1602606"/>
          </a:xfrm>
          <a:prstGeom prst="rect">
            <a:avLst/>
          </a:prstGeom>
          <a:noFill/>
          <a:ln/>
        </p:spPr>
        <p:txBody>
          <a:bodyPr wrap="square" lIns="0" tIns="0" rIns="0" bIns="0" rtlCol="0" anchor="t"/>
          <a:lstStyle/>
          <a:p>
            <a:pPr marL="342900" indent="-342900">
              <a:spcAft>
                <a:spcPts val="1080"/>
              </a:spcAft>
              <a:buSzPct val="100000"/>
              <a:buChar char="•"/>
            </a:pPr>
            <a:r>
              <a:rPr lang="en-US" sz="1260" dirty="0">
                <a:solidFill>
                  <a:srgbClr val="2D2D2D"/>
                </a:solidFill>
                <a:latin typeface="Arial" pitchFamily="34" charset="0"/>
                <a:ea typeface="Arial" pitchFamily="34" charset="-122"/>
                <a:cs typeface="Arial" pitchFamily="34" charset="-120"/>
              </a:rPr>
              <a:t>Un solo pozo con geófonos a distintas profundidades</a:t>
            </a:r>
            <a:endParaRPr lang="en-US" sz="1260" dirty="0"/>
          </a:p>
          <a:p>
            <a:pPr marL="342900" indent="-342900">
              <a:spcAft>
                <a:spcPts val="1080"/>
              </a:spcAft>
              <a:buSzPct val="100000"/>
              <a:buChar char="•"/>
            </a:pPr>
            <a:r>
              <a:rPr lang="en-US" sz="1260" dirty="0">
                <a:solidFill>
                  <a:srgbClr val="2D2D2D"/>
                </a:solidFill>
                <a:latin typeface="Arial" pitchFamily="34" charset="0"/>
                <a:ea typeface="Arial" pitchFamily="34" charset="-122"/>
                <a:cs typeface="Arial" pitchFamily="34" charset="-120"/>
              </a:rPr>
              <a:t>Una fuente golpea en superficie</a:t>
            </a:r>
            <a:endParaRPr lang="en-US" sz="1260" dirty="0"/>
          </a:p>
          <a:p>
            <a:pPr marL="342900" indent="-342900">
              <a:spcAft>
                <a:spcPts val="108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V</m:t>
                        </m:r>
                      </m:e>
                      <m:sub>
                        <m:r>
                          <a:rPr lang="es-ES" sz="1260" i="1">
                            <a:solidFill>
                              <a:srgbClr val="2D2D2D"/>
                            </a:solidFill>
                            <a:latin typeface="Cambria Math" panose="02040503050406030204" pitchFamily="18" charset="0"/>
                          </a:rPr>
                          <m:t xml:space="preserve">s</m:t>
                        </m:r>
                      </m:sub>
                    </m:sSub>
                  </m:oMath>
                </a14:m>
              </mc:Choice>
              <mc:Fallback>
                <a:r>
                  <a:rPr lang="en-US" sz="1260" dirty="0">
                    <a:solidFill>
                      <a:srgbClr val="2D2D2D"/>
                    </a:solidFill>
                    <a:latin typeface="Arial" pitchFamily="34" charset="0"/>
                    <a:ea typeface="Arial" pitchFamily="34" charset="-122"/>
                    <a:cs typeface="Arial" pitchFamily="34" charset="-120"/>
                  </a:rPr>
                  <a:t>Vs</a:t>
                </a:r>
              </mc:Fallback>
            </mc:AlternateContent>
            <a:r>
              <a:rPr lang="en-US" sz="126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1260" dirty="0"/>
          </a:p>
        </p:txBody>
      </p:sp>
      <p:sp>
        <p:nvSpPr>
          <p:cNvPr id="49" name="Obj [o1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a:t>
            </a:r>
            <a:endParaRPr lang="en-US" sz="800" dirty="0"/>
          </a:p>
        </p:txBody>
      </p:sp>
      <p:sp>
        <p:nvSpPr>
          <p:cNvPr id="50" name="Obj [o15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Crosshole: fuente y receptor a la misma profundidad, en pozos distintos</a:t>
            </a:r>
            <a:endParaRPr lang="en-US" sz="1400" dirty="0"/>
          </a:p>
        </p:txBody>
      </p:sp>
      <p:pic>
        <p:nvPicPr>
          <p:cNvPr id="51" name="Obj [o154]" descr="Crosshole">    </p:cNvPr>
          <p:cNvPicPr>
            <a:picLocks noChangeAspect="1"/>
          </p:cNvPicPr>
          <p:nvPr/>
        </p:nvPicPr>
        <p:blipFill>
          <a:blip r:embed="rId6"/>
          <a:stretch>
            <a:fillRect/>
          </a:stretch>
        </p:blipFill>
        <p:spPr>
          <a:xfrm>
            <a:off x="4732261" y="1561458"/>
            <a:ext cx="2083388" cy="1282085"/>
          </a:xfrm>
          <a:prstGeom prst="rect">
            <a:avLst/>
          </a:prstGeom>
        </p:spPr>
      </p:pic>
      <p:sp>
        <p:nvSpPr>
          <p:cNvPr id="52" name="Obj [o155]"/>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53" name="Obj [o156]"/>
          <p:cNvSpPr txBox="1"/>
          <p:nvPr/>
        </p:nvSpPr>
        <p:spPr>
          <a:xfrm>
            <a:off x="4732261" y="3003804"/>
            <a:ext cx="3445604" cy="1602606"/>
          </a:xfrm>
          <a:prstGeom prst="rect">
            <a:avLst/>
          </a:prstGeom>
          <a:noFill/>
          <a:ln/>
        </p:spPr>
        <p:txBody>
          <a:bodyPr wrap="square" lIns="0" tIns="0" rIns="0" bIns="0" rtlCol="0" anchor="t"/>
          <a:lstStyle/>
          <a:p>
            <a:pPr marL="342900" indent="-342900">
              <a:spcAft>
                <a:spcPts val="1080"/>
              </a:spcAft>
              <a:buSzPct val="100000"/>
              <a:buChar char="•"/>
            </a:pPr>
            <a:r>
              <a:rPr lang="en-US" sz="1260"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Δ</m:t>
                    </m:r>
                    <m:r>
                      <a:rPr lang="es-ES" sz="1260" i="1">
                        <a:solidFill>
                          <a:srgbClr val="2D2D2D"/>
                        </a:solidFill>
                        <a:latin typeface="Cambria Math" panose="02040503050406030204" pitchFamily="18" charset="0"/>
                      </a:rPr>
                      <m:t xml:space="preserve">x</m:t>
                    </m:r>
                  </m:oMath>
                </a14:m>
              </mc:Choice>
              <mc:Fallback>
                <a:r>
                  <a:rPr lang="en-US" sz="1260" dirty="0">
                    <a:solidFill>
                      <a:srgbClr val="2D2D2D"/>
                    </a:solidFill>
                    <a:latin typeface="Arial" pitchFamily="34" charset="0"/>
                    <a:ea typeface="Arial" pitchFamily="34" charset="-122"/>
                    <a:cs typeface="Arial" pitchFamily="34" charset="-120"/>
                  </a:rPr>
                  <a:t>Δx</a:t>
                </a:r>
              </mc:Fallback>
            </mc:AlternateContent>
            <a:r>
              <a:rPr lang="en-US" sz="1260" dirty="0">
                <a:solidFill>
                  <a:srgbClr val="2D2D2D"/>
                </a:solidFill>
                <a:latin typeface="Arial" pitchFamily="34" charset="0"/>
                <a:ea typeface="Arial" pitchFamily="34" charset="-122"/>
                <a:cs typeface="Arial" pitchFamily="34" charset="-120"/>
              </a:rPr>
              <a:t> conocida</a:t>
            </a:r>
            <a:endParaRPr lang="en-US" sz="1260" dirty="0"/>
          </a:p>
          <a:p>
            <a:pPr marL="342900" indent="-342900">
              <a:spcAft>
                <a:spcPts val="1080"/>
              </a:spcAft>
              <a:buSzPct val="100000"/>
              <a:buChar char="•"/>
            </a:pPr>
            <a:r>
              <a:rPr lang="en-US" sz="1260" dirty="0">
                <a:solidFill>
                  <a:srgbClr val="2D2D2D"/>
                </a:solidFill>
                <a:latin typeface="Arial" pitchFamily="34" charset="0"/>
                <a:ea typeface="Arial" pitchFamily="34" charset="-122"/>
                <a:cs typeface="Arial" pitchFamily="34" charset="-120"/>
              </a:rPr>
              <a:t>La onda S viaja en horizontal por una sola capa</a:t>
            </a:r>
            <a:endParaRPr lang="en-US" sz="1260" dirty="0"/>
          </a:p>
        </p:txBody>
      </p:sp>
      <p:sp>
        <p:nvSpPr>
          <p:cNvPr id="55" name="Obj [o157]"/>
          <p:cNvSpPr/>
          <p:nvPr/>
        </p:nvSpPr>
        <p:spPr>
          <a:xfrm>
            <a:off x="4732261" y="4141654"/>
            <a:ext cx="3445604"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6" name="Obj [o158]"/>
              <p:cNvSpPr txBox="1"/>
              <p:nvPr/>
            </p:nvSpPr>
            <p:spPr>
              <a:xfrm>
                <a:off x="4732261" y="4141654"/>
                <a:ext cx="3445604"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Δx</m:t>
                          </m:r>
                        </m:num>
                        <m:den>
                          <m:r>
                            <a:rPr lang="es-ES" sz="2500" i="1">
                              <a:solidFill>
                                <a:srgbClr val="1F4E79"/>
                              </a:solidFill>
                              <a:latin typeface="Cambria Math" panose="02040503050406030204" pitchFamily="18" charset="0"/>
                            </a:rPr>
                            <m:t xml:space="preserve">Δt</m:t>
                          </m:r>
                        </m:den>
                      </m:f>
                    </m:oMath>
                  </m:oMathPara>
                </a14:m>
                <a:endParaRPr lang="es-ES"/>
              </a:p>
            </p:txBody>
          </p:sp>
        </mc:Choice>
        <mc:Fallback>
          <p:sp>
            <p:nvSpPr>
              <p:cNvPr id="56" name="Obj [o158]"/>
              <p:cNvSpPr txBox="1"/>
              <p:nvPr/>
            </p:nvSpPr>
            <p:spPr>
              <a:xfrm>
                <a:off x="4732261" y="4141654"/>
                <a:ext cx="3445604"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Vs = Δx / Δt</a:t>
                </a:r>
                <a:endParaRPr lang="en-US" sz="2159" dirty="0"/>
              </a:p>
            </p:txBody>
          </p:sp>
        </mc:Fallback>
      </mc:AlternateContent>
      <p:sp>
        <p:nvSpPr>
          <p:cNvPr id="57" name="Obj [o15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 Adaptada de Foti et al. (2014), cap. 1 (a confirmar).</a:t>
            </a:r>
            <a:endParaRPr lang="en-US" sz="800" dirty="0"/>
          </a:p>
        </p:txBody>
      </p:sp>
      <p:sp>
        <p:nvSpPr>
          <p:cNvPr id="58" name="Obj [o16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de forma directa, con trayectos conocidos</a:t>
            </a:r>
            <a:endParaRPr lang="en-US" sz="1400" dirty="0"/>
          </a:p>
        </p:txBody>
      </p:sp>
      <p:sp>
        <p:nvSpPr>
          <p:cNvPr id="60" name="Obj [o161]"/>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Un solo pozo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con la profundidad</a:t>
            </a:r>
            <a:endParaRPr lang="en-US" sz="1440" dirty="0"/>
          </a:p>
        </p:txBody>
      </p:sp>
      <p:sp>
        <p:nvSpPr>
          <p:cNvPr id="62" name="Obj [o162]"/>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de capas individuales a profundidad conocida</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Mejor resolución vertical</a:t>
            </a:r>
            <a:endParaRPr lang="en-US" sz="1440" dirty="0"/>
          </a:p>
        </p:txBody>
      </p:sp>
      <p:sp>
        <p:nvSpPr>
          <p:cNvPr id="64" name="Obj [o16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65" name="Obj [o16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exigen perforar y siguen siendo ensayos puntuales</a:t>
            </a:r>
            <a:endParaRPr lang="en-US" sz="1400" dirty="0"/>
          </a:p>
        </p:txBody>
      </p:sp>
      <p:sp>
        <p:nvSpPr>
          <p:cNvPr id="66" name="Obj [o165]"/>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Menor resolución vertical</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Requiere perforar y entubar</a:t>
            </a:r>
            <a:endParaRPr lang="en-US" sz="1440" dirty="0"/>
          </a:p>
        </p:txBody>
      </p:sp>
      <p:sp>
        <p:nvSpPr>
          <p:cNvPr id="67" name="Obj [o166]"/>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Dos o más pozos alineados y verticales</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Costo y tiempo altos</a:t>
            </a:r>
            <a:endParaRPr lang="en-US" sz="1440" dirty="0"/>
          </a:p>
        </p:txBody>
      </p:sp>
      <p:sp>
        <p:nvSpPr>
          <p:cNvPr id="68" name="Obj [o167]"/>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C55A11"/>
                            </a:solidFill>
                            <a:latin typeface="Cambria Math" panose="02040503050406030204" pitchFamily="18" charset="0"/>
                          </a:rPr>
                          <m:t xml:space="preserve">V</m:t>
                        </m:r>
                      </m:e>
                      <m:sub>
                        <m:r>
                          <a:rPr lang="es-ES" sz="1620" i="1">
                            <a:solidFill>
                              <a:srgbClr val="C55A11"/>
                            </a:solidFill>
                            <a:latin typeface="Cambria Math" panose="02040503050406030204" pitchFamily="18" charset="0"/>
                          </a:rPr>
                          <m:t xml:space="preserve">s</m:t>
                        </m:r>
                      </m:sub>
                    </m:sSub>
                  </m:oMath>
                </a14:m>
              </mc:Choice>
              <mc:Fallback>
                <a:r>
                  <a:rPr lang="en-US" sz="1620" b="1" dirty="0">
                    <a:solidFill>
                      <a:srgbClr val="C55A11"/>
                    </a:solidFill>
                    <a:latin typeface="Arial" pitchFamily="34" charset="0"/>
                    <a:ea typeface="Arial" pitchFamily="34" charset="-122"/>
                    <a:cs typeface="Arial" pitchFamily="34" charset="-120"/>
                  </a:rPr>
                  <a:t>Vs</a:t>
                </a:r>
              </mc:Fallback>
            </mc:AlternateContent>
            <a:r>
              <a:rPr lang="en-US" sz="1620" b="1" dirty="0">
                <a:solidFill>
                  <a:srgbClr val="C55A11"/>
                </a:solidFill>
                <a:latin typeface="Arial" pitchFamily="34" charset="0"/>
                <a:ea typeface="Arial" pitchFamily="34" charset="-122"/>
                <a:cs typeface="Arial" pitchFamily="34" charset="-120"/>
              </a:rPr>
              <a:t> de forma directa, pero un punto del sitio por ensayo</a:t>
            </a:r>
            <a:endParaRPr lang="en-US" sz="1620" dirty="0"/>
          </a:p>
        </p:txBody>
      </p:sp>
      <p:sp>
        <p:nvSpPr>
          <p:cNvPr id="70" name="Obj [o16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71" name="Obj [o16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Dentro del terreno las ondas dan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de forma directa; falta la superficie</a:t>
            </a:r>
            <a:endParaRPr lang="en-US" sz="1400" dirty="0"/>
          </a:p>
        </p:txBody>
      </p:sp>
      <p:sp>
        <p:nvSpPr>
          <p:cNvPr id="73" name="Obj [o1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7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225"/>
                                        <p:tgtEl>
                                          <p:spTgt spid="42"/>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10" presetClass="entr" presetSubtype="0" fill="hold" nodeType="withEffect">
                                  <p:stCondLst>
                                    <p:cond delay="20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225"/>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175"/>
                                        <p:tgtEl>
                                          <p:spTgt spid="42"/>
                                        </p:tgtEl>
                                      </p:cBhvr>
                                    </p:animEffect>
                                    <p:set>
                                      <p:cBhvr>
                                        <p:cTn id="18" dur="1" fill="hold">
                                          <p:stCondLst>
                                            <p:cond delay="174"/>
                                          </p:stCondLst>
                                        </p:cTn>
                                        <p:tgtEl>
                                          <p:spTgt spid="42"/>
                                        </p:tgtEl>
                                        <p:attrNameLst>
                                          <p:attrName>style.visibility</p:attrName>
                                        </p:attrNameLst>
                                      </p:cBhvr>
                                      <p:to>
                                        <p:strVal val="hidden"/>
                                      </p:to>
                                    </p:set>
                                  </p:childTnLst>
                                </p:cTn>
                              </p:par>
                              <p:par>
                                <p:cTn id="19" presetID="53" presetClass="exit" presetSubtype="16" fill="hold" nodeType="withEffect">
                                  <p:stCondLst>
                                    <p:cond delay="0"/>
                                  </p:stCondLst>
                                  <p:childTnLst>
                                    <p:anim calcmode="lin" valueType="num">
                                      <p:cBhvr>
                                        <p:cTn id="20" dur="475" fill="hold"/>
                                        <p:tgtEl>
                                          <p:spTgt spid="4"/>
                                        </p:tgtEl>
                                        <p:attrNameLst>
                                          <p:attrName>ppt_x</p:attrName>
                                        </p:attrNameLst>
                                      </p:cBhvr>
                                      <p:tavLst>
                                        <p:tav tm="0">
                                          <p:val>
                                            <p:strVal val="#ppt_x"/>
                                          </p:val>
                                        </p:tav>
                                        <p:tav tm="100000">
                                          <p:val>
                                            <p:fltVal val="0.51636"/>
                                          </p:val>
                                        </p:tav>
                                      </p:tavLst>
                                    </p:anim>
                                    <p:anim calcmode="lin" valueType="num">
                                      <p:cBhvr>
                                        <p:cTn id="21" dur="475" fill="hold"/>
                                        <p:tgtEl>
                                          <p:spTgt spid="4"/>
                                        </p:tgtEl>
                                        <p:attrNameLst>
                                          <p:attrName>ppt_y</p:attrName>
                                        </p:attrNameLst>
                                      </p:cBhvr>
                                      <p:tavLst>
                                        <p:tav tm="0">
                                          <p:val>
                                            <p:strVal val="#ppt_y"/>
                                          </p:val>
                                        </p:tav>
                                        <p:tav tm="100000">
                                          <p:val>
                                            <p:fltVal val="0.30432"/>
                                          </p:val>
                                        </p:tav>
                                      </p:tavLst>
                                    </p:anim>
                                    <p:anim calcmode="lin" valueType="num">
                                      <p:cBhvr>
                                        <p:cTn id="22" dur="475" fill="hold"/>
                                        <p:tgtEl>
                                          <p:spTgt spid="4"/>
                                        </p:tgtEl>
                                        <p:attrNameLst>
                                          <p:attrName>ppt_w</p:attrName>
                                        </p:attrNameLst>
                                      </p:cBhvr>
                                      <p:tavLst>
                                        <p:tav tm="0">
                                          <p:val>
                                            <p:strVal val="#ppt_w"/>
                                          </p:val>
                                        </p:tav>
                                        <p:tav tm="100000">
                                          <p:val>
                                            <p:fltVal val="0.91309"/>
                                          </p:val>
                                        </p:tav>
                                      </p:tavLst>
                                    </p:anim>
                                    <p:anim calcmode="lin" valueType="num">
                                      <p:cBhvr>
                                        <p:cTn id="23" dur="475" fill="hold"/>
                                        <p:tgtEl>
                                          <p:spTgt spid="4"/>
                                        </p:tgtEl>
                                        <p:attrNameLst>
                                          <p:attrName>ppt_h</p:attrName>
                                        </p:attrNameLst>
                                      </p:cBhvr>
                                      <p:tavLst>
                                        <p:tav tm="0">
                                          <p:val>
                                            <p:strVal val="#ppt_h"/>
                                          </p:val>
                                        </p:tav>
                                        <p:tav tm="100000">
                                          <p:val>
                                            <p:fltVal val="1.02691"/>
                                          </p:val>
                                        </p:tav>
                                      </p:tavLst>
                                    </p:anim>
                                    <p:animEffect transition="out" filter="fade">
                                      <p:cBhvr>
                                        <p:cTn id="24" dur="475"/>
                                        <p:tgtEl>
                                          <p:spTgt spid="4"/>
                                        </p:tgtEl>
                                      </p:cBhvr>
                                    </p:animEffect>
                                    <p:set>
                                      <p:cBhvr>
                                        <p:cTn id="25" dur="1" fill="hold">
                                          <p:stCondLst>
                                            <p:cond delay="474"/>
                                          </p:stCondLst>
                                        </p:cTn>
                                        <p:tgtEl>
                                          <p:spTgt spid="4"/>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75"/>
                                        <p:tgtEl>
                                          <p:spTgt spid="43"/>
                                        </p:tgtEl>
                                      </p:cBhvr>
                                    </p:animEffect>
                                    <p:set>
                                      <p:cBhvr>
                                        <p:cTn id="28" dur="1" fill="hold">
                                          <p:stCondLst>
                                            <p:cond delay="174"/>
                                          </p:stCondLst>
                                        </p:cTn>
                                        <p:tgtEl>
                                          <p:spTgt spid="43"/>
                                        </p:tgtEl>
                                        <p:attrNameLst>
                                          <p:attrName>style.visibility</p:attrName>
                                        </p:attrNameLst>
                                      </p:cBhvr>
                                      <p:to>
                                        <p:strVal val="hidden"/>
                                      </p:to>
                                    </p:set>
                                  </p:childTnLst>
                                </p:cTn>
                              </p:par>
                              <p:par>
                                <p:cTn id="29" presetID="10" presetClass="entr" presetSubtype="0" fill="hold" nodeType="withEffect">
                                  <p:stCondLst>
                                    <p:cond delay="20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225"/>
                                        <p:tgtEl>
                                          <p:spTgt spid="44"/>
                                        </p:tgtEl>
                                      </p:cBhvr>
                                    </p:animEffect>
                                  </p:childTnLst>
                                </p:cTn>
                              </p:par>
                              <p:par>
                                <p:cTn id="32" presetID="53" presetClass="entr" presetSubtype="16" fill="hold" nodeType="withEffect">
                                  <p:stCondLst>
                                    <p:cond delay="235"/>
                                  </p:stCondLst>
                                  <p:childTnLst>
                                    <p:set>
                                      <p:cBhvr>
                                        <p:cTn id="33" dur="1" fill="hold">
                                          <p:stCondLst>
                                            <p:cond delay="0"/>
                                          </p:stCondLst>
                                        </p:cTn>
                                        <p:tgtEl>
                                          <p:spTgt spid="45"/>
                                        </p:tgtEl>
                                        <p:attrNameLst>
                                          <p:attrName>style.visibility</p:attrName>
                                        </p:attrNameLst>
                                      </p:cBhvr>
                                      <p:to>
                                        <p:strVal val="visible"/>
                                      </p:to>
                                    </p:set>
                                    <p:anim calcmode="lin" valueType="num">
                                      <p:cBhvr>
                                        <p:cTn id="34" dur="300" fill="hold"/>
                                        <p:tgtEl>
                                          <p:spTgt spid="45"/>
                                        </p:tgtEl>
                                        <p:attrNameLst>
                                          <p:attrName>ppt_w</p:attrName>
                                        </p:attrNameLst>
                                      </p:cBhvr>
                                      <p:tavLst>
                                        <p:tav tm="0">
                                          <p:val>
                                            <p:fltVal val="0"/>
                                          </p:val>
                                        </p:tav>
                                        <p:tav tm="100000">
                                          <p:val>
                                            <p:strVal val="#ppt_w"/>
                                          </p:val>
                                        </p:tav>
                                      </p:tavLst>
                                    </p:anim>
                                    <p:anim calcmode="lin" valueType="num">
                                      <p:cBhvr>
                                        <p:cTn id="35" dur="300" fill="hold"/>
                                        <p:tgtEl>
                                          <p:spTgt spid="45"/>
                                        </p:tgtEl>
                                        <p:attrNameLst>
                                          <p:attrName>ppt_h</p:attrName>
                                        </p:attrNameLst>
                                      </p:cBhvr>
                                      <p:tavLst>
                                        <p:tav tm="0">
                                          <p:val>
                                            <p:fltVal val="0"/>
                                          </p:val>
                                        </p:tav>
                                        <p:tav tm="100000">
                                          <p:val>
                                            <p:strVal val="#ppt_h"/>
                                          </p:val>
                                        </p:tav>
                                      </p:tavLst>
                                    </p:anim>
                                    <p:animEffect transition="in" filter="fade">
                                      <p:cBhvr>
                                        <p:cTn id="36" dur="300"/>
                                        <p:tgtEl>
                                          <p:spTgt spid="45"/>
                                        </p:tgtEl>
                                      </p:cBhvr>
                                    </p:animEffect>
                                  </p:childTnLst>
                                </p:cTn>
                              </p:par>
                              <p:par>
                                <p:cTn id="37" presetID="22" presetClass="entr" presetSubtype="4" fill="hold" nodeType="withEffect">
                                  <p:stCondLst>
                                    <p:cond delay="270"/>
                                  </p:stCondLst>
                                  <p:childTnLst>
                                    <p:set>
                                      <p:cBhvr>
                                        <p:cTn id="38" dur="1" fill="hold">
                                          <p:stCondLst>
                                            <p:cond delay="0"/>
                                          </p:stCondLst>
                                        </p:cTn>
                                        <p:tgtEl>
                                          <p:spTgt spid="46"/>
                                        </p:tgtEl>
                                        <p:attrNameLst>
                                          <p:attrName>style.visibility</p:attrName>
                                        </p:attrNameLst>
                                      </p:cBhvr>
                                      <p:to>
                                        <p:strVal val="visible"/>
                                      </p:to>
                                    </p:set>
                                    <p:animEffect transition="in" filter="wipe(down)">
                                      <p:cBhvr>
                                        <p:cTn id="39" dur="250"/>
                                        <p:tgtEl>
                                          <p:spTgt spid="46"/>
                                        </p:tgtEl>
                                      </p:cBhvr>
                                    </p:animEffect>
                                  </p:childTnLst>
                                </p:cTn>
                              </p:par>
                              <p:par>
                                <p:cTn id="40" presetID="10" presetClass="entr" presetSubtype="0" grpId="0" fill="hold" nodeType="withEffect">
                                  <p:stCondLst>
                                    <p:cond delay="305"/>
                                  </p:stCondLst>
                                  <p:childTnLst>
                                    <p:set>
                                      <p:cBhvr>
                                        <p:cTn id="41" dur="1" fill="hold">
                                          <p:stCondLst>
                                            <p:cond delay="0"/>
                                          </p:stCondLst>
                                        </p:cTn>
                                        <p:tgtEl>
                                          <p:spTgt spid="47">
                                            <p:txEl>
                                              <p:pRg st="0" end="0"/>
                                            </p:txEl>
                                          </p:spTgt>
                                        </p:tgtEl>
                                        <p:attrNameLst>
                                          <p:attrName>style.visibility</p:attrName>
                                        </p:attrNameLst>
                                      </p:cBhvr>
                                      <p:to>
                                        <p:strVal val="visible"/>
                                      </p:to>
                                    </p:set>
                                    <p:animEffect transition="in" filter="fade">
                                      <p:cBhvr>
                                        <p:cTn id="42" dur="225"/>
                                        <p:tgtEl>
                                          <p:spTgt spid="47">
                                            <p:txEl>
                                              <p:pRg st="0" end="0"/>
                                            </p:txEl>
                                          </p:spTgt>
                                        </p:tgtEl>
                                      </p:cBhvr>
                                    </p:animEffect>
                                  </p:childTnLst>
                                </p:cTn>
                              </p:par>
                              <p:par>
                                <p:cTn id="43" presetID="10" presetClass="entr" presetSubtype="0" grpId="0" fill="hold" nodeType="withEffect">
                                  <p:stCondLst>
                                    <p:cond delay="495"/>
                                  </p:stCondLst>
                                  <p:childTnLst>
                                    <p:set>
                                      <p:cBhvr>
                                        <p:cTn id="44" dur="1" fill="hold">
                                          <p:stCondLst>
                                            <p:cond delay="0"/>
                                          </p:stCondLst>
                                        </p:cTn>
                                        <p:tgtEl>
                                          <p:spTgt spid="47">
                                            <p:txEl>
                                              <p:pRg st="1" end="1"/>
                                            </p:txEl>
                                          </p:spTgt>
                                        </p:tgtEl>
                                        <p:attrNameLst>
                                          <p:attrName>style.visibility</p:attrName>
                                        </p:attrNameLst>
                                      </p:cBhvr>
                                      <p:to>
                                        <p:strVal val="visible"/>
                                      </p:to>
                                    </p:set>
                                    <p:animEffect transition="in" filter="fade">
                                      <p:cBhvr>
                                        <p:cTn id="45" dur="225"/>
                                        <p:tgtEl>
                                          <p:spTgt spid="47">
                                            <p:txEl>
                                              <p:pRg st="1" end="1"/>
                                            </p:txEl>
                                          </p:spTgt>
                                        </p:tgtEl>
                                      </p:cBhvr>
                                    </p:animEffect>
                                  </p:childTnLst>
                                </p:cTn>
                              </p:par>
                              <p:par>
                                <p:cTn id="46" presetID="10" presetClass="entr" presetSubtype="0" grpId="0" fill="hold" nodeType="withEffect">
                                  <p:stCondLst>
                                    <p:cond delay="685"/>
                                  </p:stCondLst>
                                  <p:childTnLst>
                                    <p:set>
                                      <p:cBhvr>
                                        <p:cTn id="47" dur="1" fill="hold">
                                          <p:stCondLst>
                                            <p:cond delay="0"/>
                                          </p:stCondLst>
                                        </p:cTn>
                                        <p:tgtEl>
                                          <p:spTgt spid="47">
                                            <p:txEl>
                                              <p:pRg st="2" end="2"/>
                                            </p:txEl>
                                          </p:spTgt>
                                        </p:tgtEl>
                                        <p:attrNameLst>
                                          <p:attrName>style.visibility</p:attrName>
                                        </p:attrNameLst>
                                      </p:cBhvr>
                                      <p:to>
                                        <p:strVal val="visible"/>
                                      </p:to>
                                    </p:set>
                                    <p:animEffect transition="in" filter="fade">
                                      <p:cBhvr>
                                        <p:cTn id="48" dur="225"/>
                                        <p:tgtEl>
                                          <p:spTgt spid="47">
                                            <p:txEl>
                                              <p:pRg st="2" end="2"/>
                                            </p:txEl>
                                          </p:spTgt>
                                        </p:tgtEl>
                                      </p:cBhvr>
                                    </p:animEffect>
                                  </p:childTnLst>
                                </p:cTn>
                              </p:par>
                              <p:par>
                                <p:cTn id="49" presetID="10" presetClass="entr" presetSubtype="0" fill="hold" nodeType="withEffect">
                                  <p:stCondLst>
                                    <p:cond delay="265"/>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225"/>
                                        <p:tgtEl>
                                          <p:spTgt spid="4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175"/>
                                        <p:tgtEl>
                                          <p:spTgt spid="44"/>
                                        </p:tgtEl>
                                      </p:cBhvr>
                                    </p:animEffect>
                                    <p:set>
                                      <p:cBhvr>
                                        <p:cTn id="56" dur="1" fill="hold">
                                          <p:stCondLst>
                                            <p:cond delay="174"/>
                                          </p:stCondLst>
                                        </p:cTn>
                                        <p:tgtEl>
                                          <p:spTgt spid="44"/>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75"/>
                                        <p:tgtEl>
                                          <p:spTgt spid="49"/>
                                        </p:tgtEl>
                                      </p:cBhvr>
                                    </p:animEffect>
                                    <p:set>
                                      <p:cBhvr>
                                        <p:cTn id="59" dur="1" fill="hold">
                                          <p:stCondLst>
                                            <p:cond delay="174"/>
                                          </p:stCondLst>
                                        </p:cTn>
                                        <p:tgtEl>
                                          <p:spTgt spid="49"/>
                                        </p:tgtEl>
                                        <p:attrNameLst>
                                          <p:attrName>style.visibility</p:attrName>
                                        </p:attrNameLst>
                                      </p:cBhvr>
                                      <p:to>
                                        <p:strVal val="hidden"/>
                                      </p:to>
                                    </p:set>
                                  </p:childTnLst>
                                </p:cTn>
                              </p:par>
                              <p:par>
                                <p:cTn id="60" presetID="10" presetClass="entr" presetSubtype="0" fill="hold" nodeType="withEffect">
                                  <p:stCondLst>
                                    <p:cond delay="225"/>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225"/>
                                        <p:tgtEl>
                                          <p:spTgt spid="50"/>
                                        </p:tgtEl>
                                      </p:cBhvr>
                                    </p:animEffect>
                                  </p:childTnLst>
                                </p:cTn>
                              </p:par>
                              <p:par>
                                <p:cTn id="63" presetID="53" presetClass="entr" presetSubtype="16" fill="hold" nodeType="withEffect">
                                  <p:stCondLst>
                                    <p:cond delay="260"/>
                                  </p:stCondLst>
                                  <p:childTnLst>
                                    <p:set>
                                      <p:cBhvr>
                                        <p:cTn id="64" dur="1" fill="hold">
                                          <p:stCondLst>
                                            <p:cond delay="0"/>
                                          </p:stCondLst>
                                        </p:cTn>
                                        <p:tgtEl>
                                          <p:spTgt spid="51"/>
                                        </p:tgtEl>
                                        <p:attrNameLst>
                                          <p:attrName>style.visibility</p:attrName>
                                        </p:attrNameLst>
                                      </p:cBhvr>
                                      <p:to>
                                        <p:strVal val="visible"/>
                                      </p:to>
                                    </p:set>
                                    <p:anim calcmode="lin" valueType="num">
                                      <p:cBhvr>
                                        <p:cTn id="65" dur="300" fill="hold"/>
                                        <p:tgtEl>
                                          <p:spTgt spid="51"/>
                                        </p:tgtEl>
                                        <p:attrNameLst>
                                          <p:attrName>ppt_w</p:attrName>
                                        </p:attrNameLst>
                                      </p:cBhvr>
                                      <p:tavLst>
                                        <p:tav tm="0">
                                          <p:val>
                                            <p:fltVal val="0"/>
                                          </p:val>
                                        </p:tav>
                                        <p:tav tm="100000">
                                          <p:val>
                                            <p:strVal val="#ppt_w"/>
                                          </p:val>
                                        </p:tav>
                                      </p:tavLst>
                                    </p:anim>
                                    <p:anim calcmode="lin" valueType="num">
                                      <p:cBhvr>
                                        <p:cTn id="66" dur="300" fill="hold"/>
                                        <p:tgtEl>
                                          <p:spTgt spid="51"/>
                                        </p:tgtEl>
                                        <p:attrNameLst>
                                          <p:attrName>ppt_h</p:attrName>
                                        </p:attrNameLst>
                                      </p:cBhvr>
                                      <p:tavLst>
                                        <p:tav tm="0">
                                          <p:val>
                                            <p:fltVal val="0"/>
                                          </p:val>
                                        </p:tav>
                                        <p:tav tm="100000">
                                          <p:val>
                                            <p:strVal val="#ppt_h"/>
                                          </p:val>
                                        </p:tav>
                                      </p:tavLst>
                                    </p:anim>
                                    <p:animEffect transition="in" filter="fade">
                                      <p:cBhvr>
                                        <p:cTn id="67" dur="300"/>
                                        <p:tgtEl>
                                          <p:spTgt spid="51"/>
                                        </p:tgtEl>
                                      </p:cBhvr>
                                    </p:animEffect>
                                  </p:childTnLst>
                                </p:cTn>
                              </p:par>
                              <p:par>
                                <p:cTn id="68" presetID="22" presetClass="entr" presetSubtype="8" fill="hold" nodeType="withEffect">
                                  <p:stCondLst>
                                    <p:cond delay="295"/>
                                  </p:stCondLst>
                                  <p:childTnLst>
                                    <p:set>
                                      <p:cBhvr>
                                        <p:cTn id="69" dur="1" fill="hold">
                                          <p:stCondLst>
                                            <p:cond delay="0"/>
                                          </p:stCondLst>
                                        </p:cTn>
                                        <p:tgtEl>
                                          <p:spTgt spid="52"/>
                                        </p:tgtEl>
                                        <p:attrNameLst>
                                          <p:attrName>style.visibility</p:attrName>
                                        </p:attrNameLst>
                                      </p:cBhvr>
                                      <p:to>
                                        <p:strVal val="visible"/>
                                      </p:to>
                                    </p:set>
                                    <p:animEffect transition="in" filter="wipe(left)">
                                      <p:cBhvr>
                                        <p:cTn id="70" dur="250"/>
                                        <p:tgtEl>
                                          <p:spTgt spid="52"/>
                                        </p:tgtEl>
                                      </p:cBhvr>
                                    </p:animEffect>
                                  </p:childTnLst>
                                </p:cTn>
                              </p:par>
                              <p:par>
                                <p:cTn id="71" presetID="10" presetClass="entr" presetSubtype="0" grpId="0" fill="hold" nodeType="withEffect">
                                  <p:stCondLst>
                                    <p:cond delay="330"/>
                                  </p:stCondLst>
                                  <p:childTnLst>
                                    <p:set>
                                      <p:cBhvr>
                                        <p:cTn id="72" dur="1" fill="hold">
                                          <p:stCondLst>
                                            <p:cond delay="0"/>
                                          </p:stCondLst>
                                        </p:cTn>
                                        <p:tgtEl>
                                          <p:spTgt spid="53">
                                            <p:txEl>
                                              <p:pRg st="0" end="0"/>
                                            </p:txEl>
                                          </p:spTgt>
                                        </p:tgtEl>
                                        <p:attrNameLst>
                                          <p:attrName>style.visibility</p:attrName>
                                        </p:attrNameLst>
                                      </p:cBhvr>
                                      <p:to>
                                        <p:strVal val="visible"/>
                                      </p:to>
                                    </p:set>
                                    <p:animEffect transition="in" filter="fade">
                                      <p:cBhvr>
                                        <p:cTn id="73" dur="225"/>
                                        <p:tgtEl>
                                          <p:spTgt spid="53">
                                            <p:txEl>
                                              <p:pRg st="0" end="0"/>
                                            </p:txEl>
                                          </p:spTgt>
                                        </p:tgtEl>
                                      </p:cBhvr>
                                    </p:animEffect>
                                  </p:childTnLst>
                                </p:cTn>
                              </p:par>
                              <p:par>
                                <p:cTn id="74" presetID="10" presetClass="entr" presetSubtype="0" grpId="0" fill="hold" nodeType="withEffect">
                                  <p:stCondLst>
                                    <p:cond delay="520"/>
                                  </p:stCondLst>
                                  <p:childTnLst>
                                    <p:set>
                                      <p:cBhvr>
                                        <p:cTn id="75" dur="1" fill="hold">
                                          <p:stCondLst>
                                            <p:cond delay="0"/>
                                          </p:stCondLst>
                                        </p:cTn>
                                        <p:tgtEl>
                                          <p:spTgt spid="53">
                                            <p:txEl>
                                              <p:pRg st="1" end="1"/>
                                            </p:txEl>
                                          </p:spTgt>
                                        </p:tgtEl>
                                        <p:attrNameLst>
                                          <p:attrName>style.visibility</p:attrName>
                                        </p:attrNameLst>
                                      </p:cBhvr>
                                      <p:to>
                                        <p:strVal val="visible"/>
                                      </p:to>
                                    </p:set>
                                    <p:animEffect transition="in" filter="fade">
                                      <p:cBhvr>
                                        <p:cTn id="76" dur="225"/>
                                        <p:tgtEl>
                                          <p:spTgt spid="53">
                                            <p:txEl>
                                              <p:pRg st="1" end="1"/>
                                            </p:txEl>
                                          </p:spTgt>
                                        </p:tgtEl>
                                      </p:cBhvr>
                                    </p:animEffect>
                                  </p:childTnLst>
                                </p:cTn>
                              </p:par>
                              <p:par>
                                <p:cTn id="77" presetID="10" presetClass="entr" presetSubtype="0" fill="hold" nodeType="withEffect">
                                  <p:stCondLst>
                                    <p:cond delay="365"/>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225"/>
                                        <p:tgtEl>
                                          <p:spTgt spid="55"/>
                                        </p:tgtEl>
                                      </p:cBhvr>
                                    </p:animEffect>
                                  </p:childTnLst>
                                </p:cTn>
                              </p:par>
                              <p:par>
                                <p:cTn id="80" presetID="22" presetClass="entr" presetSubtype="8" fill="hold" nodeType="withEffect">
                                  <p:stCondLst>
                                    <p:cond delay="365"/>
                                  </p:stCondLst>
                                  <p:childTnLst>
                                    <p:set>
                                      <p:cBhvr>
                                        <p:cTn id="81" dur="1" fill="hold">
                                          <p:stCondLst>
                                            <p:cond delay="0"/>
                                          </p:stCondLst>
                                        </p:cTn>
                                        <p:tgtEl>
                                          <p:spTgt spid="56"/>
                                        </p:tgtEl>
                                        <p:attrNameLst>
                                          <p:attrName>style.visibility</p:attrName>
                                        </p:attrNameLst>
                                      </p:cBhvr>
                                      <p:to>
                                        <p:strVal val="visible"/>
                                      </p:to>
                                    </p:set>
                                    <p:animEffect transition="in" filter="wipe(left)">
                                      <p:cBhvr>
                                        <p:cTn id="82" dur="250"/>
                                        <p:tgtEl>
                                          <p:spTgt spid="56"/>
                                        </p:tgtEl>
                                      </p:cBhvr>
                                    </p:animEffect>
                                  </p:childTnLst>
                                </p:cTn>
                              </p:par>
                              <p:par>
                                <p:cTn id="83" presetID="10" presetClass="entr" presetSubtype="0" fill="hold" nodeType="withEffect">
                                  <p:stCondLst>
                                    <p:cond delay="29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225"/>
                                        <p:tgtEl>
                                          <p:spTgt spid="5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xit" presetSubtype="0" grpId="0" fill="hold" nodeType="clickEffect">
                                  <p:stCondLst>
                                    <p:cond delay="0"/>
                                  </p:stCondLst>
                                  <p:childTnLst>
                                    <p:animEffect transition="out" filter="fade">
                                      <p:cBhvr>
                                        <p:cTn id="89" dur="175"/>
                                        <p:tgtEl>
                                          <p:spTgt spid="47">
                                            <p:txEl>
                                              <p:pRg st="0" end="0"/>
                                            </p:txEl>
                                          </p:spTgt>
                                        </p:tgtEl>
                                      </p:cBhvr>
                                    </p:animEffect>
                                    <p:set>
                                      <p:cBhvr>
                                        <p:cTn id="90" dur="1" fill="hold">
                                          <p:stCondLst>
                                            <p:cond delay="174"/>
                                          </p:stCondLst>
                                        </p:cTn>
                                        <p:tgtEl>
                                          <p:spTgt spid="47">
                                            <p:txEl>
                                              <p:pRg st="0" end="0"/>
                                            </p:txEl>
                                          </p:spTgt>
                                        </p:tgtEl>
                                        <p:attrNameLst>
                                          <p:attrName>style.visibility</p:attrName>
                                        </p:attrNameLst>
                                      </p:cBhvr>
                                      <p:to>
                                        <p:strVal val="hidden"/>
                                      </p:to>
                                    </p:set>
                                  </p:childTnLst>
                                </p:cTn>
                              </p:par>
                              <p:par>
                                <p:cTn id="91" presetID="10" presetClass="exit" presetSubtype="0" grpId="0" fill="hold" nodeType="withEffect">
                                  <p:stCondLst>
                                    <p:cond delay="0"/>
                                  </p:stCondLst>
                                  <p:childTnLst>
                                    <p:animEffect transition="out" filter="fade">
                                      <p:cBhvr>
                                        <p:cTn id="92" dur="175"/>
                                        <p:tgtEl>
                                          <p:spTgt spid="47">
                                            <p:txEl>
                                              <p:pRg st="1" end="1"/>
                                            </p:txEl>
                                          </p:spTgt>
                                        </p:tgtEl>
                                      </p:cBhvr>
                                    </p:animEffect>
                                    <p:set>
                                      <p:cBhvr>
                                        <p:cTn id="93" dur="1" fill="hold">
                                          <p:stCondLst>
                                            <p:cond delay="174"/>
                                          </p:stCondLst>
                                        </p:cTn>
                                        <p:tgtEl>
                                          <p:spTgt spid="47">
                                            <p:txEl>
                                              <p:pRg st="1" end="1"/>
                                            </p:txEl>
                                          </p:spTgt>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175"/>
                                        <p:tgtEl>
                                          <p:spTgt spid="47">
                                            <p:txEl>
                                              <p:pRg st="2" end="2"/>
                                            </p:txEl>
                                          </p:spTgt>
                                        </p:tgtEl>
                                      </p:cBhvr>
                                    </p:animEffect>
                                    <p:set>
                                      <p:cBhvr>
                                        <p:cTn id="96" dur="1" fill="hold">
                                          <p:stCondLst>
                                            <p:cond delay="174"/>
                                          </p:stCondLst>
                                        </p:cTn>
                                        <p:tgtEl>
                                          <p:spTgt spid="47">
                                            <p:txEl>
                                              <p:pRg st="2" end="2"/>
                                            </p:txEl>
                                          </p:spTgt>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175"/>
                                        <p:tgtEl>
                                          <p:spTgt spid="50"/>
                                        </p:tgtEl>
                                      </p:cBhvr>
                                    </p:animEffect>
                                    <p:set>
                                      <p:cBhvr>
                                        <p:cTn id="99" dur="1" fill="hold">
                                          <p:stCondLst>
                                            <p:cond delay="174"/>
                                          </p:stCondLst>
                                        </p:cTn>
                                        <p:tgtEl>
                                          <p:spTgt spid="50"/>
                                        </p:tgtEl>
                                        <p:attrNameLst>
                                          <p:attrName>style.visibility</p:attrName>
                                        </p:attrNameLst>
                                      </p:cBhvr>
                                      <p:to>
                                        <p:strVal val="hidden"/>
                                      </p:to>
                                    </p:set>
                                  </p:childTnLst>
                                </p:cTn>
                              </p:par>
                              <p:par>
                                <p:cTn id="100" presetID="10" presetClass="exit" presetSubtype="0" grpId="0" fill="hold" nodeType="withEffect">
                                  <p:stCondLst>
                                    <p:cond delay="0"/>
                                  </p:stCondLst>
                                  <p:childTnLst>
                                    <p:animEffect transition="out" filter="fade">
                                      <p:cBhvr>
                                        <p:cTn id="101" dur="175"/>
                                        <p:tgtEl>
                                          <p:spTgt spid="53">
                                            <p:txEl>
                                              <p:pRg st="0" end="0"/>
                                            </p:txEl>
                                          </p:spTgt>
                                        </p:tgtEl>
                                      </p:cBhvr>
                                    </p:animEffect>
                                    <p:set>
                                      <p:cBhvr>
                                        <p:cTn id="102" dur="1" fill="hold">
                                          <p:stCondLst>
                                            <p:cond delay="174"/>
                                          </p:stCondLst>
                                        </p:cTn>
                                        <p:tgtEl>
                                          <p:spTgt spid="53">
                                            <p:txEl>
                                              <p:pRg st="0" end="0"/>
                                            </p:txEl>
                                          </p:spTgt>
                                        </p:tgtEl>
                                        <p:attrNameLst>
                                          <p:attrName>style.visibility</p:attrName>
                                        </p:attrNameLst>
                                      </p:cBhvr>
                                      <p:to>
                                        <p:strVal val="hidden"/>
                                      </p:to>
                                    </p:set>
                                  </p:childTnLst>
                                </p:cTn>
                              </p:par>
                              <p:par>
                                <p:cTn id="103" presetID="10" presetClass="exit" presetSubtype="0" grpId="0" fill="hold" nodeType="withEffect">
                                  <p:stCondLst>
                                    <p:cond delay="0"/>
                                  </p:stCondLst>
                                  <p:childTnLst>
                                    <p:animEffect transition="out" filter="fade">
                                      <p:cBhvr>
                                        <p:cTn id="104" dur="175"/>
                                        <p:tgtEl>
                                          <p:spTgt spid="53">
                                            <p:txEl>
                                              <p:pRg st="1" end="1"/>
                                            </p:txEl>
                                          </p:spTgt>
                                        </p:tgtEl>
                                      </p:cBhvr>
                                    </p:animEffect>
                                    <p:set>
                                      <p:cBhvr>
                                        <p:cTn id="105" dur="1" fill="hold">
                                          <p:stCondLst>
                                            <p:cond delay="174"/>
                                          </p:stCondLst>
                                        </p:cTn>
                                        <p:tgtEl>
                                          <p:spTgt spid="53">
                                            <p:txEl>
                                              <p:pRg st="1" end="1"/>
                                            </p:txEl>
                                          </p:spTgt>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175"/>
                                        <p:tgtEl>
                                          <p:spTgt spid="55"/>
                                        </p:tgtEl>
                                      </p:cBhvr>
                                    </p:animEffect>
                                    <p:set>
                                      <p:cBhvr>
                                        <p:cTn id="108" dur="1" fill="hold">
                                          <p:stCondLst>
                                            <p:cond delay="174"/>
                                          </p:stCondLst>
                                        </p:cTn>
                                        <p:tgtEl>
                                          <p:spTgt spid="55"/>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175"/>
                                        <p:tgtEl>
                                          <p:spTgt spid="56"/>
                                        </p:tgtEl>
                                      </p:cBhvr>
                                    </p:animEffect>
                                    <p:set>
                                      <p:cBhvr>
                                        <p:cTn id="111" dur="1" fill="hold">
                                          <p:stCondLst>
                                            <p:cond delay="174"/>
                                          </p:stCondLst>
                                        </p:cTn>
                                        <p:tgtEl>
                                          <p:spTgt spid="56"/>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175"/>
                                        <p:tgtEl>
                                          <p:spTgt spid="57"/>
                                        </p:tgtEl>
                                      </p:cBhvr>
                                    </p:animEffect>
                                    <p:set>
                                      <p:cBhvr>
                                        <p:cTn id="114" dur="1" fill="hold">
                                          <p:stCondLst>
                                            <p:cond delay="174"/>
                                          </p:stCondLst>
                                        </p:cTn>
                                        <p:tgtEl>
                                          <p:spTgt spid="57"/>
                                        </p:tgtEl>
                                        <p:attrNameLst>
                                          <p:attrName>style.visibility</p:attrName>
                                        </p:attrNameLst>
                                      </p:cBhvr>
                                      <p:to>
                                        <p:strVal val="hidden"/>
                                      </p:to>
                                    </p:set>
                                  </p:childTnLst>
                                </p:cTn>
                              </p:par>
                              <p:par>
                                <p:cTn id="115" presetID="10" presetClass="entr" presetSubtype="0" fill="hold" nodeType="withEffect">
                                  <p:stCondLst>
                                    <p:cond delay="225"/>
                                  </p:stCondLst>
                                  <p:childTnLst>
                                    <p:set>
                                      <p:cBhvr>
                                        <p:cTn id="116" dur="1" fill="hold">
                                          <p:stCondLst>
                                            <p:cond delay="0"/>
                                          </p:stCondLst>
                                        </p:cTn>
                                        <p:tgtEl>
                                          <p:spTgt spid="58"/>
                                        </p:tgtEl>
                                        <p:attrNameLst>
                                          <p:attrName>style.visibility</p:attrName>
                                        </p:attrNameLst>
                                      </p:cBhvr>
                                      <p:to>
                                        <p:strVal val="visible"/>
                                      </p:to>
                                    </p:set>
                                    <p:animEffect transition="in" filter="fade">
                                      <p:cBhvr>
                                        <p:cTn id="117" dur="225"/>
                                        <p:tgtEl>
                                          <p:spTgt spid="58"/>
                                        </p:tgtEl>
                                      </p:cBhvr>
                                    </p:animEffect>
                                  </p:childTnLst>
                                </p:cTn>
                              </p:par>
                              <p:par>
                                <p:cTn id="118" presetID="10" presetClass="entr" presetSubtype="0" grpId="0" fill="hold" nodeType="withEffect">
                                  <p:stCondLst>
                                    <p:cond delay="260"/>
                                  </p:stCondLst>
                                  <p:childTnLst>
                                    <p:set>
                                      <p:cBhvr>
                                        <p:cTn id="119" dur="1" fill="hold">
                                          <p:stCondLst>
                                            <p:cond delay="0"/>
                                          </p:stCondLst>
                                        </p:cTn>
                                        <p:tgtEl>
                                          <p:spTgt spid="60">
                                            <p:txEl>
                                              <p:pRg st="0" end="0"/>
                                            </p:txEl>
                                          </p:spTgt>
                                        </p:tgtEl>
                                        <p:attrNameLst>
                                          <p:attrName>style.visibility</p:attrName>
                                        </p:attrNameLst>
                                      </p:cBhvr>
                                      <p:to>
                                        <p:strVal val="visible"/>
                                      </p:to>
                                    </p:set>
                                    <p:animEffect transition="in" filter="fade">
                                      <p:cBhvr>
                                        <p:cTn id="120" dur="225"/>
                                        <p:tgtEl>
                                          <p:spTgt spid="60">
                                            <p:txEl>
                                              <p:pRg st="0" end="0"/>
                                            </p:txEl>
                                          </p:spTgt>
                                        </p:tgtEl>
                                      </p:cBhvr>
                                    </p:animEffect>
                                  </p:childTnLst>
                                </p:cTn>
                              </p:par>
                              <p:par>
                                <p:cTn id="121" presetID="10" presetClass="entr" presetSubtype="0" grpId="0" fill="hold" nodeType="withEffect">
                                  <p:stCondLst>
                                    <p:cond delay="450"/>
                                  </p:stCondLst>
                                  <p:childTnLst>
                                    <p:set>
                                      <p:cBhvr>
                                        <p:cTn id="122" dur="1" fill="hold">
                                          <p:stCondLst>
                                            <p:cond delay="0"/>
                                          </p:stCondLst>
                                        </p:cTn>
                                        <p:tgtEl>
                                          <p:spTgt spid="60">
                                            <p:txEl>
                                              <p:pRg st="1" end="1"/>
                                            </p:txEl>
                                          </p:spTgt>
                                        </p:tgtEl>
                                        <p:attrNameLst>
                                          <p:attrName>style.visibility</p:attrName>
                                        </p:attrNameLst>
                                      </p:cBhvr>
                                      <p:to>
                                        <p:strVal val="visible"/>
                                      </p:to>
                                    </p:set>
                                    <p:animEffect transition="in" filter="fade">
                                      <p:cBhvr>
                                        <p:cTn id="123" dur="225"/>
                                        <p:tgtEl>
                                          <p:spTgt spid="60">
                                            <p:txEl>
                                              <p:pRg st="1" end="1"/>
                                            </p:txEl>
                                          </p:spTgt>
                                        </p:tgtEl>
                                      </p:cBhvr>
                                    </p:animEffect>
                                  </p:childTnLst>
                                </p:cTn>
                              </p:par>
                              <p:par>
                                <p:cTn id="124" presetID="10" presetClass="entr" presetSubtype="0" grpId="0" fill="hold" nodeType="withEffect">
                                  <p:stCondLst>
                                    <p:cond delay="295"/>
                                  </p:stCondLst>
                                  <p:childTnLst>
                                    <p:set>
                                      <p:cBhvr>
                                        <p:cTn id="125" dur="1" fill="hold">
                                          <p:stCondLst>
                                            <p:cond delay="0"/>
                                          </p:stCondLst>
                                        </p:cTn>
                                        <p:tgtEl>
                                          <p:spTgt spid="62">
                                            <p:txEl>
                                              <p:pRg st="0" end="0"/>
                                            </p:txEl>
                                          </p:spTgt>
                                        </p:tgtEl>
                                        <p:attrNameLst>
                                          <p:attrName>style.visibility</p:attrName>
                                        </p:attrNameLst>
                                      </p:cBhvr>
                                      <p:to>
                                        <p:strVal val="visible"/>
                                      </p:to>
                                    </p:set>
                                    <p:animEffect transition="in" filter="fade">
                                      <p:cBhvr>
                                        <p:cTn id="126" dur="225"/>
                                        <p:tgtEl>
                                          <p:spTgt spid="62">
                                            <p:txEl>
                                              <p:pRg st="0" end="0"/>
                                            </p:txEl>
                                          </p:spTgt>
                                        </p:tgtEl>
                                      </p:cBhvr>
                                    </p:animEffect>
                                  </p:childTnLst>
                                </p:cTn>
                              </p:par>
                              <p:par>
                                <p:cTn id="127" presetID="10" presetClass="entr" presetSubtype="0" grpId="0" fill="hold" nodeType="withEffect">
                                  <p:stCondLst>
                                    <p:cond delay="485"/>
                                  </p:stCondLst>
                                  <p:childTnLst>
                                    <p:set>
                                      <p:cBhvr>
                                        <p:cTn id="128" dur="1" fill="hold">
                                          <p:stCondLst>
                                            <p:cond delay="0"/>
                                          </p:stCondLst>
                                        </p:cTn>
                                        <p:tgtEl>
                                          <p:spTgt spid="62">
                                            <p:txEl>
                                              <p:pRg st="1" end="1"/>
                                            </p:txEl>
                                          </p:spTgt>
                                        </p:tgtEl>
                                        <p:attrNameLst>
                                          <p:attrName>style.visibility</p:attrName>
                                        </p:attrNameLst>
                                      </p:cBhvr>
                                      <p:to>
                                        <p:strVal val="visible"/>
                                      </p:to>
                                    </p:set>
                                    <p:animEffect transition="in" filter="fade">
                                      <p:cBhvr>
                                        <p:cTn id="129" dur="225"/>
                                        <p:tgtEl>
                                          <p:spTgt spid="62">
                                            <p:txEl>
                                              <p:pRg st="1" end="1"/>
                                            </p:txEl>
                                          </p:spTgt>
                                        </p:tgtEl>
                                      </p:cBhvr>
                                    </p:animEffect>
                                  </p:childTnLst>
                                </p:cTn>
                              </p:par>
                              <p:par>
                                <p:cTn id="130" presetID="10" presetClass="entr" presetSubtype="0" fill="hold" nodeType="withEffect">
                                  <p:stCondLst>
                                    <p:cond delay="290"/>
                                  </p:stCondLst>
                                  <p:childTnLst>
                                    <p:set>
                                      <p:cBhvr>
                                        <p:cTn id="131" dur="1" fill="hold">
                                          <p:stCondLst>
                                            <p:cond delay="0"/>
                                          </p:stCondLst>
                                        </p:cTn>
                                        <p:tgtEl>
                                          <p:spTgt spid="64"/>
                                        </p:tgtEl>
                                        <p:attrNameLst>
                                          <p:attrName>style.visibility</p:attrName>
                                        </p:attrNameLst>
                                      </p:cBhvr>
                                      <p:to>
                                        <p:strVal val="visible"/>
                                      </p:to>
                                    </p:set>
                                    <p:animEffect transition="in" filter="fade">
                                      <p:cBhvr>
                                        <p:cTn id="132" dur="225"/>
                                        <p:tgtEl>
                                          <p:spTgt spid="64"/>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nodeType="clickEffect">
                                  <p:stCondLst>
                                    <p:cond delay="0"/>
                                  </p:stCondLst>
                                  <p:childTnLst>
                                    <p:animEffect transition="out" filter="fade">
                                      <p:cBhvr>
                                        <p:cTn id="136" dur="175"/>
                                        <p:tgtEl>
                                          <p:spTgt spid="58"/>
                                        </p:tgtEl>
                                      </p:cBhvr>
                                    </p:animEffect>
                                    <p:set>
                                      <p:cBhvr>
                                        <p:cTn id="137" dur="1" fill="hold">
                                          <p:stCondLst>
                                            <p:cond delay="174"/>
                                          </p:stCondLst>
                                        </p:cTn>
                                        <p:tgtEl>
                                          <p:spTgt spid="58"/>
                                        </p:tgtEl>
                                        <p:attrNameLst>
                                          <p:attrName>style.visibility</p:attrName>
                                        </p:attrNameLst>
                                      </p:cBhvr>
                                      <p:to>
                                        <p:strVal val="hidden"/>
                                      </p:to>
                                    </p:set>
                                  </p:childTnLst>
                                </p:cTn>
                              </p:par>
                              <p:par>
                                <p:cTn id="138" presetID="10" presetClass="exit" presetSubtype="0" grpId="0" fill="hold" nodeType="withEffect">
                                  <p:stCondLst>
                                    <p:cond delay="0"/>
                                  </p:stCondLst>
                                  <p:childTnLst>
                                    <p:animEffect transition="out" filter="fade">
                                      <p:cBhvr>
                                        <p:cTn id="139" dur="175"/>
                                        <p:tgtEl>
                                          <p:spTgt spid="60">
                                            <p:txEl>
                                              <p:pRg st="0" end="0"/>
                                            </p:txEl>
                                          </p:spTgt>
                                        </p:tgtEl>
                                      </p:cBhvr>
                                    </p:animEffect>
                                    <p:set>
                                      <p:cBhvr>
                                        <p:cTn id="140" dur="1" fill="hold">
                                          <p:stCondLst>
                                            <p:cond delay="174"/>
                                          </p:stCondLst>
                                        </p:cTn>
                                        <p:tgtEl>
                                          <p:spTgt spid="60">
                                            <p:txEl>
                                              <p:pRg st="0" end="0"/>
                                            </p:txEl>
                                          </p:spTgt>
                                        </p:tgtEl>
                                        <p:attrNameLst>
                                          <p:attrName>style.visibility</p:attrName>
                                        </p:attrNameLst>
                                      </p:cBhvr>
                                      <p:to>
                                        <p:strVal val="hidden"/>
                                      </p:to>
                                    </p:set>
                                  </p:childTnLst>
                                </p:cTn>
                              </p:par>
                              <p:par>
                                <p:cTn id="141" presetID="10" presetClass="exit" presetSubtype="0" grpId="0" fill="hold" nodeType="withEffect">
                                  <p:stCondLst>
                                    <p:cond delay="0"/>
                                  </p:stCondLst>
                                  <p:childTnLst>
                                    <p:animEffect transition="out" filter="fade">
                                      <p:cBhvr>
                                        <p:cTn id="142" dur="175"/>
                                        <p:tgtEl>
                                          <p:spTgt spid="60">
                                            <p:txEl>
                                              <p:pRg st="1" end="1"/>
                                            </p:txEl>
                                          </p:spTgt>
                                        </p:tgtEl>
                                      </p:cBhvr>
                                    </p:animEffect>
                                    <p:set>
                                      <p:cBhvr>
                                        <p:cTn id="143" dur="1" fill="hold">
                                          <p:stCondLst>
                                            <p:cond delay="174"/>
                                          </p:stCondLst>
                                        </p:cTn>
                                        <p:tgtEl>
                                          <p:spTgt spid="60">
                                            <p:txEl>
                                              <p:pRg st="1" end="1"/>
                                            </p:txEl>
                                          </p:spTgt>
                                        </p:tgtEl>
                                        <p:attrNameLst>
                                          <p:attrName>style.visibility</p:attrName>
                                        </p:attrNameLst>
                                      </p:cBhvr>
                                      <p:to>
                                        <p:strVal val="hidden"/>
                                      </p:to>
                                    </p:set>
                                  </p:childTnLst>
                                </p:cTn>
                              </p:par>
                              <p:par>
                                <p:cTn id="144" presetID="10" presetClass="exit" presetSubtype="0" grpId="0" fill="hold" nodeType="withEffect">
                                  <p:stCondLst>
                                    <p:cond delay="0"/>
                                  </p:stCondLst>
                                  <p:childTnLst>
                                    <p:animEffect transition="out" filter="fade">
                                      <p:cBhvr>
                                        <p:cTn id="145" dur="175"/>
                                        <p:tgtEl>
                                          <p:spTgt spid="62">
                                            <p:txEl>
                                              <p:pRg st="0" end="0"/>
                                            </p:txEl>
                                          </p:spTgt>
                                        </p:tgtEl>
                                      </p:cBhvr>
                                    </p:animEffect>
                                    <p:set>
                                      <p:cBhvr>
                                        <p:cTn id="146" dur="1" fill="hold">
                                          <p:stCondLst>
                                            <p:cond delay="174"/>
                                          </p:stCondLst>
                                        </p:cTn>
                                        <p:tgtEl>
                                          <p:spTgt spid="62">
                                            <p:txEl>
                                              <p:pRg st="0" end="0"/>
                                            </p:txEl>
                                          </p:spTgt>
                                        </p:tgtEl>
                                        <p:attrNameLst>
                                          <p:attrName>style.visibility</p:attrName>
                                        </p:attrNameLst>
                                      </p:cBhvr>
                                      <p:to>
                                        <p:strVal val="hidden"/>
                                      </p:to>
                                    </p:set>
                                  </p:childTnLst>
                                </p:cTn>
                              </p:par>
                              <p:par>
                                <p:cTn id="147" presetID="10" presetClass="exit" presetSubtype="0" grpId="0" fill="hold" nodeType="withEffect">
                                  <p:stCondLst>
                                    <p:cond delay="0"/>
                                  </p:stCondLst>
                                  <p:childTnLst>
                                    <p:animEffect transition="out" filter="fade">
                                      <p:cBhvr>
                                        <p:cTn id="148" dur="175"/>
                                        <p:tgtEl>
                                          <p:spTgt spid="62">
                                            <p:txEl>
                                              <p:pRg st="1" end="1"/>
                                            </p:txEl>
                                          </p:spTgt>
                                        </p:tgtEl>
                                      </p:cBhvr>
                                    </p:animEffect>
                                    <p:set>
                                      <p:cBhvr>
                                        <p:cTn id="149" dur="1" fill="hold">
                                          <p:stCondLst>
                                            <p:cond delay="174"/>
                                          </p:stCondLst>
                                        </p:cTn>
                                        <p:tgtEl>
                                          <p:spTgt spid="62">
                                            <p:txEl>
                                              <p:pRg st="1" end="1"/>
                                            </p:txEl>
                                          </p:spTgt>
                                        </p:tgtEl>
                                        <p:attrNameLst>
                                          <p:attrName>style.visibility</p:attrName>
                                        </p:attrNameLst>
                                      </p:cBhvr>
                                      <p:to>
                                        <p:strVal val="hidden"/>
                                      </p:to>
                                    </p:set>
                                  </p:childTnLst>
                                </p:cTn>
                              </p:par>
                              <p:par>
                                <p:cTn id="150" presetID="10" presetClass="exit" presetSubtype="0" fill="hold" nodeType="withEffect">
                                  <p:stCondLst>
                                    <p:cond delay="0"/>
                                  </p:stCondLst>
                                  <p:childTnLst>
                                    <p:animEffect transition="out" filter="fade">
                                      <p:cBhvr>
                                        <p:cTn id="151" dur="175"/>
                                        <p:tgtEl>
                                          <p:spTgt spid="64"/>
                                        </p:tgtEl>
                                      </p:cBhvr>
                                    </p:animEffect>
                                    <p:set>
                                      <p:cBhvr>
                                        <p:cTn id="152" dur="1" fill="hold">
                                          <p:stCondLst>
                                            <p:cond delay="174"/>
                                          </p:stCondLst>
                                        </p:cTn>
                                        <p:tgtEl>
                                          <p:spTgt spid="64"/>
                                        </p:tgtEl>
                                        <p:attrNameLst>
                                          <p:attrName>style.visibility</p:attrName>
                                        </p:attrNameLst>
                                      </p:cBhvr>
                                      <p:to>
                                        <p:strVal val="hidden"/>
                                      </p:to>
                                    </p:set>
                                  </p:childTnLst>
                                </p:cTn>
                              </p:par>
                              <p:par>
                                <p:cTn id="153" presetID="10" presetClass="entr" presetSubtype="0" fill="hold" nodeType="withEffect">
                                  <p:stCondLst>
                                    <p:cond delay="225"/>
                                  </p:stCondLst>
                                  <p:childTnLst>
                                    <p:set>
                                      <p:cBhvr>
                                        <p:cTn id="154" dur="1" fill="hold">
                                          <p:stCondLst>
                                            <p:cond delay="0"/>
                                          </p:stCondLst>
                                        </p:cTn>
                                        <p:tgtEl>
                                          <p:spTgt spid="65"/>
                                        </p:tgtEl>
                                        <p:attrNameLst>
                                          <p:attrName>style.visibility</p:attrName>
                                        </p:attrNameLst>
                                      </p:cBhvr>
                                      <p:to>
                                        <p:strVal val="visible"/>
                                      </p:to>
                                    </p:set>
                                    <p:animEffect transition="in" filter="fade">
                                      <p:cBhvr>
                                        <p:cTn id="155" dur="225"/>
                                        <p:tgtEl>
                                          <p:spTgt spid="65"/>
                                        </p:tgtEl>
                                      </p:cBhvr>
                                    </p:animEffect>
                                  </p:childTnLst>
                                </p:cTn>
                              </p:par>
                              <p:par>
                                <p:cTn id="156" presetID="10" presetClass="entr" presetSubtype="0" grpId="0" fill="hold" nodeType="withEffect">
                                  <p:stCondLst>
                                    <p:cond delay="260"/>
                                  </p:stCondLst>
                                  <p:childTnLst>
                                    <p:set>
                                      <p:cBhvr>
                                        <p:cTn id="157" dur="1" fill="hold">
                                          <p:stCondLst>
                                            <p:cond delay="0"/>
                                          </p:stCondLst>
                                        </p:cTn>
                                        <p:tgtEl>
                                          <p:spTgt spid="66">
                                            <p:txEl>
                                              <p:pRg st="0" end="0"/>
                                            </p:txEl>
                                          </p:spTgt>
                                        </p:tgtEl>
                                        <p:attrNameLst>
                                          <p:attrName>style.visibility</p:attrName>
                                        </p:attrNameLst>
                                      </p:cBhvr>
                                      <p:to>
                                        <p:strVal val="visible"/>
                                      </p:to>
                                    </p:set>
                                    <p:animEffect transition="in" filter="fade">
                                      <p:cBhvr>
                                        <p:cTn id="158" dur="225"/>
                                        <p:tgtEl>
                                          <p:spTgt spid="66">
                                            <p:txEl>
                                              <p:pRg st="0" end="0"/>
                                            </p:txEl>
                                          </p:spTgt>
                                        </p:tgtEl>
                                      </p:cBhvr>
                                    </p:animEffect>
                                  </p:childTnLst>
                                </p:cTn>
                              </p:par>
                              <p:par>
                                <p:cTn id="159" presetID="10" presetClass="entr" presetSubtype="0" grpId="0" fill="hold" nodeType="withEffect">
                                  <p:stCondLst>
                                    <p:cond delay="450"/>
                                  </p:stCondLst>
                                  <p:childTnLst>
                                    <p:set>
                                      <p:cBhvr>
                                        <p:cTn id="160" dur="1" fill="hold">
                                          <p:stCondLst>
                                            <p:cond delay="0"/>
                                          </p:stCondLst>
                                        </p:cTn>
                                        <p:tgtEl>
                                          <p:spTgt spid="66">
                                            <p:txEl>
                                              <p:pRg st="1" end="1"/>
                                            </p:txEl>
                                          </p:spTgt>
                                        </p:tgtEl>
                                        <p:attrNameLst>
                                          <p:attrName>style.visibility</p:attrName>
                                        </p:attrNameLst>
                                      </p:cBhvr>
                                      <p:to>
                                        <p:strVal val="visible"/>
                                      </p:to>
                                    </p:set>
                                    <p:animEffect transition="in" filter="fade">
                                      <p:cBhvr>
                                        <p:cTn id="161" dur="225"/>
                                        <p:tgtEl>
                                          <p:spTgt spid="66">
                                            <p:txEl>
                                              <p:pRg st="1" end="1"/>
                                            </p:txEl>
                                          </p:spTgt>
                                        </p:tgtEl>
                                      </p:cBhvr>
                                    </p:animEffect>
                                  </p:childTnLst>
                                </p:cTn>
                              </p:par>
                              <p:par>
                                <p:cTn id="162" presetID="10" presetClass="entr" presetSubtype="0" grpId="0" fill="hold" nodeType="withEffect">
                                  <p:stCondLst>
                                    <p:cond delay="295"/>
                                  </p:stCondLst>
                                  <p:childTnLst>
                                    <p:set>
                                      <p:cBhvr>
                                        <p:cTn id="163" dur="1" fill="hold">
                                          <p:stCondLst>
                                            <p:cond delay="0"/>
                                          </p:stCondLst>
                                        </p:cTn>
                                        <p:tgtEl>
                                          <p:spTgt spid="67">
                                            <p:txEl>
                                              <p:pRg st="0" end="0"/>
                                            </p:txEl>
                                          </p:spTgt>
                                        </p:tgtEl>
                                        <p:attrNameLst>
                                          <p:attrName>style.visibility</p:attrName>
                                        </p:attrNameLst>
                                      </p:cBhvr>
                                      <p:to>
                                        <p:strVal val="visible"/>
                                      </p:to>
                                    </p:set>
                                    <p:animEffect transition="in" filter="fade">
                                      <p:cBhvr>
                                        <p:cTn id="164" dur="225"/>
                                        <p:tgtEl>
                                          <p:spTgt spid="67">
                                            <p:txEl>
                                              <p:pRg st="0" end="0"/>
                                            </p:txEl>
                                          </p:spTgt>
                                        </p:tgtEl>
                                      </p:cBhvr>
                                    </p:animEffect>
                                  </p:childTnLst>
                                </p:cTn>
                              </p:par>
                              <p:par>
                                <p:cTn id="165" presetID="10" presetClass="entr" presetSubtype="0" grpId="0" fill="hold" nodeType="withEffect">
                                  <p:stCondLst>
                                    <p:cond delay="485"/>
                                  </p:stCondLst>
                                  <p:childTnLst>
                                    <p:set>
                                      <p:cBhvr>
                                        <p:cTn id="166" dur="1" fill="hold">
                                          <p:stCondLst>
                                            <p:cond delay="0"/>
                                          </p:stCondLst>
                                        </p:cTn>
                                        <p:tgtEl>
                                          <p:spTgt spid="67">
                                            <p:txEl>
                                              <p:pRg st="1" end="1"/>
                                            </p:txEl>
                                          </p:spTgt>
                                        </p:tgtEl>
                                        <p:attrNameLst>
                                          <p:attrName>style.visibility</p:attrName>
                                        </p:attrNameLst>
                                      </p:cBhvr>
                                      <p:to>
                                        <p:strVal val="visible"/>
                                      </p:to>
                                    </p:set>
                                    <p:animEffect transition="in" filter="fade">
                                      <p:cBhvr>
                                        <p:cTn id="167" dur="225"/>
                                        <p:tgtEl>
                                          <p:spTgt spid="67">
                                            <p:txEl>
                                              <p:pRg st="1" end="1"/>
                                            </p:txEl>
                                          </p:spTgt>
                                        </p:tgtEl>
                                      </p:cBhvr>
                                    </p:animEffect>
                                  </p:childTnLst>
                                </p:cTn>
                              </p:par>
                              <p:par>
                                <p:cTn id="168" presetID="22" presetClass="entr" presetSubtype="8" fill="hold" nodeType="withEffect">
                                  <p:stCondLst>
                                    <p:cond delay="330"/>
                                  </p:stCondLst>
                                  <p:childTnLst>
                                    <p:set>
                                      <p:cBhvr>
                                        <p:cTn id="169" dur="1" fill="hold">
                                          <p:stCondLst>
                                            <p:cond delay="0"/>
                                          </p:stCondLst>
                                        </p:cTn>
                                        <p:tgtEl>
                                          <p:spTgt spid="68"/>
                                        </p:tgtEl>
                                        <p:attrNameLst>
                                          <p:attrName>style.visibility</p:attrName>
                                        </p:attrNameLst>
                                      </p:cBhvr>
                                      <p:to>
                                        <p:strVal val="visible"/>
                                      </p:to>
                                    </p:set>
                                    <p:animEffect transition="in" filter="wipe(left)">
                                      <p:cBhvr>
                                        <p:cTn id="170" dur="250"/>
                                        <p:tgtEl>
                                          <p:spTgt spid="68"/>
                                        </p:tgtEl>
                                      </p:cBhvr>
                                    </p:animEffect>
                                  </p:childTnLst>
                                </p:cTn>
                              </p:par>
                              <p:par>
                                <p:cTn id="171" presetID="10" presetClass="entr" presetSubtype="0" fill="hold" nodeType="withEffect">
                                  <p:stCondLst>
                                    <p:cond delay="290"/>
                                  </p:stCondLst>
                                  <p:childTnLst>
                                    <p:set>
                                      <p:cBhvr>
                                        <p:cTn id="172" dur="1" fill="hold">
                                          <p:stCondLst>
                                            <p:cond delay="0"/>
                                          </p:stCondLst>
                                        </p:cTn>
                                        <p:tgtEl>
                                          <p:spTgt spid="70"/>
                                        </p:tgtEl>
                                        <p:attrNameLst>
                                          <p:attrName>style.visibility</p:attrName>
                                        </p:attrNameLst>
                                      </p:cBhvr>
                                      <p:to>
                                        <p:strVal val="visible"/>
                                      </p:to>
                                    </p:set>
                                    <p:animEffect transition="in" filter="fade">
                                      <p:cBhvr>
                                        <p:cTn id="173" dur="225"/>
                                        <p:tgtEl>
                                          <p:spTgt spid="70"/>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xit" presetSubtype="0" fill="hold" nodeType="clickEffect">
                                  <p:stCondLst>
                                    <p:cond delay="0"/>
                                  </p:stCondLst>
                                  <p:childTnLst>
                                    <p:animEffect transition="out" filter="fade">
                                      <p:cBhvr>
                                        <p:cTn id="177" dur="175"/>
                                        <p:tgtEl>
                                          <p:spTgt spid="46"/>
                                        </p:tgtEl>
                                      </p:cBhvr>
                                    </p:animEffect>
                                    <p:set>
                                      <p:cBhvr>
                                        <p:cTn id="178" dur="1" fill="hold">
                                          <p:stCondLst>
                                            <p:cond delay="174"/>
                                          </p:stCondLst>
                                        </p:cTn>
                                        <p:tgtEl>
                                          <p:spTgt spid="46"/>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175"/>
                                        <p:tgtEl>
                                          <p:spTgt spid="52"/>
                                        </p:tgtEl>
                                      </p:cBhvr>
                                    </p:animEffect>
                                    <p:set>
                                      <p:cBhvr>
                                        <p:cTn id="181" dur="1" fill="hold">
                                          <p:stCondLst>
                                            <p:cond delay="174"/>
                                          </p:stCondLst>
                                        </p:cTn>
                                        <p:tgtEl>
                                          <p:spTgt spid="52"/>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175"/>
                                        <p:tgtEl>
                                          <p:spTgt spid="65"/>
                                        </p:tgtEl>
                                      </p:cBhvr>
                                    </p:animEffect>
                                    <p:set>
                                      <p:cBhvr>
                                        <p:cTn id="184" dur="1" fill="hold">
                                          <p:stCondLst>
                                            <p:cond delay="174"/>
                                          </p:stCondLst>
                                        </p:cTn>
                                        <p:tgtEl>
                                          <p:spTgt spid="65"/>
                                        </p:tgtEl>
                                        <p:attrNameLst>
                                          <p:attrName>style.visibility</p:attrName>
                                        </p:attrNameLst>
                                      </p:cBhvr>
                                      <p:to>
                                        <p:strVal val="hidden"/>
                                      </p:to>
                                    </p:set>
                                  </p:childTnLst>
                                </p:cTn>
                              </p:par>
                              <p:par>
                                <p:cTn id="185" presetID="10" presetClass="exit" presetSubtype="0" grpId="0" fill="hold" nodeType="withEffect">
                                  <p:stCondLst>
                                    <p:cond delay="0"/>
                                  </p:stCondLst>
                                  <p:childTnLst>
                                    <p:animEffect transition="out" filter="fade">
                                      <p:cBhvr>
                                        <p:cTn id="186" dur="175"/>
                                        <p:tgtEl>
                                          <p:spTgt spid="66">
                                            <p:txEl>
                                              <p:pRg st="0" end="0"/>
                                            </p:txEl>
                                          </p:spTgt>
                                        </p:tgtEl>
                                      </p:cBhvr>
                                    </p:animEffect>
                                    <p:set>
                                      <p:cBhvr>
                                        <p:cTn id="187" dur="1" fill="hold">
                                          <p:stCondLst>
                                            <p:cond delay="174"/>
                                          </p:stCondLst>
                                        </p:cTn>
                                        <p:tgtEl>
                                          <p:spTgt spid="66">
                                            <p:txEl>
                                              <p:pRg st="0" end="0"/>
                                            </p:txEl>
                                          </p:spTgt>
                                        </p:tgtEl>
                                        <p:attrNameLst>
                                          <p:attrName>style.visibility</p:attrName>
                                        </p:attrNameLst>
                                      </p:cBhvr>
                                      <p:to>
                                        <p:strVal val="hidden"/>
                                      </p:to>
                                    </p:set>
                                  </p:childTnLst>
                                </p:cTn>
                              </p:par>
                              <p:par>
                                <p:cTn id="188" presetID="10" presetClass="exit" presetSubtype="0" grpId="0" fill="hold" nodeType="withEffect">
                                  <p:stCondLst>
                                    <p:cond delay="0"/>
                                  </p:stCondLst>
                                  <p:childTnLst>
                                    <p:animEffect transition="out" filter="fade">
                                      <p:cBhvr>
                                        <p:cTn id="189" dur="175"/>
                                        <p:tgtEl>
                                          <p:spTgt spid="66">
                                            <p:txEl>
                                              <p:pRg st="1" end="1"/>
                                            </p:txEl>
                                          </p:spTgt>
                                        </p:tgtEl>
                                      </p:cBhvr>
                                    </p:animEffect>
                                    <p:set>
                                      <p:cBhvr>
                                        <p:cTn id="190" dur="1" fill="hold">
                                          <p:stCondLst>
                                            <p:cond delay="174"/>
                                          </p:stCondLst>
                                        </p:cTn>
                                        <p:tgtEl>
                                          <p:spTgt spid="66">
                                            <p:txEl>
                                              <p:pRg st="1" end="1"/>
                                            </p:txEl>
                                          </p:spTgt>
                                        </p:tgtEl>
                                        <p:attrNameLst>
                                          <p:attrName>style.visibility</p:attrName>
                                        </p:attrNameLst>
                                      </p:cBhvr>
                                      <p:to>
                                        <p:strVal val="hidden"/>
                                      </p:to>
                                    </p:set>
                                  </p:childTnLst>
                                </p:cTn>
                              </p:par>
                              <p:par>
                                <p:cTn id="191" presetID="10" presetClass="exit" presetSubtype="0" grpId="0" fill="hold" nodeType="withEffect">
                                  <p:stCondLst>
                                    <p:cond delay="0"/>
                                  </p:stCondLst>
                                  <p:childTnLst>
                                    <p:animEffect transition="out" filter="fade">
                                      <p:cBhvr>
                                        <p:cTn id="192" dur="175"/>
                                        <p:tgtEl>
                                          <p:spTgt spid="67">
                                            <p:txEl>
                                              <p:pRg st="0" end="0"/>
                                            </p:txEl>
                                          </p:spTgt>
                                        </p:tgtEl>
                                      </p:cBhvr>
                                    </p:animEffect>
                                    <p:set>
                                      <p:cBhvr>
                                        <p:cTn id="193" dur="1" fill="hold">
                                          <p:stCondLst>
                                            <p:cond delay="174"/>
                                          </p:stCondLst>
                                        </p:cTn>
                                        <p:tgtEl>
                                          <p:spTgt spid="67">
                                            <p:txEl>
                                              <p:pRg st="0" end="0"/>
                                            </p:txEl>
                                          </p:spTgt>
                                        </p:tgtEl>
                                        <p:attrNameLst>
                                          <p:attrName>style.visibility</p:attrName>
                                        </p:attrNameLst>
                                      </p:cBhvr>
                                      <p:to>
                                        <p:strVal val="hidden"/>
                                      </p:to>
                                    </p:set>
                                  </p:childTnLst>
                                </p:cTn>
                              </p:par>
                              <p:par>
                                <p:cTn id="194" presetID="10" presetClass="exit" presetSubtype="0" grpId="0" fill="hold" nodeType="withEffect">
                                  <p:stCondLst>
                                    <p:cond delay="0"/>
                                  </p:stCondLst>
                                  <p:childTnLst>
                                    <p:animEffect transition="out" filter="fade">
                                      <p:cBhvr>
                                        <p:cTn id="195" dur="175"/>
                                        <p:tgtEl>
                                          <p:spTgt spid="67">
                                            <p:txEl>
                                              <p:pRg st="1" end="1"/>
                                            </p:txEl>
                                          </p:spTgt>
                                        </p:tgtEl>
                                      </p:cBhvr>
                                    </p:animEffect>
                                    <p:set>
                                      <p:cBhvr>
                                        <p:cTn id="196" dur="1" fill="hold">
                                          <p:stCondLst>
                                            <p:cond delay="174"/>
                                          </p:stCondLst>
                                        </p:cTn>
                                        <p:tgtEl>
                                          <p:spTgt spid="67">
                                            <p:txEl>
                                              <p:pRg st="1" end="1"/>
                                            </p:txEl>
                                          </p:spTgt>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175"/>
                                        <p:tgtEl>
                                          <p:spTgt spid="68"/>
                                        </p:tgtEl>
                                      </p:cBhvr>
                                    </p:animEffect>
                                    <p:set>
                                      <p:cBhvr>
                                        <p:cTn id="199" dur="1" fill="hold">
                                          <p:stCondLst>
                                            <p:cond delay="174"/>
                                          </p:stCondLst>
                                        </p:cTn>
                                        <p:tgtEl>
                                          <p:spTgt spid="68"/>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175"/>
                                        <p:tgtEl>
                                          <p:spTgt spid="70"/>
                                        </p:tgtEl>
                                      </p:cBhvr>
                                    </p:animEffect>
                                    <p:set>
                                      <p:cBhvr>
                                        <p:cTn id="202" dur="1" fill="hold">
                                          <p:stCondLst>
                                            <p:cond delay="174"/>
                                          </p:stCondLst>
                                        </p:cTn>
                                        <p:tgtEl>
                                          <p:spTgt spid="70"/>
                                        </p:tgtEl>
                                        <p:attrNameLst>
                                          <p:attrName>style.visibility</p:attrName>
                                        </p:attrNameLst>
                                      </p:cBhvr>
                                      <p:to>
                                        <p:strVal val="hidden"/>
                                      </p:to>
                                    </p:set>
                                  </p:childTnLst>
                                </p:cTn>
                              </p:par>
                              <p:par>
                                <p:cTn id="203" presetID="0" presetClass="path" presetSubtype="0" accel="50000" decel="50000" fill="hold" nodeType="withEffect">
                                  <p:stCondLst>
                                    <p:cond delay="0"/>
                                  </p:stCondLst>
                                  <p:childTnLst>
                                    <p:animMotion origin="layout" path="M 0 0 L 0.10334 0.28767 E" pathEditMode="relative" rAng="0" ptsTypes="AA">
                                      <p:cBhvr>
                                        <p:cTn id="204" dur="375" fill="hold"/>
                                        <p:tgtEl>
                                          <p:spTgt spid="45"/>
                                        </p:tgtEl>
                                        <p:attrNameLst>
                                          <p:attrName>ppt_x</p:attrName>
                                          <p:attrName>ppt_y</p:attrName>
                                        </p:attrNameLst>
                                      </p:cBhvr>
                                      <p:rCtr x="5167" y="14383"/>
                                    </p:animMotion>
                                  </p:childTnLst>
                                </p:cTn>
                              </p:par>
                              <p:par>
                                <p:cTn id="205" presetID="6" presetClass="emph" presetSubtype="0" accel="50000" decel="50000" fill="hold" nodeType="withEffect">
                                  <p:stCondLst>
                                    <p:cond delay="0"/>
                                  </p:stCondLst>
                                  <p:childTnLst>
                                    <p:animScale>
                                      <p:cBhvr>
                                        <p:cTn id="206" dur="375" fill="hold"/>
                                        <p:tgtEl>
                                          <p:spTgt spid="45"/>
                                        </p:tgtEl>
                                      </p:cBhvr>
                                      <p:by x="41163" y="41163"/>
                                    </p:animScale>
                                  </p:childTnLst>
                                </p:cTn>
                              </p:par>
                              <p:par>
                                <p:cTn id="207" presetID="0" presetClass="path" presetSubtype="0" accel="50000" decel="50000" fill="hold" nodeType="withEffect">
                                  <p:stCondLst>
                                    <p:cond delay="0"/>
                                  </p:stCondLst>
                                  <p:childTnLst>
                                    <p:animMotion origin="layout" path="M 0 0 L -0.24969 0.29678 E" pathEditMode="relative" rAng="0" ptsTypes="AA">
                                      <p:cBhvr>
                                        <p:cTn id="208" dur="375" fill="hold"/>
                                        <p:tgtEl>
                                          <p:spTgt spid="51"/>
                                        </p:tgtEl>
                                        <p:attrNameLst>
                                          <p:attrName>ppt_x</p:attrName>
                                          <p:attrName>ppt_y</p:attrName>
                                        </p:attrNameLst>
                                      </p:cBhvr>
                                      <p:rCtr x="-12484" y="14838"/>
                                    </p:animMotion>
                                  </p:childTnLst>
                                </p:cTn>
                              </p:par>
                              <p:par>
                                <p:cTn id="209" presetID="6" presetClass="emph" presetSubtype="0" accel="50000" decel="50000" fill="hold" nodeType="withEffect">
                                  <p:stCondLst>
                                    <p:cond delay="0"/>
                                  </p:stCondLst>
                                  <p:childTnLst>
                                    <p:animScale>
                                      <p:cBhvr>
                                        <p:cTn id="210" dur="375" fill="hold"/>
                                        <p:tgtEl>
                                          <p:spTgt spid="51"/>
                                        </p:tgtEl>
                                      </p:cBhvr>
                                      <p:by x="33247" y="33247"/>
                                    </p:animScale>
                                  </p:childTnLst>
                                </p:cTn>
                              </p:par>
                              <p:par>
                                <p:cTn id="211" presetID="10" presetClass="entr" presetSubtype="0" fill="hold" nodeType="withEffect">
                                  <p:stCondLst>
                                    <p:cond delay="200"/>
                                  </p:stCondLst>
                                  <p:childTnLst>
                                    <p:set>
                                      <p:cBhvr>
                                        <p:cTn id="212" dur="1" fill="hold">
                                          <p:stCondLst>
                                            <p:cond delay="0"/>
                                          </p:stCondLst>
                                        </p:cTn>
                                        <p:tgtEl>
                                          <p:spTgt spid="71"/>
                                        </p:tgtEl>
                                        <p:attrNameLst>
                                          <p:attrName>style.visibility</p:attrName>
                                        </p:attrNameLst>
                                      </p:cBhvr>
                                      <p:to>
                                        <p:strVal val="visible"/>
                                      </p:to>
                                    </p:set>
                                    <p:animEffect transition="in" filter="fade">
                                      <p:cBhvr>
                                        <p:cTn id="213" dur="225"/>
                                        <p:tgtEl>
                                          <p:spTgt spid="71"/>
                                        </p:tgtEl>
                                      </p:cBhvr>
                                    </p:animEffect>
                                  </p:childTnLst>
                                </p:cTn>
                              </p:par>
                              <p:par>
                                <p:cTn id="214" presetID="53" presetClass="entr" presetSubtype="16" fill="hold" nodeType="withEffect">
                                  <p:stCondLst>
                                    <p:cond delay="0"/>
                                  </p:stCondLst>
                                  <p:childTnLst>
                                    <p:set>
                                      <p:cBhvr>
                                        <p:cTn id="215" dur="1" fill="hold">
                                          <p:stCondLst>
                                            <p:cond delay="0"/>
                                          </p:stCondLst>
                                        </p:cTn>
                                        <p:tgtEl>
                                          <p:spTgt spid="23"/>
                                        </p:tgtEl>
                                        <p:attrNameLst>
                                          <p:attrName>style.visibility</p:attrName>
                                        </p:attrNameLst>
                                      </p:cBhvr>
                                      <p:to>
                                        <p:strVal val="visible"/>
                                      </p:to>
                                    </p:set>
                                    <p:anim calcmode="lin" valueType="num">
                                      <p:cBhvr>
                                        <p:cTn id="216" dur="475" fill="hold"/>
                                        <p:tgtEl>
                                          <p:spTgt spid="23"/>
                                        </p:tgtEl>
                                        <p:attrNameLst>
                                          <p:attrName>ppt_x</p:attrName>
                                        </p:attrNameLst>
                                      </p:cBhvr>
                                      <p:tavLst>
                                        <p:tav tm="0">
                                          <p:val>
                                            <p:fltVal val="0.51636"/>
                                          </p:val>
                                        </p:tav>
                                        <p:tav tm="100000">
                                          <p:val>
                                            <p:strVal val="#ppt_x"/>
                                          </p:val>
                                        </p:tav>
                                      </p:tavLst>
                                    </p:anim>
                                    <p:anim calcmode="lin" valueType="num">
                                      <p:cBhvr>
                                        <p:cTn id="217" dur="475" fill="hold"/>
                                        <p:tgtEl>
                                          <p:spTgt spid="23"/>
                                        </p:tgtEl>
                                        <p:attrNameLst>
                                          <p:attrName>ppt_y</p:attrName>
                                        </p:attrNameLst>
                                      </p:cBhvr>
                                      <p:tavLst>
                                        <p:tav tm="0">
                                          <p:val>
                                            <p:fltVal val="0.30432"/>
                                          </p:val>
                                        </p:tav>
                                        <p:tav tm="100000">
                                          <p:val>
                                            <p:strVal val="#ppt_y"/>
                                          </p:val>
                                        </p:tav>
                                      </p:tavLst>
                                    </p:anim>
                                    <p:anim calcmode="lin" valueType="num">
                                      <p:cBhvr>
                                        <p:cTn id="218" dur="475" fill="hold"/>
                                        <p:tgtEl>
                                          <p:spTgt spid="23"/>
                                        </p:tgtEl>
                                        <p:attrNameLst>
                                          <p:attrName>ppt_w</p:attrName>
                                        </p:attrNameLst>
                                      </p:cBhvr>
                                      <p:tavLst>
                                        <p:tav tm="0">
                                          <p:val>
                                            <p:fltVal val="0.91309"/>
                                          </p:val>
                                        </p:tav>
                                        <p:tav tm="100000">
                                          <p:val>
                                            <p:strVal val="#ppt_w"/>
                                          </p:val>
                                        </p:tav>
                                      </p:tavLst>
                                    </p:anim>
                                    <p:anim calcmode="lin" valueType="num">
                                      <p:cBhvr>
                                        <p:cTn id="219" dur="475" fill="hold"/>
                                        <p:tgtEl>
                                          <p:spTgt spid="23"/>
                                        </p:tgtEl>
                                        <p:attrNameLst>
                                          <p:attrName>ppt_h</p:attrName>
                                        </p:attrNameLst>
                                      </p:cBhvr>
                                      <p:tavLst>
                                        <p:tav tm="0">
                                          <p:val>
                                            <p:fltVal val="1.02691"/>
                                          </p:val>
                                        </p:tav>
                                        <p:tav tm="100000">
                                          <p:val>
                                            <p:strVal val="#ppt_h"/>
                                          </p:val>
                                        </p:tav>
                                      </p:tavLst>
                                    </p:anim>
                                    <p:animEffect transition="in" filter="fade">
                                      <p:cBhvr>
                                        <p:cTn id="220" dur="475"/>
                                        <p:tgtEl>
                                          <p:spTgt spid="23"/>
                                        </p:tgtEl>
                                      </p:cBhvr>
                                    </p:animEffect>
                                  </p:childTnLst>
                                </p:cTn>
                              </p:par>
                              <p:par>
                                <p:cTn id="221" presetID="10" presetClass="entr" presetSubtype="0" fill="hold" nodeType="withEffect">
                                  <p:stCondLst>
                                    <p:cond delay="265"/>
                                  </p:stCondLst>
                                  <p:childTnLst>
                                    <p:set>
                                      <p:cBhvr>
                                        <p:cTn id="222" dur="1" fill="hold">
                                          <p:stCondLst>
                                            <p:cond delay="0"/>
                                          </p:stCondLst>
                                        </p:cTn>
                                        <p:tgtEl>
                                          <p:spTgt spid="73"/>
                                        </p:tgtEl>
                                        <p:attrNameLst>
                                          <p:attrName>style.visibility</p:attrName>
                                        </p:attrNameLst>
                                      </p:cBhvr>
                                      <p:to>
                                        <p:strVal val="visible"/>
                                      </p:to>
                                    </p:set>
                                    <p:animEffect transition="in" filter="fade">
                                      <p:cBhvr>
                                        <p:cTn id="223" dur="225"/>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53" grpId="0" build="p"/>
      <p:bldP spid="60" grpId="0" build="p"/>
      <p:bldP spid="62" grpId="0" build="p"/>
      <p:bldP spid="66" grpId="0" build="p"/>
      <p:bldP spid="6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Refracción y reflexión: métodos de superficie con condiciones</a:t>
            </a:r>
            <a:endParaRPr lang="en-US" sz="2200" dirty="0"/>
          </a:p>
        </p:txBody>
      </p:sp>
      <p:grpSp>
        <p:nvGrpSpPr>
          <p:cNvPr id="3" name="Obj [o173]"/>
          <p:cNvGrpSpPr/>
          <p:nvPr/>
        </p:nvGrpSpPr>
        <p:grpSpPr>
          <a:xfrm>
            <a:off x="966136" y="1561458"/>
            <a:ext cx="4471272" cy="2828600"/>
            <a:chOff x="966136" y="1561458"/>
            <a:chExt cx="4471272" cy="2828600"/>
          </a:xfrm>
        </p:grpSpPr>
        <p:sp>
          <p:nvSpPr>
            <p:cNvPr id="4" name="MX173:0"/>
            <p:cNvSpPr/>
            <p:nvPr/>
          </p:nvSpPr>
          <p:spPr>
            <a:xfrm>
              <a:off x="2360403" y="1561458"/>
              <a:ext cx="1522476" cy="681108"/>
            </a:xfrm>
            <a:prstGeom prst="rect">
              <a:avLst/>
            </a:prstGeom>
            <a:solidFill>
              <a:srgbClr val="1F4E79"/>
            </a:solidFill>
            <a:ln w="11129">
              <a:solidFill>
                <a:srgbClr val="1F4E79"/>
              </a:solidFill>
              <a:prstDash val="solid"/>
            </a:ln>
          </p:spPr>
        </p:sp>
        <p:sp>
          <p:nvSpPr>
            <p:cNvPr id="5" name="MX173: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6" name="MX173:2"/>
            <p:cNvSpPr/>
            <p:nvPr/>
          </p:nvSpPr>
          <p:spPr>
            <a:xfrm>
              <a:off x="3914931" y="1561458"/>
              <a:ext cx="1522476" cy="681108"/>
            </a:xfrm>
            <a:prstGeom prst="rect">
              <a:avLst/>
            </a:prstGeom>
            <a:solidFill>
              <a:srgbClr val="1F4E79"/>
            </a:solidFill>
            <a:ln w="11129">
              <a:solidFill>
                <a:srgbClr val="1F4E79"/>
              </a:solidFill>
              <a:prstDash val="solid"/>
            </a:ln>
          </p:spPr>
        </p:sp>
        <p:sp>
          <p:nvSpPr>
            <p:cNvPr id="7" name="MX173: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8" name="MX173:4"/>
            <p:cNvSpPr/>
            <p:nvPr/>
          </p:nvSpPr>
          <p:spPr>
            <a:xfrm>
              <a:off x="966136" y="2274618"/>
              <a:ext cx="1362215" cy="761238"/>
            </a:xfrm>
            <a:prstGeom prst="rect">
              <a:avLst/>
            </a:prstGeom>
            <a:solidFill>
              <a:srgbClr val="2E75B6"/>
            </a:solidFill>
            <a:ln w="11129">
              <a:solidFill>
                <a:srgbClr val="2E75B6"/>
              </a:solidFill>
              <a:prstDash val="solid"/>
            </a:ln>
          </p:spPr>
        </p:sp>
        <p:sp>
          <p:nvSpPr>
            <p:cNvPr id="9" name="MX173: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0" name="MX173:6"/>
            <p:cNvSpPr/>
            <p:nvPr/>
          </p:nvSpPr>
          <p:spPr>
            <a:xfrm>
              <a:off x="966136" y="3067908"/>
              <a:ext cx="1362215" cy="1322150"/>
            </a:xfrm>
            <a:prstGeom prst="rect">
              <a:avLst/>
            </a:prstGeom>
            <a:solidFill>
              <a:srgbClr val="2E75B6"/>
            </a:solidFill>
            <a:ln w="11129">
              <a:solidFill>
                <a:srgbClr val="2E75B6"/>
              </a:solidFill>
              <a:prstDash val="solid"/>
            </a:ln>
          </p:spPr>
        </p:sp>
        <p:sp>
          <p:nvSpPr>
            <p:cNvPr id="11" name="MX173: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2" name="MX173:8"/>
            <p:cNvSpPr/>
            <p:nvPr/>
          </p:nvSpPr>
          <p:spPr>
            <a:xfrm>
              <a:off x="2360403" y="2274618"/>
              <a:ext cx="1522476" cy="761238"/>
            </a:xfrm>
            <a:prstGeom prst="rect">
              <a:avLst/>
            </a:prstGeom>
            <a:solidFill>
              <a:srgbClr val="FFFFFF"/>
            </a:solidFill>
            <a:ln w="11129">
              <a:solidFill>
                <a:srgbClr val="6B6B6B"/>
              </a:solidFill>
              <a:prstDash val="solid"/>
            </a:ln>
          </p:spPr>
        </p:sp>
        <p:sp>
          <p:nvSpPr>
            <p:cNvPr id="13" name="MX173: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14" name="MX173:10"/>
            <p:cNvSpPr/>
            <p:nvPr/>
          </p:nvSpPr>
          <p:spPr>
            <a:xfrm>
              <a:off x="3914931" y="2274618"/>
              <a:ext cx="1522476" cy="761238"/>
            </a:xfrm>
            <a:prstGeom prst="rect">
              <a:avLst/>
            </a:prstGeom>
            <a:solidFill>
              <a:srgbClr val="FFFFFF"/>
            </a:solidFill>
            <a:ln w="11129">
              <a:solidFill>
                <a:srgbClr val="6B6B6B"/>
              </a:solidFill>
              <a:prstDash val="solid"/>
            </a:ln>
          </p:spPr>
        </p:sp>
        <p:sp>
          <p:nvSpPr>
            <p:cNvPr id="15" name="MX173: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6" name="MX173:12"/>
            <p:cNvSpPr/>
            <p:nvPr/>
          </p:nvSpPr>
          <p:spPr>
            <a:xfrm>
              <a:off x="2360403" y="3067908"/>
              <a:ext cx="1522476" cy="1322150"/>
            </a:xfrm>
            <a:prstGeom prst="rect">
              <a:avLst/>
            </a:prstGeom>
            <a:solidFill>
              <a:srgbClr val="FFFFFF"/>
            </a:solidFill>
            <a:ln w="11129">
              <a:solidFill>
                <a:srgbClr val="6B6B6B"/>
              </a:solidFill>
              <a:prstDash val="solid"/>
            </a:ln>
          </p:spPr>
        </p:sp>
        <p:sp>
          <p:nvSpPr>
            <p:cNvPr id="17" name="MX173: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endParaRPr lang="en-US" sz="1440" dirty="0"/>
            </a:p>
          </p:txBody>
        </p:sp>
        <p:sp>
          <p:nvSpPr>
            <p:cNvPr id="18" name="MX173:14"/>
            <p:cNvSpPr/>
            <p:nvPr/>
          </p:nvSpPr>
          <p:spPr>
            <a:xfrm>
              <a:off x="3914931" y="3067908"/>
              <a:ext cx="1522476" cy="1322150"/>
            </a:xfrm>
            <a:prstGeom prst="rect">
              <a:avLst/>
            </a:prstGeom>
            <a:solidFill>
              <a:srgbClr val="FFFFFF"/>
            </a:solidFill>
            <a:ln w="33388">
              <a:solidFill>
                <a:srgbClr val="C55A11"/>
              </a:solidFill>
              <a:prstDash val="solid"/>
            </a:ln>
          </p:spPr>
        </p:sp>
        <p:sp>
          <p:nvSpPr>
            <p:cNvPr id="19" name="MX173:15"/>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pic>
          <p:nvPicPr>
            <p:cNvPr id="20" name="MX173:16" descr="SPT">    </p:cNvPr>
            <p:cNvPicPr>
              <a:picLocks noChangeAspect="1"/>
            </p:cNvPicPr>
            <p:nvPr/>
          </p:nvPicPr>
          <p:blipFill>
            <a:blip r:embed="rId1"/>
            <a:stretch>
              <a:fillRect/>
            </a:stretch>
          </p:blipFill>
          <p:spPr>
            <a:xfrm>
              <a:off x="2406123" y="2395490"/>
              <a:ext cx="692658" cy="519494"/>
            </a:xfrm>
            <a:prstGeom prst="rect">
              <a:avLst/>
            </a:prstGeom>
          </p:spPr>
        </p:pic>
        <p:pic>
          <p:nvPicPr>
            <p:cNvPr id="21" name="MX173:17" descr="CPTu">    </p:cNvPr>
            <p:cNvPicPr>
              <a:picLocks noChangeAspect="1"/>
            </p:cNvPicPr>
            <p:nvPr/>
          </p:nvPicPr>
          <p:blipFill>
            <a:blip r:embed="rId2"/>
            <a:stretch>
              <a:fillRect/>
            </a:stretch>
          </p:blipFill>
          <p:spPr>
            <a:xfrm>
              <a:off x="3181529" y="2320338"/>
              <a:ext cx="618603" cy="669798"/>
            </a:xfrm>
            <a:prstGeom prst="rect">
              <a:avLst/>
            </a:prstGeom>
          </p:spPr>
        </p:pic>
        <p:pic>
          <p:nvPicPr>
            <p:cNvPr id="22" name="MX173:18" descr="Downhole">    </p:cNvPr>
            <p:cNvPicPr>
              <a:picLocks noChangeAspect="1"/>
            </p:cNvPicPr>
            <p:nvPr/>
          </p:nvPicPr>
          <p:blipFill>
            <a:blip r:embed="rId3"/>
            <a:stretch>
              <a:fillRect/>
            </a:stretch>
          </p:blipFill>
          <p:spPr>
            <a:xfrm>
              <a:off x="2406123" y="3445818"/>
              <a:ext cx="692658" cy="566330"/>
            </a:xfrm>
            <a:prstGeom prst="rect">
              <a:avLst/>
            </a:prstGeom>
          </p:spPr>
        </p:pic>
        <p:pic>
          <p:nvPicPr>
            <p:cNvPr id="23" name="MX173:19" descr="Crosshole">    </p:cNvPr>
            <p:cNvPicPr>
              <a:picLocks noChangeAspect="1"/>
            </p:cNvPicPr>
            <p:nvPr/>
          </p:nvPicPr>
          <p:blipFill>
            <a:blip r:embed="rId4"/>
            <a:stretch>
              <a:fillRect/>
            </a:stretch>
          </p:blipFill>
          <p:spPr>
            <a:xfrm>
              <a:off x="3144501" y="3515858"/>
              <a:ext cx="692658" cy="426251"/>
            </a:xfrm>
            <a:prstGeom prst="rect">
              <a:avLst/>
            </a:prstGeom>
          </p:spPr>
        </p:pic>
      </p:grpSp>
      <p:grpSp>
        <p:nvGrpSpPr>
          <p:cNvPr id="24" name="Obj [o207]"/>
          <p:cNvGrpSpPr/>
          <p:nvPr/>
        </p:nvGrpSpPr>
        <p:grpSpPr>
          <a:xfrm>
            <a:off x="966136" y="1561458"/>
            <a:ext cx="4471272" cy="2828600"/>
            <a:chOff x="966136" y="1561458"/>
            <a:chExt cx="4471272" cy="2828600"/>
          </a:xfrm>
        </p:grpSpPr>
        <p:sp>
          <p:nvSpPr>
            <p:cNvPr id="25" name="MX207:0"/>
            <p:cNvSpPr/>
            <p:nvPr/>
          </p:nvSpPr>
          <p:spPr>
            <a:xfrm>
              <a:off x="2360403" y="1561458"/>
              <a:ext cx="1522476" cy="681108"/>
            </a:xfrm>
            <a:prstGeom prst="rect">
              <a:avLst/>
            </a:prstGeom>
            <a:solidFill>
              <a:srgbClr val="1F4E79"/>
            </a:solidFill>
            <a:ln w="11129">
              <a:solidFill>
                <a:srgbClr val="1F4E79"/>
              </a:solidFill>
              <a:prstDash val="solid"/>
            </a:ln>
          </p:spPr>
        </p:sp>
        <p:sp>
          <p:nvSpPr>
            <p:cNvPr id="26" name="MX207: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27" name="MX207:2"/>
            <p:cNvSpPr/>
            <p:nvPr/>
          </p:nvSpPr>
          <p:spPr>
            <a:xfrm>
              <a:off x="3914931" y="1561458"/>
              <a:ext cx="1522476" cy="681108"/>
            </a:xfrm>
            <a:prstGeom prst="rect">
              <a:avLst/>
            </a:prstGeom>
            <a:solidFill>
              <a:srgbClr val="1F4E79"/>
            </a:solidFill>
            <a:ln w="11129">
              <a:solidFill>
                <a:srgbClr val="1F4E79"/>
              </a:solidFill>
              <a:prstDash val="solid"/>
            </a:ln>
          </p:spPr>
        </p:sp>
        <p:sp>
          <p:nvSpPr>
            <p:cNvPr id="28" name="MX207: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29" name="MX207:4"/>
            <p:cNvSpPr/>
            <p:nvPr/>
          </p:nvSpPr>
          <p:spPr>
            <a:xfrm>
              <a:off x="966136" y="2274618"/>
              <a:ext cx="1362215" cy="761238"/>
            </a:xfrm>
            <a:prstGeom prst="rect">
              <a:avLst/>
            </a:prstGeom>
            <a:solidFill>
              <a:srgbClr val="2E75B6"/>
            </a:solidFill>
            <a:ln w="11129">
              <a:solidFill>
                <a:srgbClr val="2E75B6"/>
              </a:solidFill>
              <a:prstDash val="solid"/>
            </a:ln>
          </p:spPr>
        </p:sp>
        <p:sp>
          <p:nvSpPr>
            <p:cNvPr id="30" name="MX207: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31" name="MX207:6"/>
            <p:cNvSpPr/>
            <p:nvPr/>
          </p:nvSpPr>
          <p:spPr>
            <a:xfrm>
              <a:off x="966136" y="3067908"/>
              <a:ext cx="1362215" cy="1322150"/>
            </a:xfrm>
            <a:prstGeom prst="rect">
              <a:avLst/>
            </a:prstGeom>
            <a:solidFill>
              <a:srgbClr val="2E75B6"/>
            </a:solidFill>
            <a:ln w="11129">
              <a:solidFill>
                <a:srgbClr val="2E75B6"/>
              </a:solidFill>
              <a:prstDash val="solid"/>
            </a:ln>
          </p:spPr>
        </p:sp>
        <p:sp>
          <p:nvSpPr>
            <p:cNvPr id="32" name="MX207: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33" name="MX207:8"/>
            <p:cNvSpPr/>
            <p:nvPr/>
          </p:nvSpPr>
          <p:spPr>
            <a:xfrm>
              <a:off x="2360403" y="2274618"/>
              <a:ext cx="1522476" cy="761238"/>
            </a:xfrm>
            <a:prstGeom prst="rect">
              <a:avLst/>
            </a:prstGeom>
            <a:solidFill>
              <a:srgbClr val="FFFFFF"/>
            </a:solidFill>
            <a:ln w="11129">
              <a:solidFill>
                <a:srgbClr val="6B6B6B"/>
              </a:solidFill>
              <a:prstDash val="solid"/>
            </a:ln>
          </p:spPr>
        </p:sp>
        <p:sp>
          <p:nvSpPr>
            <p:cNvPr id="34" name="MX207: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35" name="MX207:10"/>
            <p:cNvSpPr/>
            <p:nvPr/>
          </p:nvSpPr>
          <p:spPr>
            <a:xfrm>
              <a:off x="3914931" y="2274618"/>
              <a:ext cx="1522476" cy="761238"/>
            </a:xfrm>
            <a:prstGeom prst="rect">
              <a:avLst/>
            </a:prstGeom>
            <a:solidFill>
              <a:srgbClr val="FFFFFF"/>
            </a:solidFill>
            <a:ln w="11129">
              <a:solidFill>
                <a:srgbClr val="6B6B6B"/>
              </a:solidFill>
              <a:prstDash val="solid"/>
            </a:ln>
          </p:spPr>
        </p:sp>
        <p:sp>
          <p:nvSpPr>
            <p:cNvPr id="36" name="MX207: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37" name="MX207:12"/>
            <p:cNvSpPr/>
            <p:nvPr/>
          </p:nvSpPr>
          <p:spPr>
            <a:xfrm>
              <a:off x="2360403" y="3067908"/>
              <a:ext cx="1522476" cy="1322150"/>
            </a:xfrm>
            <a:prstGeom prst="rect">
              <a:avLst/>
            </a:prstGeom>
            <a:solidFill>
              <a:srgbClr val="FFFFFF"/>
            </a:solidFill>
            <a:ln w="11129">
              <a:solidFill>
                <a:srgbClr val="6B6B6B"/>
              </a:solidFill>
              <a:prstDash val="solid"/>
            </a:ln>
          </p:spPr>
        </p:sp>
        <p:sp>
          <p:nvSpPr>
            <p:cNvPr id="38" name="MX207: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endParaRPr lang="en-US" sz="1440" dirty="0"/>
            </a:p>
          </p:txBody>
        </p:sp>
        <p:sp>
          <p:nvSpPr>
            <p:cNvPr id="39" name="MX207:14"/>
            <p:cNvSpPr/>
            <p:nvPr/>
          </p:nvSpPr>
          <p:spPr>
            <a:xfrm>
              <a:off x="3914931" y="3067908"/>
              <a:ext cx="1522476" cy="1322150"/>
            </a:xfrm>
            <a:prstGeom prst="rect">
              <a:avLst/>
            </a:prstGeom>
            <a:solidFill>
              <a:srgbClr val="FFFFFF"/>
            </a:solidFill>
            <a:ln w="33388">
              <a:solidFill>
                <a:srgbClr val="C55A11"/>
              </a:solidFill>
              <a:prstDash val="solid"/>
            </a:ln>
          </p:spPr>
        </p:sp>
        <p:sp>
          <p:nvSpPr>
            <p:cNvPr id="40" name="MX207:15"/>
            <p:cNvSpPr txBox="1"/>
            <p:nvPr/>
          </p:nvSpPr>
          <p:spPr>
            <a:xfrm>
              <a:off x="3914931" y="3067908"/>
              <a:ext cx="1522476" cy="1322150"/>
            </a:xfrm>
            <a:prstGeom prst="rect">
              <a:avLst/>
            </a:prstGeom>
            <a:noFill/>
            <a:ln/>
          </p:spPr>
          <p:txBody>
            <a:bodyPr wrap="square" lIns="63500" tIns="63500" rIns="63500" bIns="63500" rtlCol="0" anchor="b"/>
            <a:lstStyle/>
            <a:p>
              <a:pPr algn="ctr" indent="0" marL="0">
                <a:buNone/>
              </a:pPr>
              <a:r>
                <a:rPr lang="en-US" sz="1170" b="1" dirty="0">
                  <a:solidFill>
                    <a:srgbClr val="C55A11"/>
                  </a:solidFill>
                  <a:latin typeface="Arial" pitchFamily="34" charset="0"/>
                  <a:ea typeface="Arial" pitchFamily="34" charset="-122"/>
                  <a:cs typeface="Arial" pitchFamily="34" charset="-120"/>
                </a:rPr>
                <a:t>Ondas superficiales</a:t>
              </a:r>
              <a:endParaRPr lang="en-US" sz="1170" dirty="0"/>
            </a:p>
            <a:p>
              <a:pPr algn="ctr" indent="0" marL="0">
                <a:buNone/>
              </a:pPr>
              <a:r>
                <a:rPr lang="en-US" sz="1170" dirty="0">
                  <a:solidFill>
                    <a:srgbClr val="1F4E79"/>
                  </a:solidFill>
                  <a:latin typeface="Arial" pitchFamily="34" charset="0"/>
                  <a:ea typeface="Arial" pitchFamily="34" charset="-122"/>
                  <a:cs typeface="Arial" pitchFamily="34" charset="-120"/>
                </a:rPr>
                <a:t>Love, Rayleigh</a:t>
              </a:r>
              <a:endParaRPr lang="en-US" sz="1170" dirty="0"/>
            </a:p>
            <a:p>
              <a:pPr algn="ctr" indent="0" marL="0">
                <a:buNone/>
              </a:pPr>
              <a:r>
                <a:rPr lang="en-US" sz="1170" dirty="0">
                  <a:solidFill>
                    <a:srgbClr val="1F4E79"/>
                  </a:solidFill>
                  <a:latin typeface="Arial" pitchFamily="34" charset="0"/>
                  <a:ea typeface="Arial" pitchFamily="34" charset="-122"/>
                  <a:cs typeface="Arial" pitchFamily="34" charset="-120"/>
                </a:rPr>
                <a:t>SASW / MASW</a:t>
              </a:r>
              <a:endParaRPr lang="en-US" sz="1170" dirty="0"/>
            </a:p>
          </p:txBody>
        </p:sp>
        <p:pic>
          <p:nvPicPr>
            <p:cNvPr id="41" name="MX207:16" descr="SPT">    </p:cNvPr>
            <p:cNvPicPr>
              <a:picLocks noChangeAspect="1"/>
            </p:cNvPicPr>
            <p:nvPr/>
          </p:nvPicPr>
          <p:blipFill>
            <a:blip r:embed="rId5"/>
            <a:stretch>
              <a:fillRect/>
            </a:stretch>
          </p:blipFill>
          <p:spPr>
            <a:xfrm>
              <a:off x="2406123" y="2395490"/>
              <a:ext cx="692658" cy="519494"/>
            </a:xfrm>
            <a:prstGeom prst="rect">
              <a:avLst/>
            </a:prstGeom>
          </p:spPr>
        </p:pic>
        <p:pic>
          <p:nvPicPr>
            <p:cNvPr id="42" name="MX207:17" descr="CPTu">    </p:cNvPr>
            <p:cNvPicPr>
              <a:picLocks noChangeAspect="1"/>
            </p:cNvPicPr>
            <p:nvPr/>
          </p:nvPicPr>
          <p:blipFill>
            <a:blip r:embed="rId6"/>
            <a:stretch>
              <a:fillRect/>
            </a:stretch>
          </p:blipFill>
          <p:spPr>
            <a:xfrm>
              <a:off x="3181529" y="2320338"/>
              <a:ext cx="618603" cy="669798"/>
            </a:xfrm>
            <a:prstGeom prst="rect">
              <a:avLst/>
            </a:prstGeom>
          </p:spPr>
        </p:pic>
        <p:pic>
          <p:nvPicPr>
            <p:cNvPr id="43" name="MX207:18" descr="Downhole">    </p:cNvPr>
            <p:cNvPicPr>
              <a:picLocks noChangeAspect="1"/>
            </p:cNvPicPr>
            <p:nvPr/>
          </p:nvPicPr>
          <p:blipFill>
            <a:blip r:embed="rId7"/>
            <a:stretch>
              <a:fillRect/>
            </a:stretch>
          </p:blipFill>
          <p:spPr>
            <a:xfrm>
              <a:off x="2406123" y="3445818"/>
              <a:ext cx="692658" cy="566330"/>
            </a:xfrm>
            <a:prstGeom prst="rect">
              <a:avLst/>
            </a:prstGeom>
          </p:spPr>
        </p:pic>
        <p:pic>
          <p:nvPicPr>
            <p:cNvPr id="44" name="MX207:19" descr="Crosshole">    </p:cNvPr>
            <p:cNvPicPr>
              <a:picLocks noChangeAspect="1"/>
            </p:cNvPicPr>
            <p:nvPr/>
          </p:nvPicPr>
          <p:blipFill>
            <a:blip r:embed="rId8"/>
            <a:stretch>
              <a:fillRect/>
            </a:stretch>
          </p:blipFill>
          <p:spPr>
            <a:xfrm>
              <a:off x="3144501" y="3515858"/>
              <a:ext cx="692658" cy="426251"/>
            </a:xfrm>
            <a:prstGeom prst="rect">
              <a:avLst/>
            </a:prstGeom>
          </p:spPr>
        </p:pic>
      </p:grpSp>
      <p:sp>
        <p:nvSpPr>
          <p:cNvPr id="45" name="Obj [o17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Desde la superficie también hay métodos con ondas: empezamos por refracción y reflexión</a:t>
            </a:r>
            <a:endParaRPr lang="en-US" sz="1400" dirty="0"/>
          </a:p>
        </p:txBody>
      </p:sp>
      <p:sp>
        <p:nvSpPr>
          <p:cNvPr id="46" name="Obj [o17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47" name="Obj [o17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a cierta distancia, la onda refractada llega antes que la directa</a:t>
            </a:r>
            <a:endParaRPr lang="en-US" sz="1400" dirty="0"/>
          </a:p>
        </p:txBody>
      </p:sp>
      <p:pic>
        <p:nvPicPr>
          <p:cNvPr id="48" name="Obj [o176]" descr="Refracción sísmica en dos capas: energía directa, reflejada y refractada (onda de cabeza), con ángulo crítico">    </p:cNvPr>
          <p:cNvPicPr>
            <a:picLocks noChangeAspect="1"/>
          </p:cNvPicPr>
          <p:nvPr/>
        </p:nvPicPr>
        <p:blipFill>
          <a:blip r:embed="rId9"/>
          <a:stretch>
            <a:fillRect/>
          </a:stretch>
        </p:blipFill>
        <p:spPr>
          <a:xfrm>
            <a:off x="966136" y="1601523"/>
            <a:ext cx="4487298" cy="2680584"/>
          </a:xfrm>
          <a:prstGeom prst="rect">
            <a:avLst/>
          </a:prstGeom>
        </p:spPr>
      </p:pic>
      <p:sp>
        <p:nvSpPr>
          <p:cNvPr id="49" name="Obj [o177]"/>
          <p:cNvSpPr txBox="1"/>
          <p:nvPr/>
        </p:nvSpPr>
        <p:spPr>
          <a:xfrm>
            <a:off x="5613694" y="1721719"/>
            <a:ext cx="2564170" cy="2644300"/>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440" dirty="0"/>
          </a:p>
        </p:txBody>
      </p:sp>
      <p:sp>
        <p:nvSpPr>
          <p:cNvPr id="50" name="Obj [o17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USGS (1987), Open-File Report 87-0103-A, recreada y traducida (fuente exacta por confirmar).</a:t>
            </a:r>
            <a:endParaRPr lang="en-US" sz="800" dirty="0"/>
          </a:p>
        </p:txBody>
      </p:sp>
      <p:sp>
        <p:nvSpPr>
          <p:cNvPr id="51" name="Obj [o17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del gráfico de tiempos salen las velocidades y el espesor de la capa</a:t>
            </a:r>
            <a:endParaRPr lang="en-US" sz="1400" dirty="0"/>
          </a:p>
        </p:txBody>
      </p:sp>
      <p:pic>
        <p:nvPicPr>
          <p:cNvPr id="52" name="Obj [o180]" descr="Dromocrónica: rectas de onda directa y refractada con tiempo de intercepto y distancia de cruce">    </p:cNvPr>
          <p:cNvPicPr>
            <a:picLocks noChangeAspect="1"/>
          </p:cNvPicPr>
          <p:nvPr/>
        </p:nvPicPr>
        <p:blipFill>
          <a:blip r:embed="rId10"/>
          <a:stretch>
            <a:fillRect/>
          </a:stretch>
        </p:blipFill>
        <p:spPr>
          <a:xfrm>
            <a:off x="441794" y="1557362"/>
            <a:ext cx="6843091" cy="2603916"/>
          </a:xfrm>
          <a:prstGeom prst="rect">
            <a:avLst/>
          </a:prstGeom>
        </p:spPr>
      </p:pic>
      <p:sp>
        <p:nvSpPr>
          <p:cNvPr id="53" name="Obj [o1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recreación a partir de Wikimedia Commons, «Refraction dia.jpg» (L. Antiga, 2010); fidelidad por confirmar.</a:t>
            </a:r>
            <a:endParaRPr lang="en-US" sz="800" dirty="0"/>
          </a:p>
        </p:txBody>
      </p:sp>
      <p:sp>
        <p:nvSpPr>
          <p:cNvPr id="54" name="Obj [o18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simple y rápida, pero exige que la velocidad crezca con la profundidad</a:t>
            </a:r>
            <a:endParaRPr lang="en-US" sz="1400" dirty="0"/>
          </a:p>
        </p:txBody>
      </p:sp>
      <p:sp>
        <p:nvSpPr>
          <p:cNvPr id="55" name="Obj [o183]"/>
          <p:cNvSpPr/>
          <p:nvPr/>
        </p:nvSpPr>
        <p:spPr>
          <a:xfrm>
            <a:off x="441794" y="1633397"/>
            <a:ext cx="3269477" cy="418189"/>
          </a:xfrm>
          <a:prstGeom prst="rect">
            <a:avLst/>
          </a:prstGeom>
          <a:solidFill>
            <a:srgbClr val="1F4E79"/>
          </a:solidFill>
          <a:ln w="6350">
            <a:solidFill>
              <a:srgbClr val="1F4E79"/>
            </a:solidFill>
            <a:prstDash val="solid"/>
          </a:ln>
        </p:spPr>
      </p:sp>
      <p:sp>
        <p:nvSpPr>
          <p:cNvPr id="56" name="Obj [o184]"/>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57" name="Obj [o185]"/>
          <p:cNvSpPr/>
          <p:nvPr/>
        </p:nvSpPr>
        <p:spPr>
          <a:xfrm>
            <a:off x="441794" y="2051586"/>
            <a:ext cx="3269477" cy="2090945"/>
          </a:xfrm>
          <a:prstGeom prst="rect">
            <a:avLst/>
          </a:prstGeom>
          <a:solidFill>
            <a:srgbClr val="FFFFFF"/>
          </a:solidFill>
          <a:ln w="15840">
            <a:solidFill>
              <a:srgbClr val="1F4E79"/>
            </a:solidFill>
            <a:prstDash val="solid"/>
          </a:ln>
        </p:spPr>
      </p:sp>
      <p:sp>
        <p:nvSpPr>
          <p:cNvPr id="58" name="Obj [o186]"/>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Equipo y procesamiento simples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Rápida de ejecutar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Da velocidades y espesores de capa</a:t>
            </a:r>
            <a:endParaRPr lang="en-US" sz="1553" dirty="0"/>
          </a:p>
        </p:txBody>
      </p:sp>
      <p:sp>
        <p:nvSpPr>
          <p:cNvPr id="59" name="Obj [o187]"/>
          <p:cNvSpPr/>
          <p:nvPr/>
        </p:nvSpPr>
        <p:spPr>
          <a:xfrm>
            <a:off x="4015409" y="1633397"/>
            <a:ext cx="3269477" cy="418189"/>
          </a:xfrm>
          <a:prstGeom prst="rect">
            <a:avLst/>
          </a:prstGeom>
          <a:solidFill>
            <a:srgbClr val="C55A11"/>
          </a:solidFill>
          <a:ln w="6350">
            <a:solidFill>
              <a:srgbClr val="C55A11"/>
            </a:solidFill>
            <a:prstDash val="solid"/>
          </a:ln>
        </p:spPr>
      </p:sp>
      <p:sp>
        <p:nvSpPr>
          <p:cNvPr id="60" name="Obj [o188]"/>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61" name="Obj [o189]"/>
          <p:cNvSpPr/>
          <p:nvPr/>
        </p:nvSpPr>
        <p:spPr>
          <a:xfrm>
            <a:off x="4015409" y="2051586"/>
            <a:ext cx="3269477" cy="2090945"/>
          </a:xfrm>
          <a:prstGeom prst="rect">
            <a:avLst/>
          </a:prstGeom>
          <a:solidFill>
            <a:srgbClr val="FFFFFF"/>
          </a:solidFill>
          <a:ln w="15840">
            <a:solidFill>
              <a:srgbClr val="C55A11"/>
            </a:solidFill>
            <a:prstDash val="solid"/>
          </a:ln>
        </p:spPr>
      </p:sp>
      <p:sp>
        <p:nvSpPr>
          <p:cNvPr id="62" name="Obj [o190]"/>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velocidad debe aumentar con la profundidad</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Una capa blanda bajo otra rápida queda oculta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Capas delgadas pueden no verse</a:t>
            </a:r>
            <a:endParaRPr lang="en-US" sz="1553" dirty="0"/>
          </a:p>
        </p:txBody>
      </p:sp>
      <p:sp>
        <p:nvSpPr>
          <p:cNvPr id="63" name="Obj [o19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64" name="Obj [o19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se registra el tiempo de ida y vuelta de la energía reflejada</a:t>
            </a:r>
            <a:endParaRPr lang="en-US" sz="1400" dirty="0"/>
          </a:p>
        </p:txBody>
      </p:sp>
      <p:pic>
        <p:nvPicPr>
          <p:cNvPr id="65" name="Obj [o193]" descr="Reflexión sísmica: rayos desde la fuente hasta cada interfaz y de vuelta al geófono, con la traza registrada">    </p:cNvPr>
          <p:cNvPicPr>
            <a:picLocks noChangeAspect="1"/>
          </p:cNvPicPr>
          <p:nvPr/>
        </p:nvPicPr>
        <p:blipFill>
          <a:blip r:embed="rId11"/>
          <a:stretch>
            <a:fillRect/>
          </a:stretch>
        </p:blipFill>
        <p:spPr>
          <a:xfrm>
            <a:off x="441794" y="1557362"/>
            <a:ext cx="3801717" cy="2664133"/>
          </a:xfrm>
          <a:prstGeom prst="rect">
            <a:avLst/>
          </a:prstGeom>
        </p:spPr>
      </p:pic>
      <p:sp>
        <p:nvSpPr>
          <p:cNvPr id="66" name="Obj [o194]"/>
          <p:cNvSpPr txBox="1"/>
          <p:nvPr/>
        </p:nvSpPr>
        <p:spPr>
          <a:xfrm>
            <a:off x="4471615" y="1633397"/>
            <a:ext cx="2813271" cy="2585168"/>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energía se refleja en cada interfaz</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Cada geófono registra una traza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El tiempo depende de la profundidad y de la velocidad</a:t>
            </a:r>
            <a:endParaRPr lang="en-US" sz="1553" dirty="0"/>
          </a:p>
        </p:txBody>
      </p:sp>
      <p:sp>
        <p:nvSpPr>
          <p:cNvPr id="67" name="Obj [o19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«Basics of Seismic Reflection» (CC BY-SA 4.0), traducida.</a:t>
            </a:r>
            <a:endParaRPr lang="en-US" sz="800" dirty="0"/>
          </a:p>
        </p:txBody>
      </p:sp>
      <p:sp>
        <p:nvSpPr>
          <p:cNvPr id="68" name="Obj [o19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alcanza más profundidad, pero rinde poco en los primeros metros</a:t>
            </a:r>
            <a:endParaRPr lang="en-US" sz="1400" dirty="0"/>
          </a:p>
        </p:txBody>
      </p:sp>
      <p:sp>
        <p:nvSpPr>
          <p:cNvPr id="69" name="Obj [o197]"/>
          <p:cNvSpPr/>
          <p:nvPr/>
        </p:nvSpPr>
        <p:spPr>
          <a:xfrm>
            <a:off x="441794" y="1633397"/>
            <a:ext cx="3269477" cy="418189"/>
          </a:xfrm>
          <a:prstGeom prst="rect">
            <a:avLst/>
          </a:prstGeom>
          <a:solidFill>
            <a:srgbClr val="1F4E79"/>
          </a:solidFill>
          <a:ln w="6350">
            <a:solidFill>
              <a:srgbClr val="1F4E79"/>
            </a:solidFill>
            <a:prstDash val="solid"/>
          </a:ln>
        </p:spPr>
      </p:sp>
      <p:sp>
        <p:nvSpPr>
          <p:cNvPr id="70" name="Obj [o198]"/>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71" name="Obj [o199]"/>
          <p:cNvSpPr/>
          <p:nvPr/>
        </p:nvSpPr>
        <p:spPr>
          <a:xfrm>
            <a:off x="441794" y="2051586"/>
            <a:ext cx="3269477" cy="2090945"/>
          </a:xfrm>
          <a:prstGeom prst="rect">
            <a:avLst/>
          </a:prstGeom>
          <a:solidFill>
            <a:srgbClr val="FFFFFF"/>
          </a:solidFill>
          <a:ln w="15840">
            <a:solidFill>
              <a:srgbClr val="1F4E79"/>
            </a:solidFill>
            <a:prstDash val="solid"/>
          </a:ln>
        </p:spPr>
      </p:sp>
      <p:sp>
        <p:nvSpPr>
          <p:cNvPr id="72" name="Obj [o200]"/>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Alcanza mayores profundidades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Buena imagen de la estructura</a:t>
            </a:r>
            <a:endParaRPr lang="en-US" sz="1553" dirty="0"/>
          </a:p>
        </p:txBody>
      </p:sp>
      <p:sp>
        <p:nvSpPr>
          <p:cNvPr id="73" name="Obj [o201]"/>
          <p:cNvSpPr/>
          <p:nvPr/>
        </p:nvSpPr>
        <p:spPr>
          <a:xfrm>
            <a:off x="4015409" y="1633397"/>
            <a:ext cx="3269477" cy="418189"/>
          </a:xfrm>
          <a:prstGeom prst="rect">
            <a:avLst/>
          </a:prstGeom>
          <a:solidFill>
            <a:srgbClr val="C55A11"/>
          </a:solidFill>
          <a:ln w="6350">
            <a:solidFill>
              <a:srgbClr val="C55A11"/>
            </a:solidFill>
            <a:prstDash val="solid"/>
          </a:ln>
        </p:spPr>
      </p:sp>
      <p:sp>
        <p:nvSpPr>
          <p:cNvPr id="74" name="Obj [o202]"/>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75" name="Obj [o203]"/>
          <p:cNvSpPr/>
          <p:nvPr/>
        </p:nvSpPr>
        <p:spPr>
          <a:xfrm>
            <a:off x="4015409" y="2051586"/>
            <a:ext cx="3269477" cy="2090945"/>
          </a:xfrm>
          <a:prstGeom prst="rect">
            <a:avLst/>
          </a:prstGeom>
          <a:solidFill>
            <a:srgbClr val="FFFFFF"/>
          </a:solidFill>
          <a:ln w="15840">
            <a:solidFill>
              <a:srgbClr val="C55A11"/>
            </a:solidFill>
            <a:prstDash val="solid"/>
          </a:ln>
        </p:spPr>
      </p:sp>
      <p:sp>
        <p:nvSpPr>
          <p:cNvPr id="76" name="Obj [o204]"/>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resolución en los primeros metros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Exige fuentes de alta frecuencia y más procesamiento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Interfieren las ondas directas y superficiales</a:t>
            </a:r>
            <a:endParaRPr lang="en-US" sz="1553" dirty="0"/>
          </a:p>
        </p:txBody>
      </p:sp>
      <p:sp>
        <p:nvSpPr>
          <p:cNvPr id="77" name="Obj [o20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78" name="Obj [o20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y reflexión: vistas. Queda lo que usa ondas superficiales</a:t>
            </a:r>
            <a:endParaRPr lang="en-US" sz="1400" dirty="0"/>
          </a:p>
        </p:txBody>
      </p:sp>
      <p:pic>
        <p:nvPicPr>
          <p:cNvPr id="79" name="Obj [o208]" descr="Refracción sísmica en dos capas: energía directa, reflejada y refractada (onda de cabeza), con ángulo crítico">    </p:cNvPr>
          <p:cNvPicPr>
            <a:picLocks noChangeAspect="1"/>
          </p:cNvPicPr>
          <p:nvPr/>
        </p:nvPicPr>
        <p:blipFill>
          <a:blip r:embed="rId12"/>
          <a:stretch>
            <a:fillRect/>
          </a:stretch>
        </p:blipFill>
        <p:spPr>
          <a:xfrm>
            <a:off x="7564045" y="1481328"/>
            <a:ext cx="1193950" cy="713232"/>
          </a:xfrm>
          <a:prstGeom prst="rect">
            <a:avLst/>
          </a:prstGeom>
        </p:spPr>
      </p:pic>
      <p:pic>
        <p:nvPicPr>
          <p:cNvPr id="80" name="Obj [o209]" descr="Reflexión sísmica: rayos desde la fuente hasta cada interfaz y de vuelta al geófono, con la traza registrada">    </p:cNvPr>
          <p:cNvPicPr>
            <a:picLocks noChangeAspect="1"/>
          </p:cNvPicPr>
          <p:nvPr/>
        </p:nvPicPr>
        <p:blipFill>
          <a:blip r:embed="rId13"/>
          <a:stretch>
            <a:fillRect/>
          </a:stretch>
        </p:blipFill>
        <p:spPr>
          <a:xfrm>
            <a:off x="7652129" y="3017520"/>
            <a:ext cx="1017782" cy="713232"/>
          </a:xfrm>
          <a:prstGeom prst="rect">
            <a:avLst/>
          </a:prstGeom>
        </p:spPr>
      </p:pic>
      <p:sp>
        <p:nvSpPr>
          <p:cNvPr id="81" name="Obj [o21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8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225"/>
                                        <p:tgtEl>
                                          <p:spTgt spid="45"/>
                                        </p:tgtEl>
                                      </p:cBhvr>
                                    </p:animEffect>
                                  </p:childTnLst>
                                </p:cTn>
                              </p:par>
                              <p:par>
                                <p:cTn id="8" presetID="10" presetClass="entr" presetSubtype="0" fill="hold" nodeType="withEffect">
                                  <p:stCondLst>
                                    <p:cond delay="17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5"/>
                                        <p:tgtEl>
                                          <p:spTgt spid="3"/>
                                        </p:tgtEl>
                                      </p:cBhvr>
                                    </p:animEffect>
                                  </p:childTnLst>
                                </p:cTn>
                              </p:par>
                              <p:par>
                                <p:cTn id="11" presetID="10" presetClass="entr" presetSubtype="0" fill="hold" nodeType="withEffect">
                                  <p:stCondLst>
                                    <p:cond delay="20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225"/>
                                        <p:tgtEl>
                                          <p:spTgt spid="4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175"/>
                                        <p:tgtEl>
                                          <p:spTgt spid="45"/>
                                        </p:tgtEl>
                                      </p:cBhvr>
                                    </p:animEffect>
                                    <p:set>
                                      <p:cBhvr>
                                        <p:cTn id="18" dur="1" fill="hold">
                                          <p:stCondLst>
                                            <p:cond delay="174"/>
                                          </p:stCondLst>
                                        </p:cTn>
                                        <p:tgtEl>
                                          <p:spTgt spid="45"/>
                                        </p:tgtEl>
                                        <p:attrNameLst>
                                          <p:attrName>style.visibility</p:attrName>
                                        </p:attrNameLst>
                                      </p:cBhvr>
                                      <p:to>
                                        <p:strVal val="hidden"/>
                                      </p:to>
                                    </p:set>
                                  </p:childTnLst>
                                </p:cTn>
                              </p:par>
                              <p:par>
                                <p:cTn id="19" presetID="53" presetClass="exit" presetSubtype="16" fill="hold" nodeType="withEffect">
                                  <p:stCondLst>
                                    <p:cond delay="0"/>
                                  </p:stCondLst>
                                  <p:childTnLst>
                                    <p:anim calcmode="lin" valueType="num">
                                      <p:cBhvr>
                                        <p:cTn id="20" dur="475" fill="hold"/>
                                        <p:tgtEl>
                                          <p:spTgt spid="3"/>
                                        </p:tgtEl>
                                        <p:attrNameLst>
                                          <p:attrName>ppt_x</p:attrName>
                                        </p:attrNameLst>
                                      </p:cBhvr>
                                      <p:tavLst>
                                        <p:tav tm="0">
                                          <p:val>
                                            <p:strVal val="#ppt_x"/>
                                          </p:val>
                                        </p:tav>
                                        <p:tav tm="100000">
                                          <p:val>
                                            <p:fltVal val="-0.11979"/>
                                          </p:val>
                                        </p:tav>
                                      </p:tavLst>
                                    </p:anim>
                                    <p:anim calcmode="lin" valueType="num">
                                      <p:cBhvr>
                                        <p:cTn id="21" dur="475" fill="hold"/>
                                        <p:tgtEl>
                                          <p:spTgt spid="3"/>
                                        </p:tgtEl>
                                        <p:attrNameLst>
                                          <p:attrName>ppt_y</p:attrName>
                                        </p:attrNameLst>
                                      </p:cBhvr>
                                      <p:tavLst>
                                        <p:tav tm="0">
                                          <p:val>
                                            <p:strVal val="#ppt_y"/>
                                          </p:val>
                                        </p:tav>
                                        <p:tav tm="100000">
                                          <p:val>
                                            <p:fltVal val="0.33106"/>
                                          </p:val>
                                        </p:tav>
                                      </p:tavLst>
                                    </p:anim>
                                    <p:anim calcmode="lin" valueType="num">
                                      <p:cBhvr>
                                        <p:cTn id="22" dur="475" fill="hold"/>
                                        <p:tgtEl>
                                          <p:spTgt spid="3"/>
                                        </p:tgtEl>
                                        <p:attrNameLst>
                                          <p:attrName>ppt_w</p:attrName>
                                        </p:attrNameLst>
                                      </p:cBhvr>
                                      <p:tavLst>
                                        <p:tav tm="0">
                                          <p:val>
                                            <p:strVal val="#ppt_w"/>
                                          </p:val>
                                        </p:tav>
                                        <p:tav tm="100000">
                                          <p:val>
                                            <p:fltVal val="1.87958"/>
                                          </p:val>
                                        </p:tav>
                                      </p:tavLst>
                                    </p:anim>
                                    <p:anim calcmode="lin" valueType="num">
                                      <p:cBhvr>
                                        <p:cTn id="23" dur="475" fill="hold"/>
                                        <p:tgtEl>
                                          <p:spTgt spid="3"/>
                                        </p:tgtEl>
                                        <p:attrNameLst>
                                          <p:attrName>ppt_h</p:attrName>
                                        </p:attrNameLst>
                                      </p:cBhvr>
                                      <p:tavLst>
                                        <p:tav tm="0">
                                          <p:val>
                                            <p:strVal val="#ppt_h"/>
                                          </p:val>
                                        </p:tav>
                                        <p:tav tm="100000">
                                          <p:val>
                                            <p:fltVal val="2.11387"/>
                                          </p:val>
                                        </p:tav>
                                      </p:tavLst>
                                    </p:anim>
                                    <p:animEffect transition="out" filter="fade">
                                      <p:cBhvr>
                                        <p:cTn id="24" dur="475"/>
                                        <p:tgtEl>
                                          <p:spTgt spid="3"/>
                                        </p:tgtEl>
                                      </p:cBhvr>
                                    </p:animEffect>
                                    <p:set>
                                      <p:cBhvr>
                                        <p:cTn id="25" dur="1" fill="hold">
                                          <p:stCondLst>
                                            <p:cond delay="474"/>
                                          </p:stCondLst>
                                        </p:cTn>
                                        <p:tgtEl>
                                          <p:spTgt spid="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75"/>
                                        <p:tgtEl>
                                          <p:spTgt spid="46"/>
                                        </p:tgtEl>
                                      </p:cBhvr>
                                    </p:animEffect>
                                    <p:set>
                                      <p:cBhvr>
                                        <p:cTn id="28" dur="1" fill="hold">
                                          <p:stCondLst>
                                            <p:cond delay="174"/>
                                          </p:stCondLst>
                                        </p:cTn>
                                        <p:tgtEl>
                                          <p:spTgt spid="46"/>
                                        </p:tgtEl>
                                        <p:attrNameLst>
                                          <p:attrName>style.visibility</p:attrName>
                                        </p:attrNameLst>
                                      </p:cBhvr>
                                      <p:to>
                                        <p:strVal val="hidden"/>
                                      </p:to>
                                    </p:set>
                                  </p:childTnLst>
                                </p:cTn>
                              </p:par>
                              <p:par>
                                <p:cTn id="29" presetID="10" presetClass="entr" presetSubtype="0" fill="hold" nodeType="withEffect">
                                  <p:stCondLst>
                                    <p:cond delay="20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225"/>
                                        <p:tgtEl>
                                          <p:spTgt spid="47"/>
                                        </p:tgtEl>
                                      </p:cBhvr>
                                    </p:animEffect>
                                  </p:childTnLst>
                                </p:cTn>
                              </p:par>
                              <p:par>
                                <p:cTn id="32" presetID="53" presetClass="entr" presetSubtype="16" fill="hold" nodeType="withEffect">
                                  <p:stCondLst>
                                    <p:cond delay="235"/>
                                  </p:stCondLst>
                                  <p:childTnLst>
                                    <p:set>
                                      <p:cBhvr>
                                        <p:cTn id="33" dur="1" fill="hold">
                                          <p:stCondLst>
                                            <p:cond delay="0"/>
                                          </p:stCondLst>
                                        </p:cTn>
                                        <p:tgtEl>
                                          <p:spTgt spid="48"/>
                                        </p:tgtEl>
                                        <p:attrNameLst>
                                          <p:attrName>style.visibility</p:attrName>
                                        </p:attrNameLst>
                                      </p:cBhvr>
                                      <p:to>
                                        <p:strVal val="visible"/>
                                      </p:to>
                                    </p:set>
                                    <p:anim calcmode="lin" valueType="num">
                                      <p:cBhvr>
                                        <p:cTn id="34" dur="300" fill="hold"/>
                                        <p:tgtEl>
                                          <p:spTgt spid="48"/>
                                        </p:tgtEl>
                                        <p:attrNameLst>
                                          <p:attrName>ppt_w</p:attrName>
                                        </p:attrNameLst>
                                      </p:cBhvr>
                                      <p:tavLst>
                                        <p:tav tm="0">
                                          <p:val>
                                            <p:fltVal val="0"/>
                                          </p:val>
                                        </p:tav>
                                        <p:tav tm="100000">
                                          <p:val>
                                            <p:strVal val="#ppt_w"/>
                                          </p:val>
                                        </p:tav>
                                      </p:tavLst>
                                    </p:anim>
                                    <p:anim calcmode="lin" valueType="num">
                                      <p:cBhvr>
                                        <p:cTn id="35" dur="300" fill="hold"/>
                                        <p:tgtEl>
                                          <p:spTgt spid="48"/>
                                        </p:tgtEl>
                                        <p:attrNameLst>
                                          <p:attrName>ppt_h</p:attrName>
                                        </p:attrNameLst>
                                      </p:cBhvr>
                                      <p:tavLst>
                                        <p:tav tm="0">
                                          <p:val>
                                            <p:fltVal val="0"/>
                                          </p:val>
                                        </p:tav>
                                        <p:tav tm="100000">
                                          <p:val>
                                            <p:strVal val="#ppt_h"/>
                                          </p:val>
                                        </p:tav>
                                      </p:tavLst>
                                    </p:anim>
                                    <p:animEffect transition="in" filter="fade">
                                      <p:cBhvr>
                                        <p:cTn id="36" dur="300"/>
                                        <p:tgtEl>
                                          <p:spTgt spid="48"/>
                                        </p:tgtEl>
                                      </p:cBhvr>
                                    </p:animEffect>
                                  </p:childTnLst>
                                </p:cTn>
                              </p:par>
                              <p:par>
                                <p:cTn id="37" presetID="10" presetClass="entr" presetSubtype="0" grpId="0" fill="hold" nodeType="withEffect">
                                  <p:stCondLst>
                                    <p:cond delay="270"/>
                                  </p:stCondLst>
                                  <p:childTnLst>
                                    <p:set>
                                      <p:cBhvr>
                                        <p:cTn id="38" dur="1" fill="hold">
                                          <p:stCondLst>
                                            <p:cond delay="0"/>
                                          </p:stCondLst>
                                        </p:cTn>
                                        <p:tgtEl>
                                          <p:spTgt spid="49">
                                            <p:txEl>
                                              <p:pRg st="0" end="0"/>
                                            </p:txEl>
                                          </p:spTgt>
                                        </p:tgtEl>
                                        <p:attrNameLst>
                                          <p:attrName>style.visibility</p:attrName>
                                        </p:attrNameLst>
                                      </p:cBhvr>
                                      <p:to>
                                        <p:strVal val="visible"/>
                                      </p:to>
                                    </p:set>
                                    <p:animEffect transition="in" filter="fade">
                                      <p:cBhvr>
                                        <p:cTn id="39" dur="225"/>
                                        <p:tgtEl>
                                          <p:spTgt spid="49">
                                            <p:txEl>
                                              <p:pRg st="0" end="0"/>
                                            </p:txEl>
                                          </p:spTgt>
                                        </p:tgtEl>
                                      </p:cBhvr>
                                    </p:animEffect>
                                  </p:childTnLst>
                                </p:cTn>
                              </p:par>
                              <p:par>
                                <p:cTn id="40" presetID="10" presetClass="entr" presetSubtype="0" grpId="0" fill="hold" nodeType="withEffect">
                                  <p:stCondLst>
                                    <p:cond delay="460"/>
                                  </p:stCondLst>
                                  <p:childTnLst>
                                    <p:set>
                                      <p:cBhvr>
                                        <p:cTn id="41" dur="1" fill="hold">
                                          <p:stCondLst>
                                            <p:cond delay="0"/>
                                          </p:stCondLst>
                                        </p:cTn>
                                        <p:tgtEl>
                                          <p:spTgt spid="49">
                                            <p:txEl>
                                              <p:pRg st="1" end="1"/>
                                            </p:txEl>
                                          </p:spTgt>
                                        </p:tgtEl>
                                        <p:attrNameLst>
                                          <p:attrName>style.visibility</p:attrName>
                                        </p:attrNameLst>
                                      </p:cBhvr>
                                      <p:to>
                                        <p:strVal val="visible"/>
                                      </p:to>
                                    </p:set>
                                    <p:animEffect transition="in" filter="fade">
                                      <p:cBhvr>
                                        <p:cTn id="42" dur="225"/>
                                        <p:tgtEl>
                                          <p:spTgt spid="49">
                                            <p:txEl>
                                              <p:pRg st="1" end="1"/>
                                            </p:txEl>
                                          </p:spTgt>
                                        </p:tgtEl>
                                      </p:cBhvr>
                                    </p:animEffect>
                                  </p:childTnLst>
                                </p:cTn>
                              </p:par>
                              <p:par>
                                <p:cTn id="43" presetID="10" presetClass="entr" presetSubtype="0" fill="hold" nodeType="withEffect">
                                  <p:stCondLst>
                                    <p:cond delay="265"/>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225"/>
                                        <p:tgtEl>
                                          <p:spTgt spid="5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75"/>
                                        <p:tgtEl>
                                          <p:spTgt spid="47"/>
                                        </p:tgtEl>
                                      </p:cBhvr>
                                    </p:animEffect>
                                    <p:set>
                                      <p:cBhvr>
                                        <p:cTn id="50" dur="1" fill="hold">
                                          <p:stCondLst>
                                            <p:cond delay="174"/>
                                          </p:stCondLst>
                                        </p:cTn>
                                        <p:tgtEl>
                                          <p:spTgt spid="47"/>
                                        </p:tgtEl>
                                        <p:attrNameLst>
                                          <p:attrName>style.visibility</p:attrName>
                                        </p:attrNameLst>
                                      </p:cBhvr>
                                      <p:to>
                                        <p:strVal val="hidden"/>
                                      </p:to>
                                    </p:set>
                                  </p:childTnLst>
                                </p:cTn>
                              </p:par>
                              <p:par>
                                <p:cTn id="51" presetID="10" presetClass="exit" presetSubtype="0" grpId="0" fill="hold" nodeType="withEffect">
                                  <p:stCondLst>
                                    <p:cond delay="0"/>
                                  </p:stCondLst>
                                  <p:childTnLst>
                                    <p:animEffect transition="out" filter="fade">
                                      <p:cBhvr>
                                        <p:cTn id="52" dur="175"/>
                                        <p:tgtEl>
                                          <p:spTgt spid="49">
                                            <p:txEl>
                                              <p:pRg st="0" end="0"/>
                                            </p:txEl>
                                          </p:spTgt>
                                        </p:tgtEl>
                                      </p:cBhvr>
                                    </p:animEffect>
                                    <p:set>
                                      <p:cBhvr>
                                        <p:cTn id="53" dur="1" fill="hold">
                                          <p:stCondLst>
                                            <p:cond delay="174"/>
                                          </p:stCondLst>
                                        </p:cTn>
                                        <p:tgtEl>
                                          <p:spTgt spid="49">
                                            <p:txEl>
                                              <p:pRg st="0" end="0"/>
                                            </p:txEl>
                                          </p:spTgt>
                                        </p:tgtEl>
                                        <p:attrNameLst>
                                          <p:attrName>style.visibility</p:attrName>
                                        </p:attrNameLst>
                                      </p:cBhvr>
                                      <p:to>
                                        <p:strVal val="hidden"/>
                                      </p:to>
                                    </p:set>
                                  </p:childTnLst>
                                </p:cTn>
                              </p:par>
                              <p:par>
                                <p:cTn id="54" presetID="10" presetClass="exit" presetSubtype="0" grpId="0" fill="hold" nodeType="withEffect">
                                  <p:stCondLst>
                                    <p:cond delay="0"/>
                                  </p:stCondLst>
                                  <p:childTnLst>
                                    <p:animEffect transition="out" filter="fade">
                                      <p:cBhvr>
                                        <p:cTn id="55" dur="175"/>
                                        <p:tgtEl>
                                          <p:spTgt spid="49">
                                            <p:txEl>
                                              <p:pRg st="1" end="1"/>
                                            </p:txEl>
                                          </p:spTgt>
                                        </p:tgtEl>
                                      </p:cBhvr>
                                    </p:animEffect>
                                    <p:set>
                                      <p:cBhvr>
                                        <p:cTn id="56" dur="1" fill="hold">
                                          <p:stCondLst>
                                            <p:cond delay="174"/>
                                          </p:stCondLst>
                                        </p:cTn>
                                        <p:tgtEl>
                                          <p:spTgt spid="49">
                                            <p:txEl>
                                              <p:pRg st="1" end="1"/>
                                            </p:txEl>
                                          </p:spTgt>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75"/>
                                        <p:tgtEl>
                                          <p:spTgt spid="50"/>
                                        </p:tgtEl>
                                      </p:cBhvr>
                                    </p:animEffect>
                                    <p:set>
                                      <p:cBhvr>
                                        <p:cTn id="59" dur="1" fill="hold">
                                          <p:stCondLst>
                                            <p:cond delay="174"/>
                                          </p:stCondLst>
                                        </p:cTn>
                                        <p:tgtEl>
                                          <p:spTgt spid="50"/>
                                        </p:tgtEl>
                                        <p:attrNameLst>
                                          <p:attrName>style.visibility</p:attrName>
                                        </p:attrNameLst>
                                      </p:cBhvr>
                                      <p:to>
                                        <p:strVal val="hidden"/>
                                      </p:to>
                                    </p:set>
                                  </p:childTnLst>
                                </p:cTn>
                              </p:par>
                              <p:par>
                                <p:cTn id="60" presetID="0" presetClass="path" presetSubtype="0" accel="50000" decel="50000" fill="hold" nodeType="withEffect">
                                  <p:stCondLst>
                                    <p:cond delay="0"/>
                                  </p:stCondLst>
                                  <p:childTnLst>
                                    <p:animMotion origin="layout" path="M 0 0 L 0.54147 -0.21461 E" pathEditMode="relative" rAng="0" ptsTypes="AA">
                                      <p:cBhvr>
                                        <p:cTn id="61" dur="375" fill="hold"/>
                                        <p:tgtEl>
                                          <p:spTgt spid="48"/>
                                        </p:tgtEl>
                                        <p:attrNameLst>
                                          <p:attrName>ppt_x</p:attrName>
                                          <p:attrName>ppt_y</p:attrName>
                                        </p:attrNameLst>
                                      </p:cBhvr>
                                      <p:rCtr x="27073" y="-10730"/>
                                    </p:animMotion>
                                  </p:childTnLst>
                                </p:cTn>
                              </p:par>
                              <p:par>
                                <p:cTn id="62" presetID="6" presetClass="emph" presetSubtype="0" accel="50000" decel="50000" fill="hold" nodeType="withEffect">
                                  <p:stCondLst>
                                    <p:cond delay="0"/>
                                  </p:stCondLst>
                                  <p:childTnLst>
                                    <p:animScale>
                                      <p:cBhvr>
                                        <p:cTn id="63" dur="375" fill="hold"/>
                                        <p:tgtEl>
                                          <p:spTgt spid="48"/>
                                        </p:tgtEl>
                                      </p:cBhvr>
                                      <p:by x="26607" y="26607"/>
                                    </p:animScale>
                                  </p:childTnLst>
                                </p:cTn>
                              </p:par>
                              <p:par>
                                <p:cTn id="64" presetID="10" presetClass="entr" presetSubtype="0" fill="hold" nodeType="withEffect">
                                  <p:stCondLst>
                                    <p:cond delay="225"/>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225"/>
                                        <p:tgtEl>
                                          <p:spTgt spid="51"/>
                                        </p:tgtEl>
                                      </p:cBhvr>
                                    </p:animEffect>
                                  </p:childTnLst>
                                </p:cTn>
                              </p:par>
                              <p:par>
                                <p:cTn id="67" presetID="53" presetClass="entr" presetSubtype="16" fill="hold" nodeType="withEffect">
                                  <p:stCondLst>
                                    <p:cond delay="260"/>
                                  </p:stCondLst>
                                  <p:childTnLst>
                                    <p:set>
                                      <p:cBhvr>
                                        <p:cTn id="68" dur="1" fill="hold">
                                          <p:stCondLst>
                                            <p:cond delay="0"/>
                                          </p:stCondLst>
                                        </p:cTn>
                                        <p:tgtEl>
                                          <p:spTgt spid="52"/>
                                        </p:tgtEl>
                                        <p:attrNameLst>
                                          <p:attrName>style.visibility</p:attrName>
                                        </p:attrNameLst>
                                      </p:cBhvr>
                                      <p:to>
                                        <p:strVal val="visible"/>
                                      </p:to>
                                    </p:set>
                                    <p:anim calcmode="lin" valueType="num">
                                      <p:cBhvr>
                                        <p:cTn id="69" dur="300" fill="hold"/>
                                        <p:tgtEl>
                                          <p:spTgt spid="52"/>
                                        </p:tgtEl>
                                        <p:attrNameLst>
                                          <p:attrName>ppt_w</p:attrName>
                                        </p:attrNameLst>
                                      </p:cBhvr>
                                      <p:tavLst>
                                        <p:tav tm="0">
                                          <p:val>
                                            <p:fltVal val="0"/>
                                          </p:val>
                                        </p:tav>
                                        <p:tav tm="100000">
                                          <p:val>
                                            <p:strVal val="#ppt_w"/>
                                          </p:val>
                                        </p:tav>
                                      </p:tavLst>
                                    </p:anim>
                                    <p:anim calcmode="lin" valueType="num">
                                      <p:cBhvr>
                                        <p:cTn id="70" dur="300" fill="hold"/>
                                        <p:tgtEl>
                                          <p:spTgt spid="52"/>
                                        </p:tgtEl>
                                        <p:attrNameLst>
                                          <p:attrName>ppt_h</p:attrName>
                                        </p:attrNameLst>
                                      </p:cBhvr>
                                      <p:tavLst>
                                        <p:tav tm="0">
                                          <p:val>
                                            <p:fltVal val="0"/>
                                          </p:val>
                                        </p:tav>
                                        <p:tav tm="100000">
                                          <p:val>
                                            <p:strVal val="#ppt_h"/>
                                          </p:val>
                                        </p:tav>
                                      </p:tavLst>
                                    </p:anim>
                                    <p:animEffect transition="in" filter="fade">
                                      <p:cBhvr>
                                        <p:cTn id="71" dur="300"/>
                                        <p:tgtEl>
                                          <p:spTgt spid="52"/>
                                        </p:tgtEl>
                                      </p:cBhvr>
                                    </p:animEffect>
                                  </p:childTnLst>
                                </p:cTn>
                              </p:par>
                              <p:par>
                                <p:cTn id="72" presetID="10" presetClass="entr" presetSubtype="0" fill="hold" nodeType="withEffect">
                                  <p:stCondLst>
                                    <p:cond delay="29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225"/>
                                        <p:tgtEl>
                                          <p:spTgt spid="5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175"/>
                                        <p:tgtEl>
                                          <p:spTgt spid="51"/>
                                        </p:tgtEl>
                                      </p:cBhvr>
                                    </p:animEffect>
                                    <p:set>
                                      <p:cBhvr>
                                        <p:cTn id="79" dur="1" fill="hold">
                                          <p:stCondLst>
                                            <p:cond delay="174"/>
                                          </p:stCondLst>
                                        </p:cTn>
                                        <p:tgtEl>
                                          <p:spTgt spid="51"/>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175"/>
                                        <p:tgtEl>
                                          <p:spTgt spid="53"/>
                                        </p:tgtEl>
                                      </p:cBhvr>
                                    </p:animEffect>
                                    <p:set>
                                      <p:cBhvr>
                                        <p:cTn id="82" dur="1" fill="hold">
                                          <p:stCondLst>
                                            <p:cond delay="174"/>
                                          </p:stCondLst>
                                        </p:cTn>
                                        <p:tgtEl>
                                          <p:spTgt spid="53"/>
                                        </p:tgtEl>
                                        <p:attrNameLst>
                                          <p:attrName>style.visibility</p:attrName>
                                        </p:attrNameLst>
                                      </p:cBhvr>
                                      <p:to>
                                        <p:strVal val="hidden"/>
                                      </p:to>
                                    </p:set>
                                  </p:childTnLst>
                                </p:cTn>
                              </p:par>
                              <p:par>
                                <p:cTn id="83" presetID="0" presetClass="path" presetSubtype="0" accel="50000" decel="50000" fill="hold" nodeType="withEffect">
                                  <p:stCondLst>
                                    <p:cond delay="0"/>
                                  </p:stCondLst>
                                  <p:childTnLst>
                                    <p:animMotion origin="layout" path="M 0 0 L 0.47000 -0.04924 E" pathEditMode="relative" rAng="0" ptsTypes="AA">
                                      <p:cBhvr>
                                        <p:cTn id="84" dur="375" fill="hold"/>
                                        <p:tgtEl>
                                          <p:spTgt spid="52"/>
                                        </p:tgtEl>
                                        <p:attrNameLst>
                                          <p:attrName>ppt_x</p:attrName>
                                          <p:attrName>ppt_y</p:attrName>
                                        </p:attrNameLst>
                                      </p:cBhvr>
                                      <p:rCtr x="23500" y="-2462"/>
                                    </p:animMotion>
                                  </p:childTnLst>
                                </p:cTn>
                              </p:par>
                              <p:par>
                                <p:cTn id="85" presetID="6" presetClass="emph" presetSubtype="0" accel="50000" decel="50000" fill="hold" nodeType="withEffect">
                                  <p:stCondLst>
                                    <p:cond delay="0"/>
                                  </p:stCondLst>
                                  <p:childTnLst>
                                    <p:animScale>
                                      <p:cBhvr>
                                        <p:cTn id="86" dur="375" fill="hold"/>
                                        <p:tgtEl>
                                          <p:spTgt spid="52"/>
                                        </p:tgtEl>
                                      </p:cBhvr>
                                      <p:by x="18039" y="18039"/>
                                    </p:animScale>
                                  </p:childTnLst>
                                </p:cTn>
                              </p:par>
                              <p:par>
                                <p:cTn id="87" presetID="10" presetClass="entr" presetSubtype="0" fill="hold" nodeType="withEffect">
                                  <p:stCondLst>
                                    <p:cond delay="225"/>
                                  </p:stCondLst>
                                  <p:childTnLst>
                                    <p:set>
                                      <p:cBhvr>
                                        <p:cTn id="88" dur="1" fill="hold">
                                          <p:stCondLst>
                                            <p:cond delay="0"/>
                                          </p:stCondLst>
                                        </p:cTn>
                                        <p:tgtEl>
                                          <p:spTgt spid="54"/>
                                        </p:tgtEl>
                                        <p:attrNameLst>
                                          <p:attrName>style.visibility</p:attrName>
                                        </p:attrNameLst>
                                      </p:cBhvr>
                                      <p:to>
                                        <p:strVal val="visible"/>
                                      </p:to>
                                    </p:set>
                                    <p:animEffect transition="in" filter="fade">
                                      <p:cBhvr>
                                        <p:cTn id="89" dur="225"/>
                                        <p:tgtEl>
                                          <p:spTgt spid="54"/>
                                        </p:tgtEl>
                                      </p:cBhvr>
                                    </p:animEffect>
                                  </p:childTnLst>
                                </p:cTn>
                              </p:par>
                              <p:par>
                                <p:cTn id="90" presetID="10" presetClass="entr" presetSubtype="0" fill="hold" nodeType="withEffect">
                                  <p:stCondLst>
                                    <p:cond delay="260"/>
                                  </p:stCondLst>
                                  <p:childTnLst>
                                    <p:set>
                                      <p:cBhvr>
                                        <p:cTn id="91" dur="1" fill="hold">
                                          <p:stCondLst>
                                            <p:cond delay="0"/>
                                          </p:stCondLst>
                                        </p:cTn>
                                        <p:tgtEl>
                                          <p:spTgt spid="55"/>
                                        </p:tgtEl>
                                        <p:attrNameLst>
                                          <p:attrName>style.visibility</p:attrName>
                                        </p:attrNameLst>
                                      </p:cBhvr>
                                      <p:to>
                                        <p:strVal val="visible"/>
                                      </p:to>
                                    </p:set>
                                    <p:animEffect transition="in" filter="fade">
                                      <p:cBhvr>
                                        <p:cTn id="92" dur="225"/>
                                        <p:tgtEl>
                                          <p:spTgt spid="55"/>
                                        </p:tgtEl>
                                      </p:cBhvr>
                                    </p:animEffect>
                                  </p:childTnLst>
                                </p:cTn>
                              </p:par>
                              <p:par>
                                <p:cTn id="93" presetID="22" presetClass="entr" presetSubtype="4" fill="hold" nodeType="withEffect">
                                  <p:stCondLst>
                                    <p:cond delay="260"/>
                                  </p:stCondLst>
                                  <p:childTnLst>
                                    <p:set>
                                      <p:cBhvr>
                                        <p:cTn id="94" dur="1" fill="hold">
                                          <p:stCondLst>
                                            <p:cond delay="0"/>
                                          </p:stCondLst>
                                        </p:cTn>
                                        <p:tgtEl>
                                          <p:spTgt spid="56"/>
                                        </p:tgtEl>
                                        <p:attrNameLst>
                                          <p:attrName>style.visibility</p:attrName>
                                        </p:attrNameLst>
                                      </p:cBhvr>
                                      <p:to>
                                        <p:strVal val="visible"/>
                                      </p:to>
                                    </p:set>
                                    <p:animEffect transition="in" filter="wipe(down)">
                                      <p:cBhvr>
                                        <p:cTn id="95" dur="250"/>
                                        <p:tgtEl>
                                          <p:spTgt spid="56"/>
                                        </p:tgtEl>
                                      </p:cBhvr>
                                    </p:animEffect>
                                  </p:childTnLst>
                                </p:cTn>
                              </p:par>
                              <p:par>
                                <p:cTn id="96" presetID="10" presetClass="entr" presetSubtype="0" fill="hold" nodeType="withEffect">
                                  <p:stCondLst>
                                    <p:cond delay="295"/>
                                  </p:stCondLst>
                                  <p:childTnLst>
                                    <p:set>
                                      <p:cBhvr>
                                        <p:cTn id="97" dur="1" fill="hold">
                                          <p:stCondLst>
                                            <p:cond delay="0"/>
                                          </p:stCondLst>
                                        </p:cTn>
                                        <p:tgtEl>
                                          <p:spTgt spid="57"/>
                                        </p:tgtEl>
                                        <p:attrNameLst>
                                          <p:attrName>style.visibility</p:attrName>
                                        </p:attrNameLst>
                                      </p:cBhvr>
                                      <p:to>
                                        <p:strVal val="visible"/>
                                      </p:to>
                                    </p:set>
                                    <p:animEffect transition="in" filter="fade">
                                      <p:cBhvr>
                                        <p:cTn id="98" dur="225"/>
                                        <p:tgtEl>
                                          <p:spTgt spid="57"/>
                                        </p:tgtEl>
                                      </p:cBhvr>
                                    </p:animEffect>
                                  </p:childTnLst>
                                </p:cTn>
                              </p:par>
                              <p:par>
                                <p:cTn id="99" presetID="10" presetClass="entr" presetSubtype="0" grpId="0" fill="hold" nodeType="withEffect">
                                  <p:stCondLst>
                                    <p:cond delay="330"/>
                                  </p:stCondLst>
                                  <p:childTnLst>
                                    <p:set>
                                      <p:cBhvr>
                                        <p:cTn id="100" dur="1" fill="hold">
                                          <p:stCondLst>
                                            <p:cond delay="0"/>
                                          </p:stCondLst>
                                        </p:cTn>
                                        <p:tgtEl>
                                          <p:spTgt spid="58">
                                            <p:txEl>
                                              <p:pRg st="0" end="0"/>
                                            </p:txEl>
                                          </p:spTgt>
                                        </p:tgtEl>
                                        <p:attrNameLst>
                                          <p:attrName>style.visibility</p:attrName>
                                        </p:attrNameLst>
                                      </p:cBhvr>
                                      <p:to>
                                        <p:strVal val="visible"/>
                                      </p:to>
                                    </p:set>
                                    <p:animEffect transition="in" filter="fade">
                                      <p:cBhvr>
                                        <p:cTn id="101" dur="225"/>
                                        <p:tgtEl>
                                          <p:spTgt spid="58">
                                            <p:txEl>
                                              <p:pRg st="0" end="0"/>
                                            </p:txEl>
                                          </p:spTgt>
                                        </p:tgtEl>
                                      </p:cBhvr>
                                    </p:animEffect>
                                  </p:childTnLst>
                                </p:cTn>
                              </p:par>
                              <p:par>
                                <p:cTn id="102" presetID="10" presetClass="entr" presetSubtype="0" grpId="0" fill="hold" nodeType="withEffect">
                                  <p:stCondLst>
                                    <p:cond delay="520"/>
                                  </p:stCondLst>
                                  <p:childTnLst>
                                    <p:set>
                                      <p:cBhvr>
                                        <p:cTn id="103" dur="1" fill="hold">
                                          <p:stCondLst>
                                            <p:cond delay="0"/>
                                          </p:stCondLst>
                                        </p:cTn>
                                        <p:tgtEl>
                                          <p:spTgt spid="58">
                                            <p:txEl>
                                              <p:pRg st="1" end="1"/>
                                            </p:txEl>
                                          </p:spTgt>
                                        </p:tgtEl>
                                        <p:attrNameLst>
                                          <p:attrName>style.visibility</p:attrName>
                                        </p:attrNameLst>
                                      </p:cBhvr>
                                      <p:to>
                                        <p:strVal val="visible"/>
                                      </p:to>
                                    </p:set>
                                    <p:animEffect transition="in" filter="fade">
                                      <p:cBhvr>
                                        <p:cTn id="104" dur="225"/>
                                        <p:tgtEl>
                                          <p:spTgt spid="58">
                                            <p:txEl>
                                              <p:pRg st="1" end="1"/>
                                            </p:txEl>
                                          </p:spTgt>
                                        </p:tgtEl>
                                      </p:cBhvr>
                                    </p:animEffect>
                                  </p:childTnLst>
                                </p:cTn>
                              </p:par>
                              <p:par>
                                <p:cTn id="105" presetID="10" presetClass="entr" presetSubtype="0" grpId="0" fill="hold" nodeType="withEffect">
                                  <p:stCondLst>
                                    <p:cond delay="710"/>
                                  </p:stCondLst>
                                  <p:childTnLst>
                                    <p:set>
                                      <p:cBhvr>
                                        <p:cTn id="106" dur="1" fill="hold">
                                          <p:stCondLst>
                                            <p:cond delay="0"/>
                                          </p:stCondLst>
                                        </p:cTn>
                                        <p:tgtEl>
                                          <p:spTgt spid="58">
                                            <p:txEl>
                                              <p:pRg st="2" end="2"/>
                                            </p:txEl>
                                          </p:spTgt>
                                        </p:tgtEl>
                                        <p:attrNameLst>
                                          <p:attrName>style.visibility</p:attrName>
                                        </p:attrNameLst>
                                      </p:cBhvr>
                                      <p:to>
                                        <p:strVal val="visible"/>
                                      </p:to>
                                    </p:set>
                                    <p:animEffect transition="in" filter="fade">
                                      <p:cBhvr>
                                        <p:cTn id="107" dur="225"/>
                                        <p:tgtEl>
                                          <p:spTgt spid="58">
                                            <p:txEl>
                                              <p:pRg st="2" end="2"/>
                                            </p:txEl>
                                          </p:spTgt>
                                        </p:tgtEl>
                                      </p:cBhvr>
                                    </p:animEffect>
                                  </p:childTnLst>
                                </p:cTn>
                              </p:par>
                              <p:par>
                                <p:cTn id="108" presetID="10" presetClass="entr" presetSubtype="0" fill="hold" nodeType="withEffect">
                                  <p:stCondLst>
                                    <p:cond delay="365"/>
                                  </p:stCondLst>
                                  <p:childTnLst>
                                    <p:set>
                                      <p:cBhvr>
                                        <p:cTn id="109" dur="1" fill="hold">
                                          <p:stCondLst>
                                            <p:cond delay="0"/>
                                          </p:stCondLst>
                                        </p:cTn>
                                        <p:tgtEl>
                                          <p:spTgt spid="59"/>
                                        </p:tgtEl>
                                        <p:attrNameLst>
                                          <p:attrName>style.visibility</p:attrName>
                                        </p:attrNameLst>
                                      </p:cBhvr>
                                      <p:to>
                                        <p:strVal val="visible"/>
                                      </p:to>
                                    </p:set>
                                    <p:animEffect transition="in" filter="fade">
                                      <p:cBhvr>
                                        <p:cTn id="110" dur="225"/>
                                        <p:tgtEl>
                                          <p:spTgt spid="59"/>
                                        </p:tgtEl>
                                      </p:cBhvr>
                                    </p:animEffect>
                                  </p:childTnLst>
                                </p:cTn>
                              </p:par>
                              <p:par>
                                <p:cTn id="111" presetID="22" presetClass="entr" presetSubtype="4" fill="hold" nodeType="withEffect">
                                  <p:stCondLst>
                                    <p:cond delay="365"/>
                                  </p:stCondLst>
                                  <p:childTnLst>
                                    <p:set>
                                      <p:cBhvr>
                                        <p:cTn id="112" dur="1" fill="hold">
                                          <p:stCondLst>
                                            <p:cond delay="0"/>
                                          </p:stCondLst>
                                        </p:cTn>
                                        <p:tgtEl>
                                          <p:spTgt spid="60"/>
                                        </p:tgtEl>
                                        <p:attrNameLst>
                                          <p:attrName>style.visibility</p:attrName>
                                        </p:attrNameLst>
                                      </p:cBhvr>
                                      <p:to>
                                        <p:strVal val="visible"/>
                                      </p:to>
                                    </p:set>
                                    <p:animEffect transition="in" filter="wipe(down)">
                                      <p:cBhvr>
                                        <p:cTn id="113" dur="250"/>
                                        <p:tgtEl>
                                          <p:spTgt spid="60"/>
                                        </p:tgtEl>
                                      </p:cBhvr>
                                    </p:animEffect>
                                  </p:childTnLst>
                                </p:cTn>
                              </p:par>
                              <p:par>
                                <p:cTn id="114" presetID="10" presetClass="entr" presetSubtype="0" fill="hold" nodeType="withEffect">
                                  <p:stCondLst>
                                    <p:cond delay="400"/>
                                  </p:stCondLst>
                                  <p:childTnLst>
                                    <p:set>
                                      <p:cBhvr>
                                        <p:cTn id="115" dur="1" fill="hold">
                                          <p:stCondLst>
                                            <p:cond delay="0"/>
                                          </p:stCondLst>
                                        </p:cTn>
                                        <p:tgtEl>
                                          <p:spTgt spid="61"/>
                                        </p:tgtEl>
                                        <p:attrNameLst>
                                          <p:attrName>style.visibility</p:attrName>
                                        </p:attrNameLst>
                                      </p:cBhvr>
                                      <p:to>
                                        <p:strVal val="visible"/>
                                      </p:to>
                                    </p:set>
                                    <p:animEffect transition="in" filter="fade">
                                      <p:cBhvr>
                                        <p:cTn id="116" dur="225"/>
                                        <p:tgtEl>
                                          <p:spTgt spid="61"/>
                                        </p:tgtEl>
                                      </p:cBhvr>
                                    </p:animEffect>
                                  </p:childTnLst>
                                </p:cTn>
                              </p:par>
                              <p:par>
                                <p:cTn id="117" presetID="10" presetClass="entr" presetSubtype="0" grpId="0" fill="hold" nodeType="withEffect">
                                  <p:stCondLst>
                                    <p:cond delay="435"/>
                                  </p:stCondLst>
                                  <p:childTnLst>
                                    <p:set>
                                      <p:cBhvr>
                                        <p:cTn id="118" dur="1" fill="hold">
                                          <p:stCondLst>
                                            <p:cond delay="0"/>
                                          </p:stCondLst>
                                        </p:cTn>
                                        <p:tgtEl>
                                          <p:spTgt spid="62">
                                            <p:txEl>
                                              <p:pRg st="0" end="0"/>
                                            </p:txEl>
                                          </p:spTgt>
                                        </p:tgtEl>
                                        <p:attrNameLst>
                                          <p:attrName>style.visibility</p:attrName>
                                        </p:attrNameLst>
                                      </p:cBhvr>
                                      <p:to>
                                        <p:strVal val="visible"/>
                                      </p:to>
                                    </p:set>
                                    <p:animEffect transition="in" filter="fade">
                                      <p:cBhvr>
                                        <p:cTn id="119" dur="225"/>
                                        <p:tgtEl>
                                          <p:spTgt spid="62">
                                            <p:txEl>
                                              <p:pRg st="0" end="0"/>
                                            </p:txEl>
                                          </p:spTgt>
                                        </p:tgtEl>
                                      </p:cBhvr>
                                    </p:animEffect>
                                  </p:childTnLst>
                                </p:cTn>
                              </p:par>
                              <p:par>
                                <p:cTn id="120" presetID="10" presetClass="entr" presetSubtype="0" grpId="0" fill="hold" nodeType="withEffect">
                                  <p:stCondLst>
                                    <p:cond delay="625"/>
                                  </p:stCondLst>
                                  <p:childTnLst>
                                    <p:set>
                                      <p:cBhvr>
                                        <p:cTn id="121" dur="1" fill="hold">
                                          <p:stCondLst>
                                            <p:cond delay="0"/>
                                          </p:stCondLst>
                                        </p:cTn>
                                        <p:tgtEl>
                                          <p:spTgt spid="62">
                                            <p:txEl>
                                              <p:pRg st="1" end="1"/>
                                            </p:txEl>
                                          </p:spTgt>
                                        </p:tgtEl>
                                        <p:attrNameLst>
                                          <p:attrName>style.visibility</p:attrName>
                                        </p:attrNameLst>
                                      </p:cBhvr>
                                      <p:to>
                                        <p:strVal val="visible"/>
                                      </p:to>
                                    </p:set>
                                    <p:animEffect transition="in" filter="fade">
                                      <p:cBhvr>
                                        <p:cTn id="122" dur="225"/>
                                        <p:tgtEl>
                                          <p:spTgt spid="62">
                                            <p:txEl>
                                              <p:pRg st="1" end="1"/>
                                            </p:txEl>
                                          </p:spTgt>
                                        </p:tgtEl>
                                      </p:cBhvr>
                                    </p:animEffect>
                                  </p:childTnLst>
                                </p:cTn>
                              </p:par>
                              <p:par>
                                <p:cTn id="123" presetID="10" presetClass="entr" presetSubtype="0" grpId="0" fill="hold" nodeType="withEffect">
                                  <p:stCondLst>
                                    <p:cond delay="815"/>
                                  </p:stCondLst>
                                  <p:childTnLst>
                                    <p:set>
                                      <p:cBhvr>
                                        <p:cTn id="124" dur="1" fill="hold">
                                          <p:stCondLst>
                                            <p:cond delay="0"/>
                                          </p:stCondLst>
                                        </p:cTn>
                                        <p:tgtEl>
                                          <p:spTgt spid="62">
                                            <p:txEl>
                                              <p:pRg st="2" end="2"/>
                                            </p:txEl>
                                          </p:spTgt>
                                        </p:tgtEl>
                                        <p:attrNameLst>
                                          <p:attrName>style.visibility</p:attrName>
                                        </p:attrNameLst>
                                      </p:cBhvr>
                                      <p:to>
                                        <p:strVal val="visible"/>
                                      </p:to>
                                    </p:set>
                                    <p:animEffect transition="in" filter="fade">
                                      <p:cBhvr>
                                        <p:cTn id="125" dur="225"/>
                                        <p:tgtEl>
                                          <p:spTgt spid="62">
                                            <p:txEl>
                                              <p:pRg st="2" end="2"/>
                                            </p:txEl>
                                          </p:spTgt>
                                        </p:tgtEl>
                                      </p:cBhvr>
                                    </p:animEffect>
                                  </p:childTnLst>
                                </p:cTn>
                              </p:par>
                              <p:par>
                                <p:cTn id="126" presetID="10" presetClass="entr" presetSubtype="0" fill="hold" nodeType="withEffect">
                                  <p:stCondLst>
                                    <p:cond delay="290"/>
                                  </p:stCondLst>
                                  <p:childTnLst>
                                    <p:set>
                                      <p:cBhvr>
                                        <p:cTn id="127" dur="1" fill="hold">
                                          <p:stCondLst>
                                            <p:cond delay="0"/>
                                          </p:stCondLst>
                                        </p:cTn>
                                        <p:tgtEl>
                                          <p:spTgt spid="63"/>
                                        </p:tgtEl>
                                        <p:attrNameLst>
                                          <p:attrName>style.visibility</p:attrName>
                                        </p:attrNameLst>
                                      </p:cBhvr>
                                      <p:to>
                                        <p:strVal val="visible"/>
                                      </p:to>
                                    </p:set>
                                    <p:animEffect transition="in" filter="fade">
                                      <p:cBhvr>
                                        <p:cTn id="128" dur="225"/>
                                        <p:tgtEl>
                                          <p:spTgt spid="63"/>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nodeType="clickEffect">
                                  <p:stCondLst>
                                    <p:cond delay="0"/>
                                  </p:stCondLst>
                                  <p:childTnLst>
                                    <p:animEffect transition="out" filter="fade">
                                      <p:cBhvr>
                                        <p:cTn id="132" dur="175"/>
                                        <p:tgtEl>
                                          <p:spTgt spid="54"/>
                                        </p:tgtEl>
                                      </p:cBhvr>
                                    </p:animEffect>
                                    <p:set>
                                      <p:cBhvr>
                                        <p:cTn id="133" dur="1" fill="hold">
                                          <p:stCondLst>
                                            <p:cond delay="174"/>
                                          </p:stCondLst>
                                        </p:cTn>
                                        <p:tgtEl>
                                          <p:spTgt spid="54"/>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175"/>
                                        <p:tgtEl>
                                          <p:spTgt spid="55"/>
                                        </p:tgtEl>
                                      </p:cBhvr>
                                    </p:animEffect>
                                    <p:set>
                                      <p:cBhvr>
                                        <p:cTn id="136" dur="1" fill="hold">
                                          <p:stCondLst>
                                            <p:cond delay="174"/>
                                          </p:stCondLst>
                                        </p:cTn>
                                        <p:tgtEl>
                                          <p:spTgt spid="55"/>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175"/>
                                        <p:tgtEl>
                                          <p:spTgt spid="56"/>
                                        </p:tgtEl>
                                      </p:cBhvr>
                                    </p:animEffect>
                                    <p:set>
                                      <p:cBhvr>
                                        <p:cTn id="139" dur="1" fill="hold">
                                          <p:stCondLst>
                                            <p:cond delay="174"/>
                                          </p:stCondLst>
                                        </p:cTn>
                                        <p:tgtEl>
                                          <p:spTgt spid="56"/>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175"/>
                                        <p:tgtEl>
                                          <p:spTgt spid="57"/>
                                        </p:tgtEl>
                                      </p:cBhvr>
                                    </p:animEffect>
                                    <p:set>
                                      <p:cBhvr>
                                        <p:cTn id="142" dur="1" fill="hold">
                                          <p:stCondLst>
                                            <p:cond delay="174"/>
                                          </p:stCondLst>
                                        </p:cTn>
                                        <p:tgtEl>
                                          <p:spTgt spid="57"/>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175"/>
                                        <p:tgtEl>
                                          <p:spTgt spid="58">
                                            <p:txEl>
                                              <p:pRg st="0" end="0"/>
                                            </p:txEl>
                                          </p:spTgt>
                                        </p:tgtEl>
                                      </p:cBhvr>
                                    </p:animEffect>
                                    <p:set>
                                      <p:cBhvr>
                                        <p:cTn id="145" dur="1" fill="hold">
                                          <p:stCondLst>
                                            <p:cond delay="174"/>
                                          </p:stCondLst>
                                        </p:cTn>
                                        <p:tgtEl>
                                          <p:spTgt spid="58">
                                            <p:txEl>
                                              <p:pRg st="0" end="0"/>
                                            </p:txEl>
                                          </p:spTgt>
                                        </p:tgtEl>
                                        <p:attrNameLst>
                                          <p:attrName>style.visibility</p:attrName>
                                        </p:attrNameLst>
                                      </p:cBhvr>
                                      <p:to>
                                        <p:strVal val="hidden"/>
                                      </p:to>
                                    </p:set>
                                  </p:childTnLst>
                                </p:cTn>
                              </p:par>
                              <p:par>
                                <p:cTn id="146" presetID="10" presetClass="exit" presetSubtype="0" grpId="0" fill="hold" nodeType="withEffect">
                                  <p:stCondLst>
                                    <p:cond delay="0"/>
                                  </p:stCondLst>
                                  <p:childTnLst>
                                    <p:animEffect transition="out" filter="fade">
                                      <p:cBhvr>
                                        <p:cTn id="147" dur="175"/>
                                        <p:tgtEl>
                                          <p:spTgt spid="58">
                                            <p:txEl>
                                              <p:pRg st="1" end="1"/>
                                            </p:txEl>
                                          </p:spTgt>
                                        </p:tgtEl>
                                      </p:cBhvr>
                                    </p:animEffect>
                                    <p:set>
                                      <p:cBhvr>
                                        <p:cTn id="148" dur="1" fill="hold">
                                          <p:stCondLst>
                                            <p:cond delay="174"/>
                                          </p:stCondLst>
                                        </p:cTn>
                                        <p:tgtEl>
                                          <p:spTgt spid="58">
                                            <p:txEl>
                                              <p:pRg st="1" end="1"/>
                                            </p:txEl>
                                          </p:spTgt>
                                        </p:tgtEl>
                                        <p:attrNameLst>
                                          <p:attrName>style.visibility</p:attrName>
                                        </p:attrNameLst>
                                      </p:cBhvr>
                                      <p:to>
                                        <p:strVal val="hidden"/>
                                      </p:to>
                                    </p:set>
                                  </p:childTnLst>
                                </p:cTn>
                              </p:par>
                              <p:par>
                                <p:cTn id="149" presetID="10" presetClass="exit" presetSubtype="0" grpId="0" fill="hold" nodeType="withEffect">
                                  <p:stCondLst>
                                    <p:cond delay="0"/>
                                  </p:stCondLst>
                                  <p:childTnLst>
                                    <p:animEffect transition="out" filter="fade">
                                      <p:cBhvr>
                                        <p:cTn id="150" dur="175"/>
                                        <p:tgtEl>
                                          <p:spTgt spid="58">
                                            <p:txEl>
                                              <p:pRg st="2" end="2"/>
                                            </p:txEl>
                                          </p:spTgt>
                                        </p:tgtEl>
                                      </p:cBhvr>
                                    </p:animEffect>
                                    <p:set>
                                      <p:cBhvr>
                                        <p:cTn id="151" dur="1" fill="hold">
                                          <p:stCondLst>
                                            <p:cond delay="174"/>
                                          </p:stCondLst>
                                        </p:cTn>
                                        <p:tgtEl>
                                          <p:spTgt spid="58">
                                            <p:txEl>
                                              <p:pRg st="2" end="2"/>
                                            </p:txEl>
                                          </p:spTgt>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175"/>
                                        <p:tgtEl>
                                          <p:spTgt spid="59"/>
                                        </p:tgtEl>
                                      </p:cBhvr>
                                    </p:animEffect>
                                    <p:set>
                                      <p:cBhvr>
                                        <p:cTn id="154" dur="1" fill="hold">
                                          <p:stCondLst>
                                            <p:cond delay="174"/>
                                          </p:stCondLst>
                                        </p:cTn>
                                        <p:tgtEl>
                                          <p:spTgt spid="59"/>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175"/>
                                        <p:tgtEl>
                                          <p:spTgt spid="60"/>
                                        </p:tgtEl>
                                      </p:cBhvr>
                                    </p:animEffect>
                                    <p:set>
                                      <p:cBhvr>
                                        <p:cTn id="157" dur="1" fill="hold">
                                          <p:stCondLst>
                                            <p:cond delay="174"/>
                                          </p:stCondLst>
                                        </p:cTn>
                                        <p:tgtEl>
                                          <p:spTgt spid="60"/>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175"/>
                                        <p:tgtEl>
                                          <p:spTgt spid="61"/>
                                        </p:tgtEl>
                                      </p:cBhvr>
                                    </p:animEffect>
                                    <p:set>
                                      <p:cBhvr>
                                        <p:cTn id="160" dur="1" fill="hold">
                                          <p:stCondLst>
                                            <p:cond delay="174"/>
                                          </p:stCondLst>
                                        </p:cTn>
                                        <p:tgtEl>
                                          <p:spTgt spid="61"/>
                                        </p:tgtEl>
                                        <p:attrNameLst>
                                          <p:attrName>style.visibility</p:attrName>
                                        </p:attrNameLst>
                                      </p:cBhvr>
                                      <p:to>
                                        <p:strVal val="hidden"/>
                                      </p:to>
                                    </p:set>
                                  </p:childTnLst>
                                </p:cTn>
                              </p:par>
                              <p:par>
                                <p:cTn id="161" presetID="10" presetClass="exit" presetSubtype="0" grpId="0" fill="hold" nodeType="withEffect">
                                  <p:stCondLst>
                                    <p:cond delay="0"/>
                                  </p:stCondLst>
                                  <p:childTnLst>
                                    <p:animEffect transition="out" filter="fade">
                                      <p:cBhvr>
                                        <p:cTn id="162" dur="175"/>
                                        <p:tgtEl>
                                          <p:spTgt spid="62">
                                            <p:txEl>
                                              <p:pRg st="0" end="0"/>
                                            </p:txEl>
                                          </p:spTgt>
                                        </p:tgtEl>
                                      </p:cBhvr>
                                    </p:animEffect>
                                    <p:set>
                                      <p:cBhvr>
                                        <p:cTn id="163" dur="1" fill="hold">
                                          <p:stCondLst>
                                            <p:cond delay="174"/>
                                          </p:stCondLst>
                                        </p:cTn>
                                        <p:tgtEl>
                                          <p:spTgt spid="62">
                                            <p:txEl>
                                              <p:pRg st="0" end="0"/>
                                            </p:txEl>
                                          </p:spTgt>
                                        </p:tgtEl>
                                        <p:attrNameLst>
                                          <p:attrName>style.visibility</p:attrName>
                                        </p:attrNameLst>
                                      </p:cBhvr>
                                      <p:to>
                                        <p:strVal val="hidden"/>
                                      </p:to>
                                    </p:set>
                                  </p:childTnLst>
                                </p:cTn>
                              </p:par>
                              <p:par>
                                <p:cTn id="164" presetID="10" presetClass="exit" presetSubtype="0" grpId="0" fill="hold" nodeType="withEffect">
                                  <p:stCondLst>
                                    <p:cond delay="0"/>
                                  </p:stCondLst>
                                  <p:childTnLst>
                                    <p:animEffect transition="out" filter="fade">
                                      <p:cBhvr>
                                        <p:cTn id="165" dur="175"/>
                                        <p:tgtEl>
                                          <p:spTgt spid="62">
                                            <p:txEl>
                                              <p:pRg st="1" end="1"/>
                                            </p:txEl>
                                          </p:spTgt>
                                        </p:tgtEl>
                                      </p:cBhvr>
                                    </p:animEffect>
                                    <p:set>
                                      <p:cBhvr>
                                        <p:cTn id="166" dur="1" fill="hold">
                                          <p:stCondLst>
                                            <p:cond delay="174"/>
                                          </p:stCondLst>
                                        </p:cTn>
                                        <p:tgtEl>
                                          <p:spTgt spid="62">
                                            <p:txEl>
                                              <p:pRg st="1" end="1"/>
                                            </p:txEl>
                                          </p:spTgt>
                                        </p:tgtEl>
                                        <p:attrNameLst>
                                          <p:attrName>style.visibility</p:attrName>
                                        </p:attrNameLst>
                                      </p:cBhvr>
                                      <p:to>
                                        <p:strVal val="hidden"/>
                                      </p:to>
                                    </p:set>
                                  </p:childTnLst>
                                </p:cTn>
                              </p:par>
                              <p:par>
                                <p:cTn id="167" presetID="10" presetClass="exit" presetSubtype="0" grpId="0" fill="hold" nodeType="withEffect">
                                  <p:stCondLst>
                                    <p:cond delay="0"/>
                                  </p:stCondLst>
                                  <p:childTnLst>
                                    <p:animEffect transition="out" filter="fade">
                                      <p:cBhvr>
                                        <p:cTn id="168" dur="175"/>
                                        <p:tgtEl>
                                          <p:spTgt spid="62">
                                            <p:txEl>
                                              <p:pRg st="2" end="2"/>
                                            </p:txEl>
                                          </p:spTgt>
                                        </p:tgtEl>
                                      </p:cBhvr>
                                    </p:animEffect>
                                    <p:set>
                                      <p:cBhvr>
                                        <p:cTn id="169" dur="1" fill="hold">
                                          <p:stCondLst>
                                            <p:cond delay="174"/>
                                          </p:stCondLst>
                                        </p:cTn>
                                        <p:tgtEl>
                                          <p:spTgt spid="62">
                                            <p:txEl>
                                              <p:pRg st="2" end="2"/>
                                            </p:txEl>
                                          </p:spTgt>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175"/>
                                        <p:tgtEl>
                                          <p:spTgt spid="63"/>
                                        </p:tgtEl>
                                      </p:cBhvr>
                                    </p:animEffect>
                                    <p:set>
                                      <p:cBhvr>
                                        <p:cTn id="172" dur="1" fill="hold">
                                          <p:stCondLst>
                                            <p:cond delay="174"/>
                                          </p:stCondLst>
                                        </p:cTn>
                                        <p:tgtEl>
                                          <p:spTgt spid="63"/>
                                        </p:tgtEl>
                                        <p:attrNameLst>
                                          <p:attrName>style.visibility</p:attrName>
                                        </p:attrNameLst>
                                      </p:cBhvr>
                                      <p:to>
                                        <p:strVal val="hidden"/>
                                      </p:to>
                                    </p:set>
                                  </p:childTnLst>
                                </p:cTn>
                              </p:par>
                              <p:par>
                                <p:cTn id="173" presetID="10" presetClass="entr" presetSubtype="0" fill="hold" nodeType="withEffect">
                                  <p:stCondLst>
                                    <p:cond delay="225"/>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225"/>
                                        <p:tgtEl>
                                          <p:spTgt spid="64"/>
                                        </p:tgtEl>
                                      </p:cBhvr>
                                    </p:animEffect>
                                  </p:childTnLst>
                                </p:cTn>
                              </p:par>
                              <p:par>
                                <p:cTn id="176" presetID="53" presetClass="entr" presetSubtype="16" fill="hold" nodeType="withEffect">
                                  <p:stCondLst>
                                    <p:cond delay="260"/>
                                  </p:stCondLst>
                                  <p:childTnLst>
                                    <p:set>
                                      <p:cBhvr>
                                        <p:cTn id="177" dur="1" fill="hold">
                                          <p:stCondLst>
                                            <p:cond delay="0"/>
                                          </p:stCondLst>
                                        </p:cTn>
                                        <p:tgtEl>
                                          <p:spTgt spid="65"/>
                                        </p:tgtEl>
                                        <p:attrNameLst>
                                          <p:attrName>style.visibility</p:attrName>
                                        </p:attrNameLst>
                                      </p:cBhvr>
                                      <p:to>
                                        <p:strVal val="visible"/>
                                      </p:to>
                                    </p:set>
                                    <p:anim calcmode="lin" valueType="num">
                                      <p:cBhvr>
                                        <p:cTn id="178" dur="300" fill="hold"/>
                                        <p:tgtEl>
                                          <p:spTgt spid="65"/>
                                        </p:tgtEl>
                                        <p:attrNameLst>
                                          <p:attrName>ppt_w</p:attrName>
                                        </p:attrNameLst>
                                      </p:cBhvr>
                                      <p:tavLst>
                                        <p:tav tm="0">
                                          <p:val>
                                            <p:fltVal val="0"/>
                                          </p:val>
                                        </p:tav>
                                        <p:tav tm="100000">
                                          <p:val>
                                            <p:strVal val="#ppt_w"/>
                                          </p:val>
                                        </p:tav>
                                      </p:tavLst>
                                    </p:anim>
                                    <p:anim calcmode="lin" valueType="num">
                                      <p:cBhvr>
                                        <p:cTn id="179" dur="300" fill="hold"/>
                                        <p:tgtEl>
                                          <p:spTgt spid="65"/>
                                        </p:tgtEl>
                                        <p:attrNameLst>
                                          <p:attrName>ppt_h</p:attrName>
                                        </p:attrNameLst>
                                      </p:cBhvr>
                                      <p:tavLst>
                                        <p:tav tm="0">
                                          <p:val>
                                            <p:fltVal val="0"/>
                                          </p:val>
                                        </p:tav>
                                        <p:tav tm="100000">
                                          <p:val>
                                            <p:strVal val="#ppt_h"/>
                                          </p:val>
                                        </p:tav>
                                      </p:tavLst>
                                    </p:anim>
                                    <p:animEffect transition="in" filter="fade">
                                      <p:cBhvr>
                                        <p:cTn id="180" dur="300"/>
                                        <p:tgtEl>
                                          <p:spTgt spid="65"/>
                                        </p:tgtEl>
                                      </p:cBhvr>
                                    </p:animEffect>
                                  </p:childTnLst>
                                </p:cTn>
                              </p:par>
                              <p:par>
                                <p:cTn id="181" presetID="10" presetClass="entr" presetSubtype="0" grpId="0" fill="hold" nodeType="withEffect">
                                  <p:stCondLst>
                                    <p:cond delay="295"/>
                                  </p:stCondLst>
                                  <p:childTnLst>
                                    <p:set>
                                      <p:cBhvr>
                                        <p:cTn id="182" dur="1" fill="hold">
                                          <p:stCondLst>
                                            <p:cond delay="0"/>
                                          </p:stCondLst>
                                        </p:cTn>
                                        <p:tgtEl>
                                          <p:spTgt spid="66">
                                            <p:txEl>
                                              <p:pRg st="0" end="0"/>
                                            </p:txEl>
                                          </p:spTgt>
                                        </p:tgtEl>
                                        <p:attrNameLst>
                                          <p:attrName>style.visibility</p:attrName>
                                        </p:attrNameLst>
                                      </p:cBhvr>
                                      <p:to>
                                        <p:strVal val="visible"/>
                                      </p:to>
                                    </p:set>
                                    <p:animEffect transition="in" filter="fade">
                                      <p:cBhvr>
                                        <p:cTn id="183" dur="225"/>
                                        <p:tgtEl>
                                          <p:spTgt spid="66">
                                            <p:txEl>
                                              <p:pRg st="0" end="0"/>
                                            </p:txEl>
                                          </p:spTgt>
                                        </p:tgtEl>
                                      </p:cBhvr>
                                    </p:animEffect>
                                  </p:childTnLst>
                                </p:cTn>
                              </p:par>
                              <p:par>
                                <p:cTn id="184" presetID="10" presetClass="entr" presetSubtype="0" grpId="0" fill="hold" nodeType="withEffect">
                                  <p:stCondLst>
                                    <p:cond delay="485"/>
                                  </p:stCondLst>
                                  <p:childTnLst>
                                    <p:set>
                                      <p:cBhvr>
                                        <p:cTn id="185" dur="1" fill="hold">
                                          <p:stCondLst>
                                            <p:cond delay="0"/>
                                          </p:stCondLst>
                                        </p:cTn>
                                        <p:tgtEl>
                                          <p:spTgt spid="66">
                                            <p:txEl>
                                              <p:pRg st="1" end="1"/>
                                            </p:txEl>
                                          </p:spTgt>
                                        </p:tgtEl>
                                        <p:attrNameLst>
                                          <p:attrName>style.visibility</p:attrName>
                                        </p:attrNameLst>
                                      </p:cBhvr>
                                      <p:to>
                                        <p:strVal val="visible"/>
                                      </p:to>
                                    </p:set>
                                    <p:animEffect transition="in" filter="fade">
                                      <p:cBhvr>
                                        <p:cTn id="186" dur="225"/>
                                        <p:tgtEl>
                                          <p:spTgt spid="66">
                                            <p:txEl>
                                              <p:pRg st="1" end="1"/>
                                            </p:txEl>
                                          </p:spTgt>
                                        </p:tgtEl>
                                      </p:cBhvr>
                                    </p:animEffect>
                                  </p:childTnLst>
                                </p:cTn>
                              </p:par>
                              <p:par>
                                <p:cTn id="187" presetID="10" presetClass="entr" presetSubtype="0" grpId="0" fill="hold" nodeType="withEffect">
                                  <p:stCondLst>
                                    <p:cond delay="675"/>
                                  </p:stCondLst>
                                  <p:childTnLst>
                                    <p:set>
                                      <p:cBhvr>
                                        <p:cTn id="188" dur="1" fill="hold">
                                          <p:stCondLst>
                                            <p:cond delay="0"/>
                                          </p:stCondLst>
                                        </p:cTn>
                                        <p:tgtEl>
                                          <p:spTgt spid="66">
                                            <p:txEl>
                                              <p:pRg st="2" end="2"/>
                                            </p:txEl>
                                          </p:spTgt>
                                        </p:tgtEl>
                                        <p:attrNameLst>
                                          <p:attrName>style.visibility</p:attrName>
                                        </p:attrNameLst>
                                      </p:cBhvr>
                                      <p:to>
                                        <p:strVal val="visible"/>
                                      </p:to>
                                    </p:set>
                                    <p:animEffect transition="in" filter="fade">
                                      <p:cBhvr>
                                        <p:cTn id="189" dur="225"/>
                                        <p:tgtEl>
                                          <p:spTgt spid="66">
                                            <p:txEl>
                                              <p:pRg st="2" end="2"/>
                                            </p:txEl>
                                          </p:spTgt>
                                        </p:tgtEl>
                                      </p:cBhvr>
                                    </p:animEffect>
                                  </p:childTnLst>
                                </p:cTn>
                              </p:par>
                              <p:par>
                                <p:cTn id="190" presetID="10" presetClass="entr" presetSubtype="0" fill="hold" nodeType="withEffect">
                                  <p:stCondLst>
                                    <p:cond delay="29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225"/>
                                        <p:tgtEl>
                                          <p:spTgt spid="67"/>
                                        </p:tgtEl>
                                      </p:cBhvr>
                                    </p:animEffect>
                                  </p:childTnLst>
                                </p:cTn>
                              </p:par>
                            </p:childTnLst>
                          </p:cTn>
                        </p:par>
                      </p:childTnLst>
                    </p:cTn>
                  </p:par>
                  <p:par>
                    <p:cTn id="193" fill="hold">
                      <p:stCondLst>
                        <p:cond delay="indefinite"/>
                      </p:stCondLst>
                      <p:childTnLst>
                        <p:par>
                          <p:cTn id="194" fill="hold">
                            <p:stCondLst>
                              <p:cond delay="0"/>
                            </p:stCondLst>
                            <p:childTnLst>
                              <p:par>
                                <p:cTn id="195" presetID="10" presetClass="exit" presetSubtype="0" fill="hold" nodeType="clickEffect">
                                  <p:stCondLst>
                                    <p:cond delay="0"/>
                                  </p:stCondLst>
                                  <p:childTnLst>
                                    <p:animEffect transition="out" filter="fade">
                                      <p:cBhvr>
                                        <p:cTn id="196" dur="175"/>
                                        <p:tgtEl>
                                          <p:spTgt spid="64"/>
                                        </p:tgtEl>
                                      </p:cBhvr>
                                    </p:animEffect>
                                    <p:set>
                                      <p:cBhvr>
                                        <p:cTn id="197" dur="1" fill="hold">
                                          <p:stCondLst>
                                            <p:cond delay="174"/>
                                          </p:stCondLst>
                                        </p:cTn>
                                        <p:tgtEl>
                                          <p:spTgt spid="64"/>
                                        </p:tgtEl>
                                        <p:attrNameLst>
                                          <p:attrName>style.visibility</p:attrName>
                                        </p:attrNameLst>
                                      </p:cBhvr>
                                      <p:to>
                                        <p:strVal val="hidden"/>
                                      </p:to>
                                    </p:set>
                                  </p:childTnLst>
                                </p:cTn>
                              </p:par>
                              <p:par>
                                <p:cTn id="198" presetID="10" presetClass="exit" presetSubtype="0" grpId="0" fill="hold" nodeType="withEffect">
                                  <p:stCondLst>
                                    <p:cond delay="0"/>
                                  </p:stCondLst>
                                  <p:childTnLst>
                                    <p:animEffect transition="out" filter="fade">
                                      <p:cBhvr>
                                        <p:cTn id="199" dur="175"/>
                                        <p:tgtEl>
                                          <p:spTgt spid="66">
                                            <p:txEl>
                                              <p:pRg st="0" end="0"/>
                                            </p:txEl>
                                          </p:spTgt>
                                        </p:tgtEl>
                                      </p:cBhvr>
                                    </p:animEffect>
                                    <p:set>
                                      <p:cBhvr>
                                        <p:cTn id="200" dur="1" fill="hold">
                                          <p:stCondLst>
                                            <p:cond delay="174"/>
                                          </p:stCondLst>
                                        </p:cTn>
                                        <p:tgtEl>
                                          <p:spTgt spid="66">
                                            <p:txEl>
                                              <p:pRg st="0" end="0"/>
                                            </p:txEl>
                                          </p:spTgt>
                                        </p:tgtEl>
                                        <p:attrNameLst>
                                          <p:attrName>style.visibility</p:attrName>
                                        </p:attrNameLst>
                                      </p:cBhvr>
                                      <p:to>
                                        <p:strVal val="hidden"/>
                                      </p:to>
                                    </p:set>
                                  </p:childTnLst>
                                </p:cTn>
                              </p:par>
                              <p:par>
                                <p:cTn id="201" presetID="10" presetClass="exit" presetSubtype="0" grpId="0" fill="hold" nodeType="withEffect">
                                  <p:stCondLst>
                                    <p:cond delay="0"/>
                                  </p:stCondLst>
                                  <p:childTnLst>
                                    <p:animEffect transition="out" filter="fade">
                                      <p:cBhvr>
                                        <p:cTn id="202" dur="175"/>
                                        <p:tgtEl>
                                          <p:spTgt spid="66">
                                            <p:txEl>
                                              <p:pRg st="1" end="1"/>
                                            </p:txEl>
                                          </p:spTgt>
                                        </p:tgtEl>
                                      </p:cBhvr>
                                    </p:animEffect>
                                    <p:set>
                                      <p:cBhvr>
                                        <p:cTn id="203" dur="1" fill="hold">
                                          <p:stCondLst>
                                            <p:cond delay="174"/>
                                          </p:stCondLst>
                                        </p:cTn>
                                        <p:tgtEl>
                                          <p:spTgt spid="66">
                                            <p:txEl>
                                              <p:pRg st="1" end="1"/>
                                            </p:txEl>
                                          </p:spTgt>
                                        </p:tgtEl>
                                        <p:attrNameLst>
                                          <p:attrName>style.visibility</p:attrName>
                                        </p:attrNameLst>
                                      </p:cBhvr>
                                      <p:to>
                                        <p:strVal val="hidden"/>
                                      </p:to>
                                    </p:set>
                                  </p:childTnLst>
                                </p:cTn>
                              </p:par>
                              <p:par>
                                <p:cTn id="204" presetID="10" presetClass="exit" presetSubtype="0" grpId="0" fill="hold" nodeType="withEffect">
                                  <p:stCondLst>
                                    <p:cond delay="0"/>
                                  </p:stCondLst>
                                  <p:childTnLst>
                                    <p:animEffect transition="out" filter="fade">
                                      <p:cBhvr>
                                        <p:cTn id="205" dur="175"/>
                                        <p:tgtEl>
                                          <p:spTgt spid="66">
                                            <p:txEl>
                                              <p:pRg st="2" end="2"/>
                                            </p:txEl>
                                          </p:spTgt>
                                        </p:tgtEl>
                                      </p:cBhvr>
                                    </p:animEffect>
                                    <p:set>
                                      <p:cBhvr>
                                        <p:cTn id="206" dur="1" fill="hold">
                                          <p:stCondLst>
                                            <p:cond delay="174"/>
                                          </p:stCondLst>
                                        </p:cTn>
                                        <p:tgtEl>
                                          <p:spTgt spid="66">
                                            <p:txEl>
                                              <p:pRg st="2" end="2"/>
                                            </p:txEl>
                                          </p:spTgt>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175"/>
                                        <p:tgtEl>
                                          <p:spTgt spid="67"/>
                                        </p:tgtEl>
                                      </p:cBhvr>
                                    </p:animEffect>
                                    <p:set>
                                      <p:cBhvr>
                                        <p:cTn id="209" dur="1" fill="hold">
                                          <p:stCondLst>
                                            <p:cond delay="174"/>
                                          </p:stCondLst>
                                        </p:cTn>
                                        <p:tgtEl>
                                          <p:spTgt spid="67"/>
                                        </p:tgtEl>
                                        <p:attrNameLst>
                                          <p:attrName>style.visibility</p:attrName>
                                        </p:attrNameLst>
                                      </p:cBhvr>
                                      <p:to>
                                        <p:strVal val="hidden"/>
                                      </p:to>
                                    </p:set>
                                  </p:childTnLst>
                                </p:cTn>
                              </p:par>
                              <p:par>
                                <p:cTn id="210" presetID="0" presetClass="path" presetSubtype="0" accel="50000" decel="50000" fill="hold" nodeType="withEffect">
                                  <p:stCondLst>
                                    <p:cond delay="0"/>
                                  </p:stCondLst>
                                  <p:childTnLst>
                                    <p:animMotion origin="layout" path="M 0 0 L 0.63630 0.09424 E" pathEditMode="relative" rAng="0" ptsTypes="AA">
                                      <p:cBhvr>
                                        <p:cTn id="211" dur="375" fill="hold"/>
                                        <p:tgtEl>
                                          <p:spTgt spid="65"/>
                                        </p:tgtEl>
                                        <p:attrNameLst>
                                          <p:attrName>ppt_x</p:attrName>
                                          <p:attrName>ppt_y</p:attrName>
                                        </p:attrNameLst>
                                      </p:cBhvr>
                                      <p:rCtr x="31815" y="4711"/>
                                    </p:animMotion>
                                  </p:childTnLst>
                                </p:cTn>
                              </p:par>
                              <p:par>
                                <p:cTn id="212" presetID="6" presetClass="emph" presetSubtype="0" accel="50000" decel="50000" fill="hold" nodeType="withEffect">
                                  <p:stCondLst>
                                    <p:cond delay="0"/>
                                  </p:stCondLst>
                                  <p:childTnLst>
                                    <p:animScale>
                                      <p:cBhvr>
                                        <p:cTn id="213" dur="375" fill="hold"/>
                                        <p:tgtEl>
                                          <p:spTgt spid="65"/>
                                        </p:tgtEl>
                                      </p:cBhvr>
                                      <p:by x="26772" y="26772"/>
                                    </p:animScale>
                                  </p:childTnLst>
                                </p:cTn>
                              </p:par>
                              <p:par>
                                <p:cTn id="214" presetID="10" presetClass="entr" presetSubtype="0" fill="hold" nodeType="withEffect">
                                  <p:stCondLst>
                                    <p:cond delay="225"/>
                                  </p:stCondLst>
                                  <p:childTnLst>
                                    <p:set>
                                      <p:cBhvr>
                                        <p:cTn id="215" dur="1" fill="hold">
                                          <p:stCondLst>
                                            <p:cond delay="0"/>
                                          </p:stCondLst>
                                        </p:cTn>
                                        <p:tgtEl>
                                          <p:spTgt spid="68"/>
                                        </p:tgtEl>
                                        <p:attrNameLst>
                                          <p:attrName>style.visibility</p:attrName>
                                        </p:attrNameLst>
                                      </p:cBhvr>
                                      <p:to>
                                        <p:strVal val="visible"/>
                                      </p:to>
                                    </p:set>
                                    <p:animEffect transition="in" filter="fade">
                                      <p:cBhvr>
                                        <p:cTn id="216" dur="225"/>
                                        <p:tgtEl>
                                          <p:spTgt spid="68"/>
                                        </p:tgtEl>
                                      </p:cBhvr>
                                    </p:animEffect>
                                  </p:childTnLst>
                                </p:cTn>
                              </p:par>
                              <p:par>
                                <p:cTn id="217" presetID="10" presetClass="entr" presetSubtype="0" fill="hold" nodeType="withEffect">
                                  <p:stCondLst>
                                    <p:cond delay="260"/>
                                  </p:stCondLst>
                                  <p:childTnLst>
                                    <p:set>
                                      <p:cBhvr>
                                        <p:cTn id="218" dur="1" fill="hold">
                                          <p:stCondLst>
                                            <p:cond delay="0"/>
                                          </p:stCondLst>
                                        </p:cTn>
                                        <p:tgtEl>
                                          <p:spTgt spid="69"/>
                                        </p:tgtEl>
                                        <p:attrNameLst>
                                          <p:attrName>style.visibility</p:attrName>
                                        </p:attrNameLst>
                                      </p:cBhvr>
                                      <p:to>
                                        <p:strVal val="visible"/>
                                      </p:to>
                                    </p:set>
                                    <p:animEffect transition="in" filter="fade">
                                      <p:cBhvr>
                                        <p:cTn id="219" dur="225"/>
                                        <p:tgtEl>
                                          <p:spTgt spid="69"/>
                                        </p:tgtEl>
                                      </p:cBhvr>
                                    </p:animEffect>
                                  </p:childTnLst>
                                </p:cTn>
                              </p:par>
                              <p:par>
                                <p:cTn id="220" presetID="22" presetClass="entr" presetSubtype="4" fill="hold" nodeType="withEffect">
                                  <p:stCondLst>
                                    <p:cond delay="260"/>
                                  </p:stCondLst>
                                  <p:childTnLst>
                                    <p:set>
                                      <p:cBhvr>
                                        <p:cTn id="221" dur="1" fill="hold">
                                          <p:stCondLst>
                                            <p:cond delay="0"/>
                                          </p:stCondLst>
                                        </p:cTn>
                                        <p:tgtEl>
                                          <p:spTgt spid="70"/>
                                        </p:tgtEl>
                                        <p:attrNameLst>
                                          <p:attrName>style.visibility</p:attrName>
                                        </p:attrNameLst>
                                      </p:cBhvr>
                                      <p:to>
                                        <p:strVal val="visible"/>
                                      </p:to>
                                    </p:set>
                                    <p:animEffect transition="in" filter="wipe(down)">
                                      <p:cBhvr>
                                        <p:cTn id="222" dur="250"/>
                                        <p:tgtEl>
                                          <p:spTgt spid="70"/>
                                        </p:tgtEl>
                                      </p:cBhvr>
                                    </p:animEffect>
                                  </p:childTnLst>
                                </p:cTn>
                              </p:par>
                              <p:par>
                                <p:cTn id="223" presetID="10" presetClass="entr" presetSubtype="0" fill="hold" nodeType="withEffect">
                                  <p:stCondLst>
                                    <p:cond delay="295"/>
                                  </p:stCondLst>
                                  <p:childTnLst>
                                    <p:set>
                                      <p:cBhvr>
                                        <p:cTn id="224" dur="1" fill="hold">
                                          <p:stCondLst>
                                            <p:cond delay="0"/>
                                          </p:stCondLst>
                                        </p:cTn>
                                        <p:tgtEl>
                                          <p:spTgt spid="71"/>
                                        </p:tgtEl>
                                        <p:attrNameLst>
                                          <p:attrName>style.visibility</p:attrName>
                                        </p:attrNameLst>
                                      </p:cBhvr>
                                      <p:to>
                                        <p:strVal val="visible"/>
                                      </p:to>
                                    </p:set>
                                    <p:animEffect transition="in" filter="fade">
                                      <p:cBhvr>
                                        <p:cTn id="225" dur="225"/>
                                        <p:tgtEl>
                                          <p:spTgt spid="71"/>
                                        </p:tgtEl>
                                      </p:cBhvr>
                                    </p:animEffect>
                                  </p:childTnLst>
                                </p:cTn>
                              </p:par>
                              <p:par>
                                <p:cTn id="226" presetID="10" presetClass="entr" presetSubtype="0" grpId="0" fill="hold" nodeType="withEffect">
                                  <p:stCondLst>
                                    <p:cond delay="330"/>
                                  </p:stCondLst>
                                  <p:childTnLst>
                                    <p:set>
                                      <p:cBhvr>
                                        <p:cTn id="227" dur="1" fill="hold">
                                          <p:stCondLst>
                                            <p:cond delay="0"/>
                                          </p:stCondLst>
                                        </p:cTn>
                                        <p:tgtEl>
                                          <p:spTgt spid="72">
                                            <p:txEl>
                                              <p:pRg st="0" end="0"/>
                                            </p:txEl>
                                          </p:spTgt>
                                        </p:tgtEl>
                                        <p:attrNameLst>
                                          <p:attrName>style.visibility</p:attrName>
                                        </p:attrNameLst>
                                      </p:cBhvr>
                                      <p:to>
                                        <p:strVal val="visible"/>
                                      </p:to>
                                    </p:set>
                                    <p:animEffect transition="in" filter="fade">
                                      <p:cBhvr>
                                        <p:cTn id="228" dur="225"/>
                                        <p:tgtEl>
                                          <p:spTgt spid="72">
                                            <p:txEl>
                                              <p:pRg st="0" end="0"/>
                                            </p:txEl>
                                          </p:spTgt>
                                        </p:tgtEl>
                                      </p:cBhvr>
                                    </p:animEffect>
                                  </p:childTnLst>
                                </p:cTn>
                              </p:par>
                              <p:par>
                                <p:cTn id="229" presetID="10" presetClass="entr" presetSubtype="0" grpId="0" fill="hold" nodeType="withEffect">
                                  <p:stCondLst>
                                    <p:cond delay="520"/>
                                  </p:stCondLst>
                                  <p:childTnLst>
                                    <p:set>
                                      <p:cBhvr>
                                        <p:cTn id="230" dur="1" fill="hold">
                                          <p:stCondLst>
                                            <p:cond delay="0"/>
                                          </p:stCondLst>
                                        </p:cTn>
                                        <p:tgtEl>
                                          <p:spTgt spid="72">
                                            <p:txEl>
                                              <p:pRg st="1" end="1"/>
                                            </p:txEl>
                                          </p:spTgt>
                                        </p:tgtEl>
                                        <p:attrNameLst>
                                          <p:attrName>style.visibility</p:attrName>
                                        </p:attrNameLst>
                                      </p:cBhvr>
                                      <p:to>
                                        <p:strVal val="visible"/>
                                      </p:to>
                                    </p:set>
                                    <p:animEffect transition="in" filter="fade">
                                      <p:cBhvr>
                                        <p:cTn id="231" dur="225"/>
                                        <p:tgtEl>
                                          <p:spTgt spid="72">
                                            <p:txEl>
                                              <p:pRg st="1" end="1"/>
                                            </p:txEl>
                                          </p:spTgt>
                                        </p:tgtEl>
                                      </p:cBhvr>
                                    </p:animEffect>
                                  </p:childTnLst>
                                </p:cTn>
                              </p:par>
                              <p:par>
                                <p:cTn id="232" presetID="10" presetClass="entr" presetSubtype="0" fill="hold" nodeType="withEffect">
                                  <p:stCondLst>
                                    <p:cond delay="365"/>
                                  </p:stCondLst>
                                  <p:childTnLst>
                                    <p:set>
                                      <p:cBhvr>
                                        <p:cTn id="233" dur="1" fill="hold">
                                          <p:stCondLst>
                                            <p:cond delay="0"/>
                                          </p:stCondLst>
                                        </p:cTn>
                                        <p:tgtEl>
                                          <p:spTgt spid="73"/>
                                        </p:tgtEl>
                                        <p:attrNameLst>
                                          <p:attrName>style.visibility</p:attrName>
                                        </p:attrNameLst>
                                      </p:cBhvr>
                                      <p:to>
                                        <p:strVal val="visible"/>
                                      </p:to>
                                    </p:set>
                                    <p:animEffect transition="in" filter="fade">
                                      <p:cBhvr>
                                        <p:cTn id="234" dur="225"/>
                                        <p:tgtEl>
                                          <p:spTgt spid="73"/>
                                        </p:tgtEl>
                                      </p:cBhvr>
                                    </p:animEffect>
                                  </p:childTnLst>
                                </p:cTn>
                              </p:par>
                              <p:par>
                                <p:cTn id="235" presetID="22" presetClass="entr" presetSubtype="4" fill="hold" nodeType="withEffect">
                                  <p:stCondLst>
                                    <p:cond delay="365"/>
                                  </p:stCondLst>
                                  <p:childTnLst>
                                    <p:set>
                                      <p:cBhvr>
                                        <p:cTn id="236" dur="1" fill="hold">
                                          <p:stCondLst>
                                            <p:cond delay="0"/>
                                          </p:stCondLst>
                                        </p:cTn>
                                        <p:tgtEl>
                                          <p:spTgt spid="74"/>
                                        </p:tgtEl>
                                        <p:attrNameLst>
                                          <p:attrName>style.visibility</p:attrName>
                                        </p:attrNameLst>
                                      </p:cBhvr>
                                      <p:to>
                                        <p:strVal val="visible"/>
                                      </p:to>
                                    </p:set>
                                    <p:animEffect transition="in" filter="wipe(down)">
                                      <p:cBhvr>
                                        <p:cTn id="237" dur="250"/>
                                        <p:tgtEl>
                                          <p:spTgt spid="74"/>
                                        </p:tgtEl>
                                      </p:cBhvr>
                                    </p:animEffect>
                                  </p:childTnLst>
                                </p:cTn>
                              </p:par>
                              <p:par>
                                <p:cTn id="238" presetID="10" presetClass="entr" presetSubtype="0" fill="hold" nodeType="withEffect">
                                  <p:stCondLst>
                                    <p:cond delay="400"/>
                                  </p:stCondLst>
                                  <p:childTnLst>
                                    <p:set>
                                      <p:cBhvr>
                                        <p:cTn id="239" dur="1" fill="hold">
                                          <p:stCondLst>
                                            <p:cond delay="0"/>
                                          </p:stCondLst>
                                        </p:cTn>
                                        <p:tgtEl>
                                          <p:spTgt spid="75"/>
                                        </p:tgtEl>
                                        <p:attrNameLst>
                                          <p:attrName>style.visibility</p:attrName>
                                        </p:attrNameLst>
                                      </p:cBhvr>
                                      <p:to>
                                        <p:strVal val="visible"/>
                                      </p:to>
                                    </p:set>
                                    <p:animEffect transition="in" filter="fade">
                                      <p:cBhvr>
                                        <p:cTn id="240" dur="225"/>
                                        <p:tgtEl>
                                          <p:spTgt spid="75"/>
                                        </p:tgtEl>
                                      </p:cBhvr>
                                    </p:animEffect>
                                  </p:childTnLst>
                                </p:cTn>
                              </p:par>
                              <p:par>
                                <p:cTn id="241" presetID="10" presetClass="entr" presetSubtype="0" grpId="0" fill="hold" nodeType="withEffect">
                                  <p:stCondLst>
                                    <p:cond delay="435"/>
                                  </p:stCondLst>
                                  <p:childTnLst>
                                    <p:set>
                                      <p:cBhvr>
                                        <p:cTn id="242" dur="1" fill="hold">
                                          <p:stCondLst>
                                            <p:cond delay="0"/>
                                          </p:stCondLst>
                                        </p:cTn>
                                        <p:tgtEl>
                                          <p:spTgt spid="76">
                                            <p:txEl>
                                              <p:pRg st="0" end="0"/>
                                            </p:txEl>
                                          </p:spTgt>
                                        </p:tgtEl>
                                        <p:attrNameLst>
                                          <p:attrName>style.visibility</p:attrName>
                                        </p:attrNameLst>
                                      </p:cBhvr>
                                      <p:to>
                                        <p:strVal val="visible"/>
                                      </p:to>
                                    </p:set>
                                    <p:animEffect transition="in" filter="fade">
                                      <p:cBhvr>
                                        <p:cTn id="243" dur="225"/>
                                        <p:tgtEl>
                                          <p:spTgt spid="76">
                                            <p:txEl>
                                              <p:pRg st="0" end="0"/>
                                            </p:txEl>
                                          </p:spTgt>
                                        </p:tgtEl>
                                      </p:cBhvr>
                                    </p:animEffect>
                                  </p:childTnLst>
                                </p:cTn>
                              </p:par>
                              <p:par>
                                <p:cTn id="244" presetID="10" presetClass="entr" presetSubtype="0" grpId="0" fill="hold" nodeType="withEffect">
                                  <p:stCondLst>
                                    <p:cond delay="625"/>
                                  </p:stCondLst>
                                  <p:childTnLst>
                                    <p:set>
                                      <p:cBhvr>
                                        <p:cTn id="245" dur="1" fill="hold">
                                          <p:stCondLst>
                                            <p:cond delay="0"/>
                                          </p:stCondLst>
                                        </p:cTn>
                                        <p:tgtEl>
                                          <p:spTgt spid="76">
                                            <p:txEl>
                                              <p:pRg st="1" end="1"/>
                                            </p:txEl>
                                          </p:spTgt>
                                        </p:tgtEl>
                                        <p:attrNameLst>
                                          <p:attrName>style.visibility</p:attrName>
                                        </p:attrNameLst>
                                      </p:cBhvr>
                                      <p:to>
                                        <p:strVal val="visible"/>
                                      </p:to>
                                    </p:set>
                                    <p:animEffect transition="in" filter="fade">
                                      <p:cBhvr>
                                        <p:cTn id="246" dur="225"/>
                                        <p:tgtEl>
                                          <p:spTgt spid="76">
                                            <p:txEl>
                                              <p:pRg st="1" end="1"/>
                                            </p:txEl>
                                          </p:spTgt>
                                        </p:tgtEl>
                                      </p:cBhvr>
                                    </p:animEffect>
                                  </p:childTnLst>
                                </p:cTn>
                              </p:par>
                              <p:par>
                                <p:cTn id="247" presetID="10" presetClass="entr" presetSubtype="0" grpId="0" fill="hold" nodeType="withEffect">
                                  <p:stCondLst>
                                    <p:cond delay="815"/>
                                  </p:stCondLst>
                                  <p:childTnLst>
                                    <p:set>
                                      <p:cBhvr>
                                        <p:cTn id="248" dur="1" fill="hold">
                                          <p:stCondLst>
                                            <p:cond delay="0"/>
                                          </p:stCondLst>
                                        </p:cTn>
                                        <p:tgtEl>
                                          <p:spTgt spid="76">
                                            <p:txEl>
                                              <p:pRg st="2" end="2"/>
                                            </p:txEl>
                                          </p:spTgt>
                                        </p:tgtEl>
                                        <p:attrNameLst>
                                          <p:attrName>style.visibility</p:attrName>
                                        </p:attrNameLst>
                                      </p:cBhvr>
                                      <p:to>
                                        <p:strVal val="visible"/>
                                      </p:to>
                                    </p:set>
                                    <p:animEffect transition="in" filter="fade">
                                      <p:cBhvr>
                                        <p:cTn id="249" dur="225"/>
                                        <p:tgtEl>
                                          <p:spTgt spid="76">
                                            <p:txEl>
                                              <p:pRg st="2" end="2"/>
                                            </p:txEl>
                                          </p:spTgt>
                                        </p:tgtEl>
                                      </p:cBhvr>
                                    </p:animEffect>
                                  </p:childTnLst>
                                </p:cTn>
                              </p:par>
                              <p:par>
                                <p:cTn id="250" presetID="10" presetClass="entr" presetSubtype="0" fill="hold" nodeType="withEffect">
                                  <p:stCondLst>
                                    <p:cond delay="290"/>
                                  </p:stCondLst>
                                  <p:childTnLst>
                                    <p:set>
                                      <p:cBhvr>
                                        <p:cTn id="251" dur="1" fill="hold">
                                          <p:stCondLst>
                                            <p:cond delay="0"/>
                                          </p:stCondLst>
                                        </p:cTn>
                                        <p:tgtEl>
                                          <p:spTgt spid="77"/>
                                        </p:tgtEl>
                                        <p:attrNameLst>
                                          <p:attrName>style.visibility</p:attrName>
                                        </p:attrNameLst>
                                      </p:cBhvr>
                                      <p:to>
                                        <p:strVal val="visible"/>
                                      </p:to>
                                    </p:set>
                                    <p:animEffect transition="in" filter="fade">
                                      <p:cBhvr>
                                        <p:cTn id="252" dur="225"/>
                                        <p:tgtEl>
                                          <p:spTgt spid="77"/>
                                        </p:tgtEl>
                                      </p:cBhvr>
                                    </p:animEffect>
                                  </p:childTnLst>
                                </p:cTn>
                              </p:par>
                            </p:childTnLst>
                          </p:cTn>
                        </p:par>
                      </p:childTnLst>
                    </p:cTn>
                  </p:par>
                  <p:par>
                    <p:cTn id="253" fill="hold">
                      <p:stCondLst>
                        <p:cond delay="indefinite"/>
                      </p:stCondLst>
                      <p:childTnLst>
                        <p:par>
                          <p:cTn id="254" fill="hold">
                            <p:stCondLst>
                              <p:cond delay="0"/>
                            </p:stCondLst>
                            <p:childTnLst>
                              <p:par>
                                <p:cTn id="255" presetID="1" presetClass="exit" presetSubtype="0" fill="hold" nodeType="clickEffect">
                                  <p:stCondLst>
                                    <p:cond delay="0"/>
                                  </p:stCondLst>
                                  <p:childTnLst>
                                    <p:set>
                                      <p:cBhvr>
                                        <p:cTn id="256" dur="1" fill="hold">
                                          <p:stCondLst>
                                            <p:cond delay="0"/>
                                          </p:stCondLst>
                                        </p:cTn>
                                        <p:tgtEl>
                                          <p:spTgt spid="48"/>
                                        </p:tgtEl>
                                        <p:attrNameLst>
                                          <p:attrName>style.visibility</p:attrName>
                                        </p:attrNameLst>
                                      </p:cBhvr>
                                      <p:to>
                                        <p:strVal val="hidden"/>
                                      </p:to>
                                    </p:set>
                                  </p:childTnLst>
                                </p:cTn>
                              </p:par>
                              <p:par>
                                <p:cTn id="257" presetID="10" presetClass="exit" presetSubtype="0" fill="hold" nodeType="withEffect">
                                  <p:stCondLst>
                                    <p:cond delay="0"/>
                                  </p:stCondLst>
                                  <p:childTnLst>
                                    <p:animEffect transition="out" filter="fade">
                                      <p:cBhvr>
                                        <p:cTn id="258" dur="175"/>
                                        <p:tgtEl>
                                          <p:spTgt spid="52"/>
                                        </p:tgtEl>
                                      </p:cBhvr>
                                    </p:animEffect>
                                    <p:set>
                                      <p:cBhvr>
                                        <p:cTn id="259" dur="1" fill="hold">
                                          <p:stCondLst>
                                            <p:cond delay="174"/>
                                          </p:stCondLst>
                                        </p:cTn>
                                        <p:tgtEl>
                                          <p:spTgt spid="52"/>
                                        </p:tgtEl>
                                        <p:attrNameLst>
                                          <p:attrName>style.visibility</p:attrName>
                                        </p:attrNameLst>
                                      </p:cBhvr>
                                      <p:to>
                                        <p:strVal val="hidden"/>
                                      </p:to>
                                    </p:set>
                                  </p:childTnLst>
                                </p:cTn>
                              </p:par>
                              <p:par>
                                <p:cTn id="260" presetID="1" presetClass="exit" presetSubtype="0" fill="hold" nodeType="withEffect">
                                  <p:stCondLst>
                                    <p:cond delay="0"/>
                                  </p:stCondLst>
                                  <p:childTnLst>
                                    <p:set>
                                      <p:cBhvr>
                                        <p:cTn id="261" dur="1" fill="hold">
                                          <p:stCondLst>
                                            <p:cond delay="0"/>
                                          </p:stCondLst>
                                        </p:cTn>
                                        <p:tgtEl>
                                          <p:spTgt spid="65"/>
                                        </p:tgtEl>
                                        <p:attrNameLst>
                                          <p:attrName>style.visibility</p:attrName>
                                        </p:attrNameLst>
                                      </p:cBhvr>
                                      <p:to>
                                        <p:strVal val="hidden"/>
                                      </p:to>
                                    </p:set>
                                  </p:childTnLst>
                                </p:cTn>
                              </p:par>
                              <p:par>
                                <p:cTn id="262" presetID="10" presetClass="exit" presetSubtype="0" fill="hold" nodeType="withEffect">
                                  <p:stCondLst>
                                    <p:cond delay="0"/>
                                  </p:stCondLst>
                                  <p:childTnLst>
                                    <p:animEffect transition="out" filter="fade">
                                      <p:cBhvr>
                                        <p:cTn id="263" dur="175"/>
                                        <p:tgtEl>
                                          <p:spTgt spid="68"/>
                                        </p:tgtEl>
                                      </p:cBhvr>
                                    </p:animEffect>
                                    <p:set>
                                      <p:cBhvr>
                                        <p:cTn id="264" dur="1" fill="hold">
                                          <p:stCondLst>
                                            <p:cond delay="174"/>
                                          </p:stCondLst>
                                        </p:cTn>
                                        <p:tgtEl>
                                          <p:spTgt spid="68"/>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175"/>
                                        <p:tgtEl>
                                          <p:spTgt spid="69"/>
                                        </p:tgtEl>
                                      </p:cBhvr>
                                    </p:animEffect>
                                    <p:set>
                                      <p:cBhvr>
                                        <p:cTn id="267" dur="1" fill="hold">
                                          <p:stCondLst>
                                            <p:cond delay="174"/>
                                          </p:stCondLst>
                                        </p:cTn>
                                        <p:tgtEl>
                                          <p:spTgt spid="69"/>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175"/>
                                        <p:tgtEl>
                                          <p:spTgt spid="70"/>
                                        </p:tgtEl>
                                      </p:cBhvr>
                                    </p:animEffect>
                                    <p:set>
                                      <p:cBhvr>
                                        <p:cTn id="270" dur="1" fill="hold">
                                          <p:stCondLst>
                                            <p:cond delay="174"/>
                                          </p:stCondLst>
                                        </p:cTn>
                                        <p:tgtEl>
                                          <p:spTgt spid="70"/>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175"/>
                                        <p:tgtEl>
                                          <p:spTgt spid="71"/>
                                        </p:tgtEl>
                                      </p:cBhvr>
                                    </p:animEffect>
                                    <p:set>
                                      <p:cBhvr>
                                        <p:cTn id="273" dur="1" fill="hold">
                                          <p:stCondLst>
                                            <p:cond delay="174"/>
                                          </p:stCondLst>
                                        </p:cTn>
                                        <p:tgtEl>
                                          <p:spTgt spid="71"/>
                                        </p:tgtEl>
                                        <p:attrNameLst>
                                          <p:attrName>style.visibility</p:attrName>
                                        </p:attrNameLst>
                                      </p:cBhvr>
                                      <p:to>
                                        <p:strVal val="hidden"/>
                                      </p:to>
                                    </p:set>
                                  </p:childTnLst>
                                </p:cTn>
                              </p:par>
                              <p:par>
                                <p:cTn id="274" presetID="10" presetClass="exit" presetSubtype="0" grpId="0" fill="hold" nodeType="withEffect">
                                  <p:stCondLst>
                                    <p:cond delay="0"/>
                                  </p:stCondLst>
                                  <p:childTnLst>
                                    <p:animEffect transition="out" filter="fade">
                                      <p:cBhvr>
                                        <p:cTn id="275" dur="175"/>
                                        <p:tgtEl>
                                          <p:spTgt spid="72">
                                            <p:txEl>
                                              <p:pRg st="0" end="0"/>
                                            </p:txEl>
                                          </p:spTgt>
                                        </p:tgtEl>
                                      </p:cBhvr>
                                    </p:animEffect>
                                    <p:set>
                                      <p:cBhvr>
                                        <p:cTn id="276" dur="1" fill="hold">
                                          <p:stCondLst>
                                            <p:cond delay="174"/>
                                          </p:stCondLst>
                                        </p:cTn>
                                        <p:tgtEl>
                                          <p:spTgt spid="72">
                                            <p:txEl>
                                              <p:pRg st="0" end="0"/>
                                            </p:txEl>
                                          </p:spTgt>
                                        </p:tgtEl>
                                        <p:attrNameLst>
                                          <p:attrName>style.visibility</p:attrName>
                                        </p:attrNameLst>
                                      </p:cBhvr>
                                      <p:to>
                                        <p:strVal val="hidden"/>
                                      </p:to>
                                    </p:set>
                                  </p:childTnLst>
                                </p:cTn>
                              </p:par>
                              <p:par>
                                <p:cTn id="277" presetID="10" presetClass="exit" presetSubtype="0" grpId="0" fill="hold" nodeType="withEffect">
                                  <p:stCondLst>
                                    <p:cond delay="0"/>
                                  </p:stCondLst>
                                  <p:childTnLst>
                                    <p:animEffect transition="out" filter="fade">
                                      <p:cBhvr>
                                        <p:cTn id="278" dur="175"/>
                                        <p:tgtEl>
                                          <p:spTgt spid="72">
                                            <p:txEl>
                                              <p:pRg st="1" end="1"/>
                                            </p:txEl>
                                          </p:spTgt>
                                        </p:tgtEl>
                                      </p:cBhvr>
                                    </p:animEffect>
                                    <p:set>
                                      <p:cBhvr>
                                        <p:cTn id="279" dur="1" fill="hold">
                                          <p:stCondLst>
                                            <p:cond delay="174"/>
                                          </p:stCondLst>
                                        </p:cTn>
                                        <p:tgtEl>
                                          <p:spTgt spid="72">
                                            <p:txEl>
                                              <p:pRg st="1" end="1"/>
                                            </p:txEl>
                                          </p:spTgt>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175"/>
                                        <p:tgtEl>
                                          <p:spTgt spid="73"/>
                                        </p:tgtEl>
                                      </p:cBhvr>
                                    </p:animEffect>
                                    <p:set>
                                      <p:cBhvr>
                                        <p:cTn id="282" dur="1" fill="hold">
                                          <p:stCondLst>
                                            <p:cond delay="174"/>
                                          </p:stCondLst>
                                        </p:cTn>
                                        <p:tgtEl>
                                          <p:spTgt spid="73"/>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175"/>
                                        <p:tgtEl>
                                          <p:spTgt spid="74"/>
                                        </p:tgtEl>
                                      </p:cBhvr>
                                    </p:animEffect>
                                    <p:set>
                                      <p:cBhvr>
                                        <p:cTn id="285" dur="1" fill="hold">
                                          <p:stCondLst>
                                            <p:cond delay="174"/>
                                          </p:stCondLst>
                                        </p:cTn>
                                        <p:tgtEl>
                                          <p:spTgt spid="74"/>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175"/>
                                        <p:tgtEl>
                                          <p:spTgt spid="75"/>
                                        </p:tgtEl>
                                      </p:cBhvr>
                                    </p:animEffect>
                                    <p:set>
                                      <p:cBhvr>
                                        <p:cTn id="288" dur="1" fill="hold">
                                          <p:stCondLst>
                                            <p:cond delay="174"/>
                                          </p:stCondLst>
                                        </p:cTn>
                                        <p:tgtEl>
                                          <p:spTgt spid="75"/>
                                        </p:tgtEl>
                                        <p:attrNameLst>
                                          <p:attrName>style.visibility</p:attrName>
                                        </p:attrNameLst>
                                      </p:cBhvr>
                                      <p:to>
                                        <p:strVal val="hidden"/>
                                      </p:to>
                                    </p:set>
                                  </p:childTnLst>
                                </p:cTn>
                              </p:par>
                              <p:par>
                                <p:cTn id="289" presetID="10" presetClass="exit" presetSubtype="0" grpId="0" fill="hold" nodeType="withEffect">
                                  <p:stCondLst>
                                    <p:cond delay="0"/>
                                  </p:stCondLst>
                                  <p:childTnLst>
                                    <p:animEffect transition="out" filter="fade">
                                      <p:cBhvr>
                                        <p:cTn id="290" dur="175"/>
                                        <p:tgtEl>
                                          <p:spTgt spid="76">
                                            <p:txEl>
                                              <p:pRg st="0" end="0"/>
                                            </p:txEl>
                                          </p:spTgt>
                                        </p:tgtEl>
                                      </p:cBhvr>
                                    </p:animEffect>
                                    <p:set>
                                      <p:cBhvr>
                                        <p:cTn id="291" dur="1" fill="hold">
                                          <p:stCondLst>
                                            <p:cond delay="174"/>
                                          </p:stCondLst>
                                        </p:cTn>
                                        <p:tgtEl>
                                          <p:spTgt spid="76">
                                            <p:txEl>
                                              <p:pRg st="0" end="0"/>
                                            </p:txEl>
                                          </p:spTgt>
                                        </p:tgtEl>
                                        <p:attrNameLst>
                                          <p:attrName>style.visibility</p:attrName>
                                        </p:attrNameLst>
                                      </p:cBhvr>
                                      <p:to>
                                        <p:strVal val="hidden"/>
                                      </p:to>
                                    </p:set>
                                  </p:childTnLst>
                                </p:cTn>
                              </p:par>
                              <p:par>
                                <p:cTn id="292" presetID="10" presetClass="exit" presetSubtype="0" grpId="0" fill="hold" nodeType="withEffect">
                                  <p:stCondLst>
                                    <p:cond delay="0"/>
                                  </p:stCondLst>
                                  <p:childTnLst>
                                    <p:animEffect transition="out" filter="fade">
                                      <p:cBhvr>
                                        <p:cTn id="293" dur="175"/>
                                        <p:tgtEl>
                                          <p:spTgt spid="76">
                                            <p:txEl>
                                              <p:pRg st="1" end="1"/>
                                            </p:txEl>
                                          </p:spTgt>
                                        </p:tgtEl>
                                      </p:cBhvr>
                                    </p:animEffect>
                                    <p:set>
                                      <p:cBhvr>
                                        <p:cTn id="294" dur="1" fill="hold">
                                          <p:stCondLst>
                                            <p:cond delay="174"/>
                                          </p:stCondLst>
                                        </p:cTn>
                                        <p:tgtEl>
                                          <p:spTgt spid="76">
                                            <p:txEl>
                                              <p:pRg st="1" end="1"/>
                                            </p:txEl>
                                          </p:spTgt>
                                        </p:tgtEl>
                                        <p:attrNameLst>
                                          <p:attrName>style.visibility</p:attrName>
                                        </p:attrNameLst>
                                      </p:cBhvr>
                                      <p:to>
                                        <p:strVal val="hidden"/>
                                      </p:to>
                                    </p:set>
                                  </p:childTnLst>
                                </p:cTn>
                              </p:par>
                              <p:par>
                                <p:cTn id="295" presetID="10" presetClass="exit" presetSubtype="0" grpId="0" fill="hold" nodeType="withEffect">
                                  <p:stCondLst>
                                    <p:cond delay="0"/>
                                  </p:stCondLst>
                                  <p:childTnLst>
                                    <p:animEffect transition="out" filter="fade">
                                      <p:cBhvr>
                                        <p:cTn id="296" dur="175"/>
                                        <p:tgtEl>
                                          <p:spTgt spid="76">
                                            <p:txEl>
                                              <p:pRg st="2" end="2"/>
                                            </p:txEl>
                                          </p:spTgt>
                                        </p:tgtEl>
                                      </p:cBhvr>
                                    </p:animEffect>
                                    <p:set>
                                      <p:cBhvr>
                                        <p:cTn id="297" dur="1" fill="hold">
                                          <p:stCondLst>
                                            <p:cond delay="174"/>
                                          </p:stCondLst>
                                        </p:cTn>
                                        <p:tgtEl>
                                          <p:spTgt spid="76">
                                            <p:txEl>
                                              <p:pRg st="2" end="2"/>
                                            </p:txEl>
                                          </p:spTgt>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175"/>
                                        <p:tgtEl>
                                          <p:spTgt spid="77"/>
                                        </p:tgtEl>
                                      </p:cBhvr>
                                    </p:animEffect>
                                    <p:set>
                                      <p:cBhvr>
                                        <p:cTn id="300" dur="1" fill="hold">
                                          <p:stCondLst>
                                            <p:cond delay="174"/>
                                          </p:stCondLst>
                                        </p:cTn>
                                        <p:tgtEl>
                                          <p:spTgt spid="77"/>
                                        </p:tgtEl>
                                        <p:attrNameLst>
                                          <p:attrName>style.visibility</p:attrName>
                                        </p:attrNameLst>
                                      </p:cBhvr>
                                      <p:to>
                                        <p:strVal val="hidden"/>
                                      </p:to>
                                    </p:set>
                                  </p:childTnLst>
                                </p:cTn>
                              </p:par>
                              <p:par>
                                <p:cTn id="301" presetID="10" presetClass="entr" presetSubtype="0" fill="hold" nodeType="withEffect">
                                  <p:stCondLst>
                                    <p:cond delay="200"/>
                                  </p:stCondLst>
                                  <p:childTnLst>
                                    <p:set>
                                      <p:cBhvr>
                                        <p:cTn id="302" dur="1" fill="hold">
                                          <p:stCondLst>
                                            <p:cond delay="0"/>
                                          </p:stCondLst>
                                        </p:cTn>
                                        <p:tgtEl>
                                          <p:spTgt spid="78"/>
                                        </p:tgtEl>
                                        <p:attrNameLst>
                                          <p:attrName>style.visibility</p:attrName>
                                        </p:attrNameLst>
                                      </p:cBhvr>
                                      <p:to>
                                        <p:strVal val="visible"/>
                                      </p:to>
                                    </p:set>
                                    <p:animEffect transition="in" filter="fade">
                                      <p:cBhvr>
                                        <p:cTn id="303" dur="225"/>
                                        <p:tgtEl>
                                          <p:spTgt spid="78"/>
                                        </p:tgtEl>
                                      </p:cBhvr>
                                    </p:animEffect>
                                  </p:childTnLst>
                                </p:cTn>
                              </p:par>
                              <p:par>
                                <p:cTn id="304" presetID="53" presetClass="entr" presetSubtype="16" fill="hold" nodeType="withEffect">
                                  <p:stCondLst>
                                    <p:cond delay="0"/>
                                  </p:stCondLst>
                                  <p:childTnLst>
                                    <p:set>
                                      <p:cBhvr>
                                        <p:cTn id="305" dur="1" fill="hold">
                                          <p:stCondLst>
                                            <p:cond delay="0"/>
                                          </p:stCondLst>
                                        </p:cTn>
                                        <p:tgtEl>
                                          <p:spTgt spid="24"/>
                                        </p:tgtEl>
                                        <p:attrNameLst>
                                          <p:attrName>style.visibility</p:attrName>
                                        </p:attrNameLst>
                                      </p:cBhvr>
                                      <p:to>
                                        <p:strVal val="visible"/>
                                      </p:to>
                                    </p:set>
                                    <p:anim calcmode="lin" valueType="num">
                                      <p:cBhvr>
                                        <p:cTn id="306" dur="475" fill="hold"/>
                                        <p:tgtEl>
                                          <p:spTgt spid="24"/>
                                        </p:tgtEl>
                                        <p:attrNameLst>
                                          <p:attrName>ppt_x</p:attrName>
                                        </p:attrNameLst>
                                      </p:cBhvr>
                                      <p:tavLst>
                                        <p:tav tm="0">
                                          <p:val>
                                            <p:fltVal val="-0.11979"/>
                                          </p:val>
                                        </p:tav>
                                        <p:tav tm="100000">
                                          <p:val>
                                            <p:strVal val="#ppt_x"/>
                                          </p:val>
                                        </p:tav>
                                      </p:tavLst>
                                    </p:anim>
                                    <p:anim calcmode="lin" valueType="num">
                                      <p:cBhvr>
                                        <p:cTn id="307" dur="475" fill="hold"/>
                                        <p:tgtEl>
                                          <p:spTgt spid="24"/>
                                        </p:tgtEl>
                                        <p:attrNameLst>
                                          <p:attrName>ppt_y</p:attrName>
                                        </p:attrNameLst>
                                      </p:cBhvr>
                                      <p:tavLst>
                                        <p:tav tm="0">
                                          <p:val>
                                            <p:fltVal val="0.33106"/>
                                          </p:val>
                                        </p:tav>
                                        <p:tav tm="100000">
                                          <p:val>
                                            <p:strVal val="#ppt_y"/>
                                          </p:val>
                                        </p:tav>
                                      </p:tavLst>
                                    </p:anim>
                                    <p:anim calcmode="lin" valueType="num">
                                      <p:cBhvr>
                                        <p:cTn id="308" dur="475" fill="hold"/>
                                        <p:tgtEl>
                                          <p:spTgt spid="24"/>
                                        </p:tgtEl>
                                        <p:attrNameLst>
                                          <p:attrName>ppt_w</p:attrName>
                                        </p:attrNameLst>
                                      </p:cBhvr>
                                      <p:tavLst>
                                        <p:tav tm="0">
                                          <p:val>
                                            <p:fltVal val="1.87958"/>
                                          </p:val>
                                        </p:tav>
                                        <p:tav tm="100000">
                                          <p:val>
                                            <p:strVal val="#ppt_w"/>
                                          </p:val>
                                        </p:tav>
                                      </p:tavLst>
                                    </p:anim>
                                    <p:anim calcmode="lin" valueType="num">
                                      <p:cBhvr>
                                        <p:cTn id="309" dur="475" fill="hold"/>
                                        <p:tgtEl>
                                          <p:spTgt spid="24"/>
                                        </p:tgtEl>
                                        <p:attrNameLst>
                                          <p:attrName>ppt_h</p:attrName>
                                        </p:attrNameLst>
                                      </p:cBhvr>
                                      <p:tavLst>
                                        <p:tav tm="0">
                                          <p:val>
                                            <p:fltVal val="2.11387"/>
                                          </p:val>
                                        </p:tav>
                                        <p:tav tm="100000">
                                          <p:val>
                                            <p:strVal val="#ppt_h"/>
                                          </p:val>
                                        </p:tav>
                                      </p:tavLst>
                                    </p:anim>
                                    <p:animEffect transition="in" filter="fade">
                                      <p:cBhvr>
                                        <p:cTn id="310" dur="475"/>
                                        <p:tgtEl>
                                          <p:spTgt spid="24"/>
                                        </p:tgtEl>
                                      </p:cBhvr>
                                    </p:animEffect>
                                  </p:childTnLst>
                                </p:cTn>
                              </p:par>
                              <p:par>
                                <p:cTn id="311" presetID="1" presetClass="entr" presetSubtype="0" fill="hold" nodeType="withEffect">
                                  <p:stCondLst>
                                    <p:cond delay="0"/>
                                  </p:stCondLst>
                                  <p:childTnLst>
                                    <p:set>
                                      <p:cBhvr>
                                        <p:cTn id="312" dur="1" fill="hold">
                                          <p:stCondLst>
                                            <p:cond delay="0"/>
                                          </p:stCondLst>
                                        </p:cTn>
                                        <p:tgtEl>
                                          <p:spTgt spid="79"/>
                                        </p:tgtEl>
                                        <p:attrNameLst>
                                          <p:attrName>style.visibility</p:attrName>
                                        </p:attrNameLst>
                                      </p:cBhvr>
                                      <p:to>
                                        <p:strVal val="visible"/>
                                      </p:to>
                                    </p:set>
                                  </p:childTnLst>
                                </p:cTn>
                              </p:par>
                              <p:par>
                                <p:cTn id="313" presetID="0" presetClass="path" presetSubtype="0" accel="50000" decel="50000" fill="hold" nodeType="withEffect">
                                  <p:stCondLst>
                                    <p:cond delay="0"/>
                                  </p:stCondLst>
                                  <p:childTnLst>
                                    <p:animMotion origin="layout" path="M 0 0 L -0.42148 0.28540 E" pathEditMode="relative" rAng="0" ptsTypes="AA">
                                      <p:cBhvr>
                                        <p:cTn id="314" dur="375" fill="hold"/>
                                        <p:tgtEl>
                                          <p:spTgt spid="79"/>
                                        </p:tgtEl>
                                        <p:attrNameLst>
                                          <p:attrName>ppt_x</p:attrName>
                                          <p:attrName>ppt_y</p:attrName>
                                        </p:attrNameLst>
                                      </p:cBhvr>
                                      <p:rCtr x="-21074" y="14269"/>
                                    </p:animMotion>
                                  </p:childTnLst>
                                </p:cTn>
                              </p:par>
                              <p:par>
                                <p:cTn id="315" presetID="6" presetClass="emph" presetSubtype="0" accel="50000" decel="50000" fill="hold" nodeType="withEffect">
                                  <p:stCondLst>
                                    <p:cond delay="0"/>
                                  </p:stCondLst>
                                  <p:childTnLst>
                                    <p:animScale>
                                      <p:cBhvr>
                                        <p:cTn id="316" dur="375" fill="hold"/>
                                        <p:tgtEl>
                                          <p:spTgt spid="79"/>
                                        </p:tgtEl>
                                      </p:cBhvr>
                                      <p:by x="53914" y="53914"/>
                                    </p:animScale>
                                  </p:childTnLst>
                                </p:cTn>
                              </p:par>
                              <p:par>
                                <p:cTn id="317" presetID="1" presetClass="entr" presetSubtype="0" fill="hold" nodeType="withEffect">
                                  <p:stCondLst>
                                    <p:cond delay="0"/>
                                  </p:stCondLst>
                                  <p:childTnLst>
                                    <p:set>
                                      <p:cBhvr>
                                        <p:cTn id="318" dur="1" fill="hold">
                                          <p:stCondLst>
                                            <p:cond delay="0"/>
                                          </p:stCondLst>
                                        </p:cTn>
                                        <p:tgtEl>
                                          <p:spTgt spid="80"/>
                                        </p:tgtEl>
                                        <p:attrNameLst>
                                          <p:attrName>style.visibility</p:attrName>
                                        </p:attrNameLst>
                                      </p:cBhvr>
                                      <p:to>
                                        <p:strVal val="visible"/>
                                      </p:to>
                                    </p:set>
                                  </p:childTnLst>
                                </p:cTn>
                              </p:par>
                              <p:par>
                                <p:cTn id="319" presetID="0" presetClass="path" presetSubtype="0" accel="50000" decel="50000" fill="hold" nodeType="withEffect">
                                  <p:stCondLst>
                                    <p:cond delay="0"/>
                                  </p:stCondLst>
                                  <p:childTnLst>
                                    <p:animMotion origin="layout" path="M 0 0 L -0.34073 -0.01327 E" pathEditMode="relative" rAng="0" ptsTypes="AA">
                                      <p:cBhvr>
                                        <p:cTn id="320" dur="375" fill="hold"/>
                                        <p:tgtEl>
                                          <p:spTgt spid="80"/>
                                        </p:tgtEl>
                                        <p:attrNameLst>
                                          <p:attrName>ppt_x</p:attrName>
                                          <p:attrName>ppt_y</p:attrName>
                                        </p:attrNameLst>
                                      </p:cBhvr>
                                      <p:rCtr x="-17036" y="-663"/>
                                    </p:animMotion>
                                  </p:childTnLst>
                                </p:cTn>
                              </p:par>
                              <p:par>
                                <p:cTn id="321" presetID="6" presetClass="emph" presetSubtype="0" accel="50000" decel="50000" fill="hold" nodeType="withEffect">
                                  <p:stCondLst>
                                    <p:cond delay="0"/>
                                  </p:stCondLst>
                                  <p:childTnLst>
                                    <p:animScale>
                                      <p:cBhvr>
                                        <p:cTn id="322" dur="375" fill="hold"/>
                                        <p:tgtEl>
                                          <p:spTgt spid="80"/>
                                        </p:tgtEl>
                                      </p:cBhvr>
                                      <p:by x="53914" y="53914"/>
                                    </p:animScale>
                                  </p:childTnLst>
                                </p:cTn>
                              </p:par>
                              <p:par>
                                <p:cTn id="323" presetID="10" presetClass="entr" presetSubtype="0" fill="hold" nodeType="withEffect">
                                  <p:stCondLst>
                                    <p:cond delay="265"/>
                                  </p:stCondLst>
                                  <p:childTnLst>
                                    <p:set>
                                      <p:cBhvr>
                                        <p:cTn id="324" dur="1" fill="hold">
                                          <p:stCondLst>
                                            <p:cond delay="0"/>
                                          </p:stCondLst>
                                        </p:cTn>
                                        <p:tgtEl>
                                          <p:spTgt spid="81"/>
                                        </p:tgtEl>
                                        <p:attrNameLst>
                                          <p:attrName>style.visibility</p:attrName>
                                        </p:attrNameLst>
                                      </p:cBhvr>
                                      <p:to>
                                        <p:strVal val="visible"/>
                                      </p:to>
                                    </p:set>
                                    <p:animEffect transition="in" filter="fade">
                                      <p:cBhvr>
                                        <p:cTn id="325" dur="225"/>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bldP spid="58" grpId="0" build="p"/>
      <p:bldP spid="62" grpId="0" build="p"/>
      <p:bldP spid="66" grpId="0" build="p"/>
      <p:bldP spid="72" grpId="0" build="p"/>
      <p:bldP spid="7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las interfaces las ondas se reflejan, se transmiten y se convierten</a:t>
            </a:r>
            <a:endParaRPr lang="en-US" sz="2200" dirty="0"/>
          </a:p>
        </p:txBody>
      </p:sp>
      <p:grpSp>
        <p:nvGrpSpPr>
          <p:cNvPr id="3" name="Obj [o212]"/>
          <p:cNvGrpSpPr/>
          <p:nvPr/>
        </p:nvGrpSpPr>
        <p:grpSpPr>
          <a:xfrm>
            <a:off x="966136" y="1561458"/>
            <a:ext cx="4471272" cy="2828600"/>
            <a:chOff x="966136" y="1561458"/>
            <a:chExt cx="4471272" cy="2828600"/>
          </a:xfrm>
        </p:grpSpPr>
        <p:sp>
          <p:nvSpPr>
            <p:cNvPr id="4" name="MX212:0"/>
            <p:cNvSpPr/>
            <p:nvPr/>
          </p:nvSpPr>
          <p:spPr>
            <a:xfrm>
              <a:off x="2360403" y="1561458"/>
              <a:ext cx="1522476" cy="681108"/>
            </a:xfrm>
            <a:prstGeom prst="rect">
              <a:avLst/>
            </a:prstGeom>
            <a:solidFill>
              <a:srgbClr val="1F4E79"/>
            </a:solidFill>
            <a:ln w="11129">
              <a:solidFill>
                <a:srgbClr val="1F4E79"/>
              </a:solidFill>
              <a:prstDash val="solid"/>
            </a:ln>
          </p:spPr>
        </p:sp>
        <p:sp>
          <p:nvSpPr>
            <p:cNvPr id="5" name="MX212:1"/>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6" name="MX212:2"/>
            <p:cNvSpPr/>
            <p:nvPr/>
          </p:nvSpPr>
          <p:spPr>
            <a:xfrm>
              <a:off x="3914931" y="1561458"/>
              <a:ext cx="1522476" cy="681108"/>
            </a:xfrm>
            <a:prstGeom prst="rect">
              <a:avLst/>
            </a:prstGeom>
            <a:solidFill>
              <a:srgbClr val="1F4E79"/>
            </a:solidFill>
            <a:ln w="11129">
              <a:solidFill>
                <a:srgbClr val="1F4E79"/>
              </a:solidFill>
              <a:prstDash val="solid"/>
            </a:ln>
          </p:spPr>
        </p:sp>
        <p:sp>
          <p:nvSpPr>
            <p:cNvPr id="7" name="MX212:3"/>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8" name="MX212:4"/>
            <p:cNvSpPr/>
            <p:nvPr/>
          </p:nvSpPr>
          <p:spPr>
            <a:xfrm>
              <a:off x="966136" y="2274618"/>
              <a:ext cx="1362215" cy="761238"/>
            </a:xfrm>
            <a:prstGeom prst="rect">
              <a:avLst/>
            </a:prstGeom>
            <a:solidFill>
              <a:srgbClr val="2E75B6"/>
            </a:solidFill>
            <a:ln w="11129">
              <a:solidFill>
                <a:srgbClr val="2E75B6"/>
              </a:solidFill>
              <a:prstDash val="solid"/>
            </a:ln>
          </p:spPr>
        </p:sp>
        <p:sp>
          <p:nvSpPr>
            <p:cNvPr id="9" name="MX212:5"/>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0" name="MX212:6"/>
            <p:cNvSpPr/>
            <p:nvPr/>
          </p:nvSpPr>
          <p:spPr>
            <a:xfrm>
              <a:off x="966136" y="3067908"/>
              <a:ext cx="1362215" cy="1322150"/>
            </a:xfrm>
            <a:prstGeom prst="rect">
              <a:avLst/>
            </a:prstGeom>
            <a:solidFill>
              <a:srgbClr val="2E75B6"/>
            </a:solidFill>
            <a:ln w="11129">
              <a:solidFill>
                <a:srgbClr val="2E75B6"/>
              </a:solidFill>
              <a:prstDash val="solid"/>
            </a:ln>
          </p:spPr>
        </p:sp>
        <p:sp>
          <p:nvSpPr>
            <p:cNvPr id="11" name="MX212:7"/>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2" name="MX212:8"/>
            <p:cNvSpPr/>
            <p:nvPr/>
          </p:nvSpPr>
          <p:spPr>
            <a:xfrm>
              <a:off x="2360403" y="2274618"/>
              <a:ext cx="1522476" cy="761238"/>
            </a:xfrm>
            <a:prstGeom prst="rect">
              <a:avLst/>
            </a:prstGeom>
            <a:solidFill>
              <a:srgbClr val="FFFFFF"/>
            </a:solidFill>
            <a:ln w="11129">
              <a:solidFill>
                <a:srgbClr val="6B6B6B"/>
              </a:solidFill>
              <a:prstDash val="solid"/>
            </a:ln>
          </p:spPr>
        </p:sp>
        <p:sp>
          <p:nvSpPr>
            <p:cNvPr id="13" name="MX212:9"/>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endParaRPr lang="en-US" sz="1440" dirty="0"/>
            </a:p>
          </p:txBody>
        </p:sp>
        <p:sp>
          <p:nvSpPr>
            <p:cNvPr id="14" name="MX212:10"/>
            <p:cNvSpPr/>
            <p:nvPr/>
          </p:nvSpPr>
          <p:spPr>
            <a:xfrm>
              <a:off x="3914931" y="2274618"/>
              <a:ext cx="1522476" cy="761238"/>
            </a:xfrm>
            <a:prstGeom prst="rect">
              <a:avLst/>
            </a:prstGeom>
            <a:solidFill>
              <a:srgbClr val="FFFFFF"/>
            </a:solidFill>
            <a:ln w="11129">
              <a:solidFill>
                <a:srgbClr val="6B6B6B"/>
              </a:solidFill>
              <a:prstDash val="solid"/>
            </a:ln>
          </p:spPr>
        </p:sp>
        <p:sp>
          <p:nvSpPr>
            <p:cNvPr id="15" name="MX212:11"/>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6" name="MX212:12"/>
            <p:cNvSpPr/>
            <p:nvPr/>
          </p:nvSpPr>
          <p:spPr>
            <a:xfrm>
              <a:off x="2360403" y="3067908"/>
              <a:ext cx="1522476" cy="1322150"/>
            </a:xfrm>
            <a:prstGeom prst="rect">
              <a:avLst/>
            </a:prstGeom>
            <a:solidFill>
              <a:srgbClr val="FFFFFF"/>
            </a:solidFill>
            <a:ln w="11129">
              <a:solidFill>
                <a:srgbClr val="6B6B6B"/>
              </a:solidFill>
              <a:prstDash val="solid"/>
            </a:ln>
          </p:spPr>
        </p:sp>
        <p:sp>
          <p:nvSpPr>
            <p:cNvPr id="17" name="MX212:13"/>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endParaRPr lang="en-US" sz="1440" dirty="0"/>
            </a:p>
          </p:txBody>
        </p:sp>
        <p:sp>
          <p:nvSpPr>
            <p:cNvPr id="18" name="MX212:14"/>
            <p:cNvSpPr/>
            <p:nvPr/>
          </p:nvSpPr>
          <p:spPr>
            <a:xfrm>
              <a:off x="3914931" y="3067908"/>
              <a:ext cx="1522476" cy="1322150"/>
            </a:xfrm>
            <a:prstGeom prst="rect">
              <a:avLst/>
            </a:prstGeom>
            <a:solidFill>
              <a:srgbClr val="FFFFFF"/>
            </a:solidFill>
            <a:ln w="33388">
              <a:solidFill>
                <a:srgbClr val="C55A11"/>
              </a:solidFill>
              <a:prstDash val="solid"/>
            </a:ln>
          </p:spPr>
        </p:sp>
        <p:sp>
          <p:nvSpPr>
            <p:cNvPr id="19" name="MX212:15"/>
            <p:cNvSpPr txBox="1"/>
            <p:nvPr/>
          </p:nvSpPr>
          <p:spPr>
            <a:xfrm>
              <a:off x="3914931" y="3067908"/>
              <a:ext cx="1522476" cy="1322150"/>
            </a:xfrm>
            <a:prstGeom prst="rect">
              <a:avLst/>
            </a:prstGeom>
            <a:noFill/>
            <a:ln/>
          </p:spPr>
          <p:txBody>
            <a:bodyPr wrap="square" lIns="63500" tIns="63500" rIns="63500" bIns="63500" rtlCol="0" anchor="b"/>
            <a:lstStyle/>
            <a:p>
              <a:pPr algn="ctr" indent="0" marL="0">
                <a:buNone/>
              </a:pPr>
              <a:r>
                <a:rPr lang="en-US" sz="1170" b="1" dirty="0">
                  <a:solidFill>
                    <a:srgbClr val="C55A11"/>
                  </a:solidFill>
                  <a:latin typeface="Arial" pitchFamily="34" charset="0"/>
                  <a:ea typeface="Arial" pitchFamily="34" charset="-122"/>
                  <a:cs typeface="Arial" pitchFamily="34" charset="-120"/>
                </a:rPr>
                <a:t>Ondas superficiales</a:t>
              </a:r>
              <a:endParaRPr lang="en-US" sz="1170" dirty="0"/>
            </a:p>
            <a:p>
              <a:pPr algn="ctr" indent="0" marL="0">
                <a:buNone/>
              </a:pPr>
              <a:r>
                <a:rPr lang="en-US" sz="1170" dirty="0">
                  <a:solidFill>
                    <a:srgbClr val="1F4E79"/>
                  </a:solidFill>
                  <a:latin typeface="Arial" pitchFamily="34" charset="0"/>
                  <a:ea typeface="Arial" pitchFamily="34" charset="-122"/>
                  <a:cs typeface="Arial" pitchFamily="34" charset="-120"/>
                </a:rPr>
                <a:t>Love, Rayleigh</a:t>
              </a:r>
              <a:endParaRPr lang="en-US" sz="1170" dirty="0"/>
            </a:p>
            <a:p>
              <a:pPr algn="ctr" indent="0" marL="0">
                <a:buNone/>
              </a:pPr>
              <a:r>
                <a:rPr lang="en-US" sz="1170" dirty="0">
                  <a:solidFill>
                    <a:srgbClr val="1F4E79"/>
                  </a:solidFill>
                  <a:latin typeface="Arial" pitchFamily="34" charset="0"/>
                  <a:ea typeface="Arial" pitchFamily="34" charset="-122"/>
                  <a:cs typeface="Arial" pitchFamily="34" charset="-120"/>
                </a:rPr>
                <a:t>SASW / MASW</a:t>
              </a:r>
              <a:endParaRPr lang="en-US" sz="1170" dirty="0"/>
            </a:p>
          </p:txBody>
        </p:sp>
        <p:pic>
          <p:nvPicPr>
            <p:cNvPr id="20" name="MX212:16" descr="SPT">    </p:cNvPr>
            <p:cNvPicPr>
              <a:picLocks noChangeAspect="1"/>
            </p:cNvPicPr>
            <p:nvPr/>
          </p:nvPicPr>
          <p:blipFill>
            <a:blip r:embed="rId1"/>
            <a:stretch>
              <a:fillRect/>
            </a:stretch>
          </p:blipFill>
          <p:spPr>
            <a:xfrm>
              <a:off x="2406123" y="2395490"/>
              <a:ext cx="692658" cy="519494"/>
            </a:xfrm>
            <a:prstGeom prst="rect">
              <a:avLst/>
            </a:prstGeom>
          </p:spPr>
        </p:pic>
        <p:pic>
          <p:nvPicPr>
            <p:cNvPr id="21" name="MX212:17" descr="CPTu">    </p:cNvPr>
            <p:cNvPicPr>
              <a:picLocks noChangeAspect="1"/>
            </p:cNvPicPr>
            <p:nvPr/>
          </p:nvPicPr>
          <p:blipFill>
            <a:blip r:embed="rId2"/>
            <a:stretch>
              <a:fillRect/>
            </a:stretch>
          </p:blipFill>
          <p:spPr>
            <a:xfrm>
              <a:off x="3181529" y="2320338"/>
              <a:ext cx="618603" cy="669798"/>
            </a:xfrm>
            <a:prstGeom prst="rect">
              <a:avLst/>
            </a:prstGeom>
          </p:spPr>
        </p:pic>
        <p:pic>
          <p:nvPicPr>
            <p:cNvPr id="22" name="MX212:18" descr="Downhole">    </p:cNvPr>
            <p:cNvPicPr>
              <a:picLocks noChangeAspect="1"/>
            </p:cNvPicPr>
            <p:nvPr/>
          </p:nvPicPr>
          <p:blipFill>
            <a:blip r:embed="rId3"/>
            <a:stretch>
              <a:fillRect/>
            </a:stretch>
          </p:blipFill>
          <p:spPr>
            <a:xfrm>
              <a:off x="2406123" y="3445818"/>
              <a:ext cx="692658" cy="566330"/>
            </a:xfrm>
            <a:prstGeom prst="rect">
              <a:avLst/>
            </a:prstGeom>
          </p:spPr>
        </p:pic>
        <p:pic>
          <p:nvPicPr>
            <p:cNvPr id="23" name="MX212:19" descr="Crosshole">    </p:cNvPr>
            <p:cNvPicPr>
              <a:picLocks noChangeAspect="1"/>
            </p:cNvPicPr>
            <p:nvPr/>
          </p:nvPicPr>
          <p:blipFill>
            <a:blip r:embed="rId4"/>
            <a:stretch>
              <a:fillRect/>
            </a:stretch>
          </p:blipFill>
          <p:spPr>
            <a:xfrm>
              <a:off x="3144501" y="3515858"/>
              <a:ext cx="692658" cy="426251"/>
            </a:xfrm>
            <a:prstGeom prst="rect">
              <a:avLst/>
            </a:prstGeom>
          </p:spPr>
        </p:pic>
        <p:pic>
          <p:nvPicPr>
            <p:cNvPr id="24" name="MX212:20" descr="Refracción sísmica en dos capas: energía directa, reflejada y refractada (onda de cabeza), con ángulo crítico">    </p:cNvPr>
            <p:cNvPicPr>
              <a:picLocks noChangeAspect="1"/>
            </p:cNvPicPr>
            <p:nvPr/>
          </p:nvPicPr>
          <p:blipFill>
            <a:blip r:embed="rId5"/>
            <a:stretch>
              <a:fillRect/>
            </a:stretch>
          </p:blipFill>
          <p:spPr>
            <a:xfrm>
              <a:off x="3985125" y="3113628"/>
              <a:ext cx="643710" cy="384534"/>
            </a:xfrm>
            <a:prstGeom prst="rect">
              <a:avLst/>
            </a:prstGeom>
          </p:spPr>
        </p:pic>
        <p:pic>
          <p:nvPicPr>
            <p:cNvPr id="25" name="MX212:21" descr="Reflexión sísmica: rayos desde la fuente hasta cada interfaz y de vuelta al geófono, con la traza registrada">    </p:cNvPr>
            <p:cNvPicPr>
              <a:picLocks noChangeAspect="1"/>
            </p:cNvPicPr>
            <p:nvPr/>
          </p:nvPicPr>
          <p:blipFill>
            <a:blip r:embed="rId6"/>
            <a:stretch>
              <a:fillRect/>
            </a:stretch>
          </p:blipFill>
          <p:spPr>
            <a:xfrm>
              <a:off x="4770993" y="3113628"/>
              <a:ext cx="548730" cy="384534"/>
            </a:xfrm>
            <a:prstGeom prst="rect">
              <a:avLst/>
            </a:prstGeom>
          </p:spPr>
        </p:pic>
      </p:grpSp>
      <p:sp>
        <p:nvSpPr>
          <p:cNvPr id="26" name="Obj [o21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Seguimos con las ondas superficiales: Love, Rayleigh, SASW y MASW</a:t>
            </a:r>
            <a:endParaRPr lang="en-US" sz="1400" dirty="0"/>
          </a:p>
        </p:txBody>
      </p:sp>
      <p:sp>
        <p:nvSpPr>
          <p:cNvPr id="27" name="Obj [o21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28" name="Obj [o21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de cuerpo, al llegar a una interfaz, se reflejan y se transmiten</a:t>
            </a:r>
            <a:endParaRPr lang="en-US" sz="1400" dirty="0"/>
          </a:p>
        </p:txBody>
      </p:sp>
      <p:pic>
        <p:nvPicPr>
          <p:cNvPr id="29" name="Obj [o215]" descr="Interfaz entre dos medios con onda incidente, reflejada y transmitida">    </p:cNvPr>
          <p:cNvPicPr>
            <a:picLocks noChangeAspect="1"/>
          </p:cNvPicPr>
          <p:nvPr/>
        </p:nvPicPr>
        <p:blipFill>
          <a:blip r:embed="rId7"/>
          <a:stretch>
            <a:fillRect/>
          </a:stretch>
        </p:blipFill>
        <p:spPr>
          <a:xfrm>
            <a:off x="966136" y="1641589"/>
            <a:ext cx="4327037" cy="2724431"/>
          </a:xfrm>
          <a:prstGeom prst="rect">
            <a:avLst/>
          </a:prstGeom>
        </p:spPr>
      </p:pic>
      <p:sp>
        <p:nvSpPr>
          <p:cNvPr id="30" name="Obj [o216]"/>
          <p:cNvSpPr txBox="1"/>
          <p:nvPr/>
        </p:nvSpPr>
        <p:spPr>
          <a:xfrm>
            <a:off x="5453433" y="1641589"/>
            <a:ext cx="2724431" cy="280456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Las ondas de cuerpo (P y S) viajan por el interior del terreno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Vp</a:t>
                </a:r>
              </mc:Fallback>
            </mc:AlternateContent>
            <a:r>
              <a:rPr lang="en-US" sz="144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Parte de la energía se refleja y parte se transmite</a:t>
            </a:r>
            <a:endParaRPr lang="en-US" sz="1440" dirty="0"/>
          </a:p>
        </p:txBody>
      </p:sp>
      <p:sp>
        <p:nvSpPr>
          <p:cNvPr id="34" name="Obj [o21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35" name="Obj [o21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el caso de una superficie libre, la energía vuelve al terreno</a:t>
            </a:r>
            <a:endParaRPr lang="en-US" sz="1400" dirty="0"/>
          </a:p>
        </p:txBody>
      </p:sp>
      <p:pic>
        <p:nvPicPr>
          <p:cNvPr id="36" name="Obj [o219]" descr="Superficie libre: la onda incidente se refleja de vuelta al terreno">    </p:cNvPr>
          <p:cNvPicPr>
            <a:picLocks noChangeAspect="1"/>
          </p:cNvPicPr>
          <p:nvPr/>
        </p:nvPicPr>
        <p:blipFill>
          <a:blip r:embed="rId8"/>
          <a:stretch>
            <a:fillRect/>
          </a:stretch>
        </p:blipFill>
        <p:spPr>
          <a:xfrm>
            <a:off x="441794" y="1633397"/>
            <a:ext cx="4105855" cy="2585168"/>
          </a:xfrm>
          <a:prstGeom prst="rect">
            <a:avLst/>
          </a:prstGeom>
        </p:spPr>
      </p:pic>
      <p:sp>
        <p:nvSpPr>
          <p:cNvPr id="37" name="Obj [o220]"/>
          <p:cNvSpPr txBox="1"/>
          <p:nvPr/>
        </p:nvSpPr>
        <p:spPr>
          <a:xfrm>
            <a:off x="4775752" y="1709431"/>
            <a:ext cx="250913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 superficie libre es el contacto entre el terreno y el aire</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Prácticamente toda la energía se refleja hacia el terreno</a:t>
            </a:r>
            <a:endParaRPr lang="en-US" sz="1553" dirty="0"/>
          </a:p>
        </p:txBody>
      </p:sp>
      <p:sp>
        <p:nvSpPr>
          <p:cNvPr id="38" name="Obj [o2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39" name="Obj [o22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Respecto a la superficie libre, la onda S se clasifica en SV y SH</a:t>
            </a:r>
            <a:endParaRPr lang="en-US" sz="1400" dirty="0"/>
          </a:p>
        </p:txBody>
      </p:sp>
      <p:pic>
        <p:nvPicPr>
          <p:cNvPr id="40" name="Obj [o223]" descr="Onda SV con movimiento en el plano de incidencia y onda SH con movimiento perpendicular a ese plano">    </p:cNvPr>
          <p:cNvPicPr>
            <a:picLocks noChangeAspect="1"/>
          </p:cNvPicPr>
          <p:nvPr/>
        </p:nvPicPr>
        <p:blipFill>
          <a:blip r:embed="rId9"/>
          <a:stretch>
            <a:fillRect/>
          </a:stretch>
        </p:blipFill>
        <p:spPr>
          <a:xfrm>
            <a:off x="441794" y="1595380"/>
            <a:ext cx="4562061" cy="2585168"/>
          </a:xfrm>
          <a:prstGeom prst="rect">
            <a:avLst/>
          </a:prstGeom>
        </p:spPr>
      </p:pic>
      <p:sp>
        <p:nvSpPr>
          <p:cNvPr id="41" name="Obj [o224]"/>
          <p:cNvSpPr txBox="1"/>
          <p:nvPr/>
        </p:nvSpPr>
        <p:spPr>
          <a:xfrm>
            <a:off x="5155924" y="1633397"/>
            <a:ext cx="2128962" cy="2661202"/>
          </a:xfrm>
          <a:prstGeom prst="rect">
            <a:avLst/>
          </a:prstGeom>
          <a:noFill/>
          <a:ln/>
        </p:spPr>
        <p:txBody>
          <a:bodyPr wrap="square" lIns="0" tIns="0" rIns="0" bIns="0" rtlCol="0" anchor="t"/>
          <a:lstStyle/>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Referencia: el plano de la superficie libre</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La onda S puede moverse de dos formas respecto a él</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SV: oscila en el plano vertical que contiene el rayo</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SH: oscila en horizontal, perpendicular a ese plano</a:t>
            </a:r>
            <a:endParaRPr lang="en-US" sz="1380" dirty="0"/>
          </a:p>
        </p:txBody>
      </p:sp>
      <p:sp>
        <p:nvSpPr>
          <p:cNvPr id="42" name="Obj [o22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polarización de la onda S.</a:t>
            </a:r>
            <a:endParaRPr lang="en-US" sz="800" dirty="0"/>
          </a:p>
        </p:txBody>
      </p:sp>
      <p:sp>
        <p:nvSpPr>
          <p:cNvPr id="43" name="Obj [o22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ángulos de las ondas generadas se relacionan con la ley de Snell</a:t>
            </a:r>
            <a:endParaRPr lang="en-US" sz="1400" dirty="0"/>
          </a:p>
        </p:txBody>
      </p:sp>
      <p:pic>
        <p:nvPicPr>
          <p:cNvPr id="44" name="Obj [o227]" descr="Onda P incidente en una interfaz: ondas P y S reflejadas y transmitidas con sus ángulos">    </p:cNvPr>
          <p:cNvPicPr>
            <a:picLocks noChangeAspect="1"/>
          </p:cNvPicPr>
          <p:nvPr/>
        </p:nvPicPr>
        <p:blipFill>
          <a:blip r:embed="rId10"/>
          <a:stretch>
            <a:fillRect/>
          </a:stretch>
        </p:blipFill>
        <p:spPr>
          <a:xfrm>
            <a:off x="441794" y="1595380"/>
            <a:ext cx="2395082" cy="2661202"/>
          </a:xfrm>
          <a:prstGeom prst="rect">
            <a:avLst/>
          </a:prstGeom>
        </p:spPr>
      </p:pic>
      <p:sp>
        <p:nvSpPr>
          <p:cNvPr id="45" name="Obj [o228]"/>
          <p:cNvSpPr/>
          <p:nvPr/>
        </p:nvSpPr>
        <p:spPr>
          <a:xfrm>
            <a:off x="3331100" y="1633397"/>
            <a:ext cx="3953786"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6" name="Obj [o229]"/>
              <p:cNvSpPr txBox="1"/>
              <p:nvPr/>
            </p:nvSpPr>
            <p:spPr>
              <a:xfrm>
                <a:off x="3331100" y="1633397"/>
                <a:ext cx="3953786"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1</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1</m:t>
                              </m:r>
                            </m:sub>
                          </m:sSub>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2</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2</m:t>
                              </m:r>
                            </m:sub>
                          </m:sSub>
                        </m:den>
                      </m:f>
                      <m:r>
                        <a:rPr lang="es-ES" sz="2100" i="1">
                          <a:solidFill>
                            <a:srgbClr val="1F4E79"/>
                          </a:solidFill>
                          <a:latin typeface="Cambria Math" panose="02040503050406030204" pitchFamily="18" charset="0"/>
                        </a:rPr>
                        <m:t xml:space="preserve">=p</m:t>
                      </m:r>
                    </m:oMath>
                  </m:oMathPara>
                </a14:m>
                <a:endParaRPr lang="es-ES"/>
              </a:p>
            </p:txBody>
          </p:sp>
        </mc:Choice>
        <mc:Fallback>
          <p:sp>
            <p:nvSpPr>
              <p:cNvPr id="46" name="Obj [o229]"/>
              <p:cNvSpPr txBox="1"/>
              <p:nvPr/>
            </p:nvSpPr>
            <p:spPr>
              <a:xfrm>
                <a:off x="3331100" y="1633397"/>
                <a:ext cx="3953786"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sin θ₁ / V₁ = sin θ₂ / V₂ = p</a:t>
                </a:r>
                <a:endParaRPr lang="en-US" sz="2071" dirty="0"/>
              </a:p>
            </p:txBody>
          </p:sp>
        </mc:Fallback>
      </mc:AlternateContent>
      <p:sp>
        <p:nvSpPr>
          <p:cNvPr id="47" name="Obj [o230]"/>
          <p:cNvSpPr txBox="1"/>
          <p:nvPr/>
        </p:nvSpPr>
        <p:spPr>
          <a:xfrm>
            <a:off x="3331100" y="2545809"/>
            <a:ext cx="3953786" cy="1748790"/>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Vp</a:t>
                </a:r>
              </mc:Fallback>
            </mc:AlternateContent>
            <a:r>
              <a:rPr lang="en-US" sz="138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oMath>
                </a14:m>
              </mc:Choice>
              <mc:Fallback>
                <a:r>
                  <a:rPr lang="en-US" sz="1380" dirty="0">
                    <a:solidFill>
                      <a:srgbClr val="2D2D2D"/>
                    </a:solidFill>
                    <a:latin typeface="Arial" pitchFamily="34" charset="0"/>
                    <a:ea typeface="Arial" pitchFamily="34" charset="-122"/>
                    <a:cs typeface="Arial" pitchFamily="34" charset="-120"/>
                  </a:rPr>
                  <a:t>Vs</a:t>
                </a:r>
              </mc:Fallback>
            </mc:AlternateContent>
            <a:r>
              <a:rPr lang="en-US" sz="1380" dirty="0">
                <a:solidFill>
                  <a:srgbClr val="2D2D2D"/>
                </a:solidFill>
                <a:latin typeface="Arial" pitchFamily="34" charset="0"/>
                <a:ea typeface="Arial" pitchFamily="34" charset="-122"/>
                <a:cs typeface="Arial" pitchFamily="34" charset="-120"/>
              </a:rPr>
              <a:t> para SV y SH</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r>
                      <m:rPr>
                        <m:sty m:val="p"/>
                      </m:rPr>
                      <a:rPr lang="es-ES" sz="1380">
                        <a:solidFill>
                          <a:srgbClr val="2D2D2D"/>
                        </a:solidFill>
                        <a:latin typeface="Cambria Math" panose="02040503050406030204" pitchFamily="18" charset="0"/>
                      </a:rPr>
                      <m:t xml:space="preserve">&lt;</m:t>
                    </m:r>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Vs &lt; Vp</a:t>
                </a:r>
              </mc:Fallback>
            </mc:AlternateContent>
            <a:r>
              <a:rPr lang="en-US" sz="1380" dirty="0">
                <a:solidFill>
                  <a:srgbClr val="2D2D2D"/>
                </a:solidFill>
                <a:latin typeface="Arial" pitchFamily="34" charset="0"/>
                <a:ea typeface="Arial" pitchFamily="34" charset="-122"/>
                <a:cs typeface="Arial" pitchFamily="34" charset="-120"/>
              </a:rPr>
              <a:t>, la S sale con un ángulo menor que la P</a:t>
            </a:r>
            <a:endParaRPr lang="en-US" sz="1380" dirty="0"/>
          </a:p>
        </p:txBody>
      </p:sp>
      <p:sp>
        <p:nvSpPr>
          <p:cNvPr id="51" name="Obj [o23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SLB (s. f.), The Defining Series: Beginner's Guide to Seismic Surveying, traducida.</a:t>
            </a:r>
            <a:endParaRPr lang="en-US" sz="800" dirty="0"/>
          </a:p>
        </p:txBody>
      </p:sp>
      <p:sp>
        <p:nvSpPr>
          <p:cNvPr id="52" name="Obj [o23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la superficie libre, P y SV se convierten entre sí; SH queda aparte</a:t>
            </a:r>
            <a:endParaRPr lang="en-US" sz="1400" dirty="0"/>
          </a:p>
        </p:txBody>
      </p:sp>
      <p:sp>
        <p:nvSpPr>
          <p:cNvPr id="53" name="Obj [o233]"/>
          <p:cNvSpPr/>
          <p:nvPr/>
        </p:nvSpPr>
        <p:spPr>
          <a:xfrm>
            <a:off x="441794" y="1709431"/>
            <a:ext cx="1140515" cy="646292"/>
          </a:xfrm>
          <a:prstGeom prst="roundRect">
            <a:avLst>
              <a:gd name="adj" fmla="val 11319"/>
            </a:avLst>
          </a:prstGeom>
          <a:solidFill>
            <a:srgbClr val="2E75B6"/>
          </a:solidFill>
          <a:ln w="6350">
            <a:solidFill>
              <a:srgbClr val="2E75B6"/>
            </a:solidFill>
            <a:prstDash val="solid"/>
          </a:ln>
        </p:spPr>
      </p:sp>
      <p:sp>
        <p:nvSpPr>
          <p:cNvPr id="54" name="Obj [o234]"/>
          <p:cNvSpPr txBox="1"/>
          <p:nvPr/>
        </p:nvSpPr>
        <p:spPr>
          <a:xfrm>
            <a:off x="441794"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P</a:t>
            </a:r>
            <a:endParaRPr lang="en-US" sz="1726" dirty="0"/>
          </a:p>
        </p:txBody>
      </p:sp>
      <p:sp>
        <p:nvSpPr>
          <p:cNvPr id="55" name="Obj [o235]"/>
          <p:cNvSpPr/>
          <p:nvPr/>
        </p:nvSpPr>
        <p:spPr>
          <a:xfrm>
            <a:off x="2570756" y="1709431"/>
            <a:ext cx="1140515" cy="646292"/>
          </a:xfrm>
          <a:prstGeom prst="roundRect">
            <a:avLst>
              <a:gd name="adj" fmla="val 11319"/>
            </a:avLst>
          </a:prstGeom>
          <a:solidFill>
            <a:srgbClr val="2E75B6"/>
          </a:solidFill>
          <a:ln w="6350">
            <a:solidFill>
              <a:srgbClr val="2E75B6"/>
            </a:solidFill>
            <a:prstDash val="solid"/>
          </a:ln>
        </p:spPr>
      </p:sp>
      <p:sp>
        <p:nvSpPr>
          <p:cNvPr id="56" name="Obj [o236]"/>
          <p:cNvSpPr txBox="1"/>
          <p:nvPr/>
        </p:nvSpPr>
        <p:spPr>
          <a:xfrm>
            <a:off x="2570756"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SV</a:t>
            </a:r>
            <a:endParaRPr lang="en-US" sz="1726" dirty="0"/>
          </a:p>
        </p:txBody>
      </p:sp>
      <p:sp>
        <p:nvSpPr>
          <p:cNvPr id="57" name="Obj [o237]"/>
          <p:cNvSpPr/>
          <p:nvPr/>
        </p:nvSpPr>
        <p:spPr>
          <a:xfrm>
            <a:off x="1620327" y="2032577"/>
            <a:ext cx="912412" cy="0"/>
          </a:xfrm>
          <a:prstGeom prst="line">
            <a:avLst/>
          </a:prstGeom>
          <a:noFill/>
          <a:ln w="31681">
            <a:solidFill>
              <a:srgbClr val="1F4E79"/>
            </a:solidFill>
            <a:prstDash val="solid"/>
            <a:headEnd type="triangle"/>
            <a:tailEnd type="triangle"/>
          </a:ln>
        </p:spPr>
      </p:sp>
      <p:sp>
        <p:nvSpPr>
          <p:cNvPr id="58" name="Obj [o238]"/>
          <p:cNvSpPr txBox="1"/>
          <p:nvPr/>
        </p:nvSpPr>
        <p:spPr>
          <a:xfrm>
            <a:off x="1544292" y="2089603"/>
            <a:ext cx="1064481" cy="304137"/>
          </a:xfrm>
          <a:prstGeom prst="rect">
            <a:avLst/>
          </a:prstGeom>
          <a:noFill/>
          <a:ln/>
        </p:spPr>
        <p:txBody>
          <a:bodyPr wrap="square" lIns="0" tIns="0" rIns="0" bIns="0" rtlCol="0" anchor="t"/>
          <a:lstStyle/>
          <a:p>
            <a:pPr algn="ctr" indent="0" marL="0">
              <a:buNone/>
            </a:pPr>
            <a:r>
              <a:rPr lang="en-US" sz="1380" dirty="0">
                <a:solidFill>
                  <a:srgbClr val="1F4E79"/>
                </a:solidFill>
                <a:latin typeface="Arial" pitchFamily="34" charset="0"/>
                <a:ea typeface="Arial" pitchFamily="34" charset="-122"/>
                <a:cs typeface="Arial" pitchFamily="34" charset="-120"/>
              </a:rPr>
              <a:t>se acoplan</a:t>
            </a:r>
            <a:endParaRPr lang="en-US" sz="1380" dirty="0"/>
          </a:p>
        </p:txBody>
      </p:sp>
      <p:sp>
        <p:nvSpPr>
          <p:cNvPr id="59" name="Obj [o239]"/>
          <p:cNvSpPr/>
          <p:nvPr/>
        </p:nvSpPr>
        <p:spPr>
          <a:xfrm>
            <a:off x="4851787" y="1709431"/>
            <a:ext cx="1520687" cy="646292"/>
          </a:xfrm>
          <a:prstGeom prst="roundRect">
            <a:avLst>
              <a:gd name="adj" fmla="val 11319"/>
            </a:avLst>
          </a:prstGeom>
          <a:solidFill>
            <a:srgbClr val="C55A11"/>
          </a:solidFill>
          <a:ln w="6350">
            <a:solidFill>
              <a:srgbClr val="C55A11"/>
            </a:solidFill>
            <a:prstDash val="solid"/>
          </a:ln>
        </p:spPr>
      </p:sp>
      <p:sp>
        <p:nvSpPr>
          <p:cNvPr id="60" name="Obj [o240]"/>
          <p:cNvSpPr txBox="1"/>
          <p:nvPr/>
        </p:nvSpPr>
        <p:spPr>
          <a:xfrm>
            <a:off x="4851787" y="1709431"/>
            <a:ext cx="1520687"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SH</a:t>
            </a:r>
            <a:endParaRPr lang="en-US" sz="1726" dirty="0"/>
          </a:p>
        </p:txBody>
      </p:sp>
      <p:sp>
        <p:nvSpPr>
          <p:cNvPr id="61" name="Obj [o241]"/>
          <p:cNvSpPr txBox="1"/>
          <p:nvPr/>
        </p:nvSpPr>
        <p:spPr>
          <a:xfrm>
            <a:off x="4623683" y="2393740"/>
            <a:ext cx="1976893" cy="304137"/>
          </a:xfrm>
          <a:prstGeom prst="rect">
            <a:avLst/>
          </a:prstGeom>
          <a:noFill/>
          <a:ln/>
        </p:spPr>
        <p:txBody>
          <a:bodyPr wrap="square" lIns="0" tIns="0" rIns="0" bIns="0" rtlCol="0" anchor="t"/>
          <a:lstStyle/>
          <a:p>
            <a:pPr algn="ctr" indent="0" marL="0">
              <a:buNone/>
            </a:pPr>
            <a:r>
              <a:rPr lang="en-US" sz="1380" dirty="0">
                <a:solidFill>
                  <a:srgbClr val="C55A11"/>
                </a:solidFill>
                <a:latin typeface="Arial" pitchFamily="34" charset="0"/>
                <a:ea typeface="Arial" pitchFamily="34" charset="-122"/>
                <a:cs typeface="Arial" pitchFamily="34" charset="-120"/>
              </a:rPr>
              <a:t>solo genera SH</a:t>
            </a:r>
            <a:endParaRPr lang="en-US" sz="1380" dirty="0"/>
          </a:p>
        </p:txBody>
      </p:sp>
      <p:sp>
        <p:nvSpPr>
          <p:cNvPr id="62" name="Obj [o242]"/>
          <p:cNvSpPr/>
          <p:nvPr/>
        </p:nvSpPr>
        <p:spPr>
          <a:xfrm>
            <a:off x="2076533" y="2469775"/>
            <a:ext cx="0" cy="570258"/>
          </a:xfrm>
          <a:prstGeom prst="line">
            <a:avLst/>
          </a:prstGeom>
          <a:noFill/>
          <a:ln w="31681">
            <a:solidFill>
              <a:srgbClr val="1F4E79"/>
            </a:solidFill>
            <a:prstDash val="solid"/>
            <a:tailEnd type="triangle"/>
          </a:ln>
        </p:spPr>
      </p:sp>
      <p:sp>
        <p:nvSpPr>
          <p:cNvPr id="63" name="Obj [o243]"/>
          <p:cNvSpPr/>
          <p:nvPr/>
        </p:nvSpPr>
        <p:spPr>
          <a:xfrm>
            <a:off x="5612130" y="2735895"/>
            <a:ext cx="0" cy="304137"/>
          </a:xfrm>
          <a:prstGeom prst="line">
            <a:avLst/>
          </a:prstGeom>
          <a:noFill/>
          <a:ln w="31681">
            <a:solidFill>
              <a:srgbClr val="C55A11"/>
            </a:solidFill>
            <a:prstDash val="solid"/>
            <a:tailEnd type="triangle"/>
          </a:ln>
        </p:spPr>
      </p:sp>
      <p:sp>
        <p:nvSpPr>
          <p:cNvPr id="64" name="Obj [o244]"/>
          <p:cNvSpPr/>
          <p:nvPr/>
        </p:nvSpPr>
        <p:spPr>
          <a:xfrm>
            <a:off x="441794" y="3078049"/>
            <a:ext cx="3269477" cy="684309"/>
          </a:xfrm>
          <a:prstGeom prst="roundRect">
            <a:avLst>
              <a:gd name="adj" fmla="val 10690"/>
            </a:avLst>
          </a:prstGeom>
          <a:solidFill>
            <a:srgbClr val="1F4E79"/>
          </a:solidFill>
          <a:ln w="6350">
            <a:solidFill>
              <a:srgbClr val="1F4E79"/>
            </a:solidFill>
            <a:prstDash val="solid"/>
          </a:ln>
        </p:spPr>
      </p:sp>
      <p:sp>
        <p:nvSpPr>
          <p:cNvPr id="65" name="Obj [o245]"/>
          <p:cNvSpPr txBox="1"/>
          <p:nvPr/>
        </p:nvSpPr>
        <p:spPr>
          <a:xfrm>
            <a:off x="441794" y="3078049"/>
            <a:ext cx="326947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Rayleigh</a:t>
            </a:r>
            <a:endParaRPr lang="en-US" sz="1726" dirty="0"/>
          </a:p>
        </p:txBody>
      </p:sp>
      <p:sp>
        <p:nvSpPr>
          <p:cNvPr id="66" name="Obj [o246]"/>
          <p:cNvSpPr/>
          <p:nvPr/>
        </p:nvSpPr>
        <p:spPr>
          <a:xfrm>
            <a:off x="4319546" y="3078049"/>
            <a:ext cx="2737237" cy="684309"/>
          </a:xfrm>
          <a:prstGeom prst="roundRect">
            <a:avLst>
              <a:gd name="adj" fmla="val 10690"/>
            </a:avLst>
          </a:prstGeom>
          <a:solidFill>
            <a:srgbClr val="C55A11"/>
          </a:solidFill>
          <a:ln w="6350">
            <a:solidFill>
              <a:srgbClr val="C55A11"/>
            </a:solidFill>
            <a:prstDash val="solid"/>
          </a:ln>
        </p:spPr>
      </p:sp>
      <p:sp>
        <p:nvSpPr>
          <p:cNvPr id="67" name="Obj [o247]"/>
          <p:cNvSpPr txBox="1"/>
          <p:nvPr/>
        </p:nvSpPr>
        <p:spPr>
          <a:xfrm>
            <a:off x="4319546" y="3078049"/>
            <a:ext cx="273723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Love</a:t>
            </a:r>
            <a:endParaRPr lang="en-US" sz="1726" dirty="0"/>
          </a:p>
        </p:txBody>
      </p:sp>
      <p:sp>
        <p:nvSpPr>
          <p:cNvPr id="68" name="Obj [o248]"/>
          <p:cNvSpPr txBox="1"/>
          <p:nvPr/>
        </p:nvSpPr>
        <p:spPr>
          <a:xfrm>
            <a:off x="441794" y="3838393"/>
            <a:ext cx="3269477"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Movimiento en el plano vertical</a:t>
            </a:r>
            <a:endParaRPr lang="en-US" sz="1380" dirty="0"/>
          </a:p>
        </p:txBody>
      </p:sp>
      <p:sp>
        <p:nvSpPr>
          <p:cNvPr id="69" name="Obj [o249]"/>
          <p:cNvSpPr txBox="1"/>
          <p:nvPr/>
        </p:nvSpPr>
        <p:spPr>
          <a:xfrm>
            <a:off x="4167477" y="3838393"/>
            <a:ext cx="3041374"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Solo con capa blanda sobre medio rápido</a:t>
            </a:r>
            <a:endParaRPr lang="en-US" sz="1380" dirty="0"/>
          </a:p>
        </p:txBody>
      </p:sp>
      <p:sp>
        <p:nvSpPr>
          <p:cNvPr id="70" name="Obj [o25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71"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25"/>
                                        <p:tgtEl>
                                          <p:spTgt spid="26"/>
                                        </p:tgtEl>
                                      </p:cBhvr>
                                    </p:animEffect>
                                  </p:childTnLst>
                                </p:cTn>
                              </p:par>
                              <p:par>
                                <p:cTn id="8" presetID="10" presetClass="entr" presetSubtype="0" fill="hold" nodeType="withEffect">
                                  <p:stCondLst>
                                    <p:cond delay="17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5"/>
                                        <p:tgtEl>
                                          <p:spTgt spid="3"/>
                                        </p:tgtEl>
                                      </p:cBhvr>
                                    </p:animEffect>
                                  </p:childTnLst>
                                </p:cTn>
                              </p:par>
                              <p:par>
                                <p:cTn id="11" presetID="10" presetClass="entr" presetSubtype="0" fill="hold" nodeType="withEffect">
                                  <p:stCondLst>
                                    <p:cond delay="2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225"/>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175"/>
                                        <p:tgtEl>
                                          <p:spTgt spid="26"/>
                                        </p:tgtEl>
                                      </p:cBhvr>
                                    </p:animEffect>
                                    <p:set>
                                      <p:cBhvr>
                                        <p:cTn id="18" dur="1" fill="hold">
                                          <p:stCondLst>
                                            <p:cond delay="174"/>
                                          </p:stCondLst>
                                        </p:cTn>
                                        <p:tgtEl>
                                          <p:spTgt spid="26"/>
                                        </p:tgtEl>
                                        <p:attrNameLst>
                                          <p:attrName>style.visibility</p:attrName>
                                        </p:attrNameLst>
                                      </p:cBhvr>
                                      <p:to>
                                        <p:strVal val="hidden"/>
                                      </p:to>
                                    </p:set>
                                  </p:childTnLst>
                                </p:cTn>
                              </p:par>
                              <p:par>
                                <p:cTn id="19" presetID="53" presetClass="exit" presetSubtype="16" fill="hold" nodeType="withEffect">
                                  <p:stCondLst>
                                    <p:cond delay="0"/>
                                  </p:stCondLst>
                                  <p:childTnLst>
                                    <p:anim calcmode="lin" valueType="num">
                                      <p:cBhvr>
                                        <p:cTn id="20" dur="475" fill="hold"/>
                                        <p:tgtEl>
                                          <p:spTgt spid="3"/>
                                        </p:tgtEl>
                                        <p:attrNameLst>
                                          <p:attrName>ppt_x</p:attrName>
                                        </p:attrNameLst>
                                      </p:cBhvr>
                                      <p:tavLst>
                                        <p:tav tm="0">
                                          <p:val>
                                            <p:strVal val="#ppt_x"/>
                                          </p:val>
                                        </p:tav>
                                        <p:tav tm="100000">
                                          <p:val>
                                            <p:fltVal val="0.02955"/>
                                          </p:val>
                                        </p:tav>
                                      </p:tavLst>
                                    </p:anim>
                                    <p:anim calcmode="lin" valueType="num">
                                      <p:cBhvr>
                                        <p:cTn id="21" dur="475" fill="hold"/>
                                        <p:tgtEl>
                                          <p:spTgt spid="3"/>
                                        </p:tgtEl>
                                        <p:attrNameLst>
                                          <p:attrName>ppt_y</p:attrName>
                                        </p:attrNameLst>
                                      </p:cBhvr>
                                      <p:tavLst>
                                        <p:tav tm="0">
                                          <p:val>
                                            <p:strVal val="#ppt_y"/>
                                          </p:val>
                                        </p:tav>
                                        <p:tav tm="100000">
                                          <p:val>
                                            <p:fltVal val="0.01551"/>
                                          </p:val>
                                        </p:tav>
                                      </p:tavLst>
                                    </p:anim>
                                    <p:anim calcmode="lin" valueType="num">
                                      <p:cBhvr>
                                        <p:cTn id="22" dur="475" fill="hold"/>
                                        <p:tgtEl>
                                          <p:spTgt spid="3"/>
                                        </p:tgtEl>
                                        <p:attrNameLst>
                                          <p:attrName>ppt_w</p:attrName>
                                        </p:attrNameLst>
                                      </p:cBhvr>
                                      <p:tavLst>
                                        <p:tav tm="0">
                                          <p:val>
                                            <p:strVal val="#ppt_w"/>
                                          </p:val>
                                        </p:tav>
                                        <p:tav tm="100000">
                                          <p:val>
                                            <p:fltVal val="1.42670"/>
                                          </p:val>
                                        </p:tav>
                                      </p:tavLst>
                                    </p:anim>
                                    <p:anim calcmode="lin" valueType="num">
                                      <p:cBhvr>
                                        <p:cTn id="23" dur="475" fill="hold"/>
                                        <p:tgtEl>
                                          <p:spTgt spid="3"/>
                                        </p:tgtEl>
                                        <p:attrNameLst>
                                          <p:attrName>ppt_h</p:attrName>
                                        </p:attrNameLst>
                                      </p:cBhvr>
                                      <p:tavLst>
                                        <p:tav tm="0">
                                          <p:val>
                                            <p:strVal val="#ppt_h"/>
                                          </p:val>
                                        </p:tav>
                                        <p:tav tm="100000">
                                          <p:val>
                                            <p:fltVal val="1.60455"/>
                                          </p:val>
                                        </p:tav>
                                      </p:tavLst>
                                    </p:anim>
                                    <p:animEffect transition="out" filter="fade">
                                      <p:cBhvr>
                                        <p:cTn id="24" dur="475"/>
                                        <p:tgtEl>
                                          <p:spTgt spid="3"/>
                                        </p:tgtEl>
                                      </p:cBhvr>
                                    </p:animEffect>
                                    <p:set>
                                      <p:cBhvr>
                                        <p:cTn id="25" dur="1" fill="hold">
                                          <p:stCondLst>
                                            <p:cond delay="474"/>
                                          </p:stCondLst>
                                        </p:cTn>
                                        <p:tgtEl>
                                          <p:spTgt spid="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75"/>
                                        <p:tgtEl>
                                          <p:spTgt spid="27"/>
                                        </p:tgtEl>
                                      </p:cBhvr>
                                    </p:animEffect>
                                    <p:set>
                                      <p:cBhvr>
                                        <p:cTn id="28" dur="1" fill="hold">
                                          <p:stCondLst>
                                            <p:cond delay="174"/>
                                          </p:stCondLst>
                                        </p:cTn>
                                        <p:tgtEl>
                                          <p:spTgt spid="27"/>
                                        </p:tgtEl>
                                        <p:attrNameLst>
                                          <p:attrName>style.visibility</p:attrName>
                                        </p:attrNameLst>
                                      </p:cBhvr>
                                      <p:to>
                                        <p:strVal val="hidden"/>
                                      </p:to>
                                    </p:set>
                                  </p:childTnLst>
                                </p:cTn>
                              </p:par>
                              <p:par>
                                <p:cTn id="29" presetID="10" presetClass="entr" presetSubtype="0" fill="hold" nodeType="withEffect">
                                  <p:stCondLst>
                                    <p:cond delay="20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225"/>
                                        <p:tgtEl>
                                          <p:spTgt spid="28"/>
                                        </p:tgtEl>
                                      </p:cBhvr>
                                    </p:animEffect>
                                  </p:childTnLst>
                                </p:cTn>
                              </p:par>
                              <p:par>
                                <p:cTn id="32" presetID="53" presetClass="entr" presetSubtype="16" fill="hold" nodeType="withEffect">
                                  <p:stCondLst>
                                    <p:cond delay="235"/>
                                  </p:stCondLst>
                                  <p:childTnLst>
                                    <p:set>
                                      <p:cBhvr>
                                        <p:cTn id="33" dur="1" fill="hold">
                                          <p:stCondLst>
                                            <p:cond delay="0"/>
                                          </p:stCondLst>
                                        </p:cTn>
                                        <p:tgtEl>
                                          <p:spTgt spid="29"/>
                                        </p:tgtEl>
                                        <p:attrNameLst>
                                          <p:attrName>style.visibility</p:attrName>
                                        </p:attrNameLst>
                                      </p:cBhvr>
                                      <p:to>
                                        <p:strVal val="visible"/>
                                      </p:to>
                                    </p:set>
                                    <p:anim calcmode="lin" valueType="num">
                                      <p:cBhvr>
                                        <p:cTn id="34" dur="300" fill="hold"/>
                                        <p:tgtEl>
                                          <p:spTgt spid="29"/>
                                        </p:tgtEl>
                                        <p:attrNameLst>
                                          <p:attrName>ppt_w</p:attrName>
                                        </p:attrNameLst>
                                      </p:cBhvr>
                                      <p:tavLst>
                                        <p:tav tm="0">
                                          <p:val>
                                            <p:fltVal val="0"/>
                                          </p:val>
                                        </p:tav>
                                        <p:tav tm="100000">
                                          <p:val>
                                            <p:strVal val="#ppt_w"/>
                                          </p:val>
                                        </p:tav>
                                      </p:tavLst>
                                    </p:anim>
                                    <p:anim calcmode="lin" valueType="num">
                                      <p:cBhvr>
                                        <p:cTn id="35" dur="300" fill="hold"/>
                                        <p:tgtEl>
                                          <p:spTgt spid="29"/>
                                        </p:tgtEl>
                                        <p:attrNameLst>
                                          <p:attrName>ppt_h</p:attrName>
                                        </p:attrNameLst>
                                      </p:cBhvr>
                                      <p:tavLst>
                                        <p:tav tm="0">
                                          <p:val>
                                            <p:fltVal val="0"/>
                                          </p:val>
                                        </p:tav>
                                        <p:tav tm="100000">
                                          <p:val>
                                            <p:strVal val="#ppt_h"/>
                                          </p:val>
                                        </p:tav>
                                      </p:tavLst>
                                    </p:anim>
                                    <p:animEffect transition="in" filter="fade">
                                      <p:cBhvr>
                                        <p:cTn id="36" dur="300"/>
                                        <p:tgtEl>
                                          <p:spTgt spid="29"/>
                                        </p:tgtEl>
                                      </p:cBhvr>
                                    </p:animEffect>
                                  </p:childTnLst>
                                </p:cTn>
                              </p:par>
                              <p:par>
                                <p:cTn id="37" presetID="10" presetClass="entr" presetSubtype="0" grpId="0" fill="hold" nodeType="withEffect">
                                  <p:stCondLst>
                                    <p:cond delay="270"/>
                                  </p:stCondLst>
                                  <p:childTnLst>
                                    <p:set>
                                      <p:cBhvr>
                                        <p:cTn id="38" dur="1" fill="hold">
                                          <p:stCondLst>
                                            <p:cond delay="0"/>
                                          </p:stCondLst>
                                        </p:cTn>
                                        <p:tgtEl>
                                          <p:spTgt spid="30">
                                            <p:txEl>
                                              <p:pRg st="0" end="0"/>
                                            </p:txEl>
                                          </p:spTgt>
                                        </p:tgtEl>
                                        <p:attrNameLst>
                                          <p:attrName>style.visibility</p:attrName>
                                        </p:attrNameLst>
                                      </p:cBhvr>
                                      <p:to>
                                        <p:strVal val="visible"/>
                                      </p:to>
                                    </p:set>
                                    <p:animEffect transition="in" filter="fade">
                                      <p:cBhvr>
                                        <p:cTn id="39" dur="225"/>
                                        <p:tgtEl>
                                          <p:spTgt spid="30">
                                            <p:txEl>
                                              <p:pRg st="0" end="0"/>
                                            </p:txEl>
                                          </p:spTgt>
                                        </p:tgtEl>
                                      </p:cBhvr>
                                    </p:animEffect>
                                  </p:childTnLst>
                                </p:cTn>
                              </p:par>
                              <p:par>
                                <p:cTn id="40" presetID="10" presetClass="entr" presetSubtype="0" grpId="0" fill="hold" nodeType="withEffect">
                                  <p:stCondLst>
                                    <p:cond delay="432"/>
                                  </p:stCondLst>
                                  <p:childTnLst>
                                    <p:set>
                                      <p:cBhvr>
                                        <p:cTn id="41" dur="1" fill="hold">
                                          <p:stCondLst>
                                            <p:cond delay="0"/>
                                          </p:stCondLst>
                                        </p:cTn>
                                        <p:tgtEl>
                                          <p:spTgt spid="30">
                                            <p:txEl>
                                              <p:pRg st="1" end="1"/>
                                            </p:txEl>
                                          </p:spTgt>
                                        </p:tgtEl>
                                        <p:attrNameLst>
                                          <p:attrName>style.visibility</p:attrName>
                                        </p:attrNameLst>
                                      </p:cBhvr>
                                      <p:to>
                                        <p:strVal val="visible"/>
                                      </p:to>
                                    </p:set>
                                    <p:animEffect transition="in" filter="fade">
                                      <p:cBhvr>
                                        <p:cTn id="42" dur="225"/>
                                        <p:tgtEl>
                                          <p:spTgt spid="30">
                                            <p:txEl>
                                              <p:pRg st="1" end="1"/>
                                            </p:txEl>
                                          </p:spTgt>
                                        </p:tgtEl>
                                      </p:cBhvr>
                                    </p:animEffect>
                                  </p:childTnLst>
                                </p:cTn>
                              </p:par>
                              <p:par>
                                <p:cTn id="43" presetID="10" presetClass="entr" presetSubtype="0" grpId="0" fill="hold" nodeType="withEffect">
                                  <p:stCondLst>
                                    <p:cond delay="594"/>
                                  </p:stCondLst>
                                  <p:childTnLst>
                                    <p:set>
                                      <p:cBhvr>
                                        <p:cTn id="44" dur="1" fill="hold">
                                          <p:stCondLst>
                                            <p:cond delay="0"/>
                                          </p:stCondLst>
                                        </p:cTn>
                                        <p:tgtEl>
                                          <p:spTgt spid="30">
                                            <p:txEl>
                                              <p:pRg st="2" end="2"/>
                                            </p:txEl>
                                          </p:spTgt>
                                        </p:tgtEl>
                                        <p:attrNameLst>
                                          <p:attrName>style.visibility</p:attrName>
                                        </p:attrNameLst>
                                      </p:cBhvr>
                                      <p:to>
                                        <p:strVal val="visible"/>
                                      </p:to>
                                    </p:set>
                                    <p:animEffect transition="in" filter="fade">
                                      <p:cBhvr>
                                        <p:cTn id="45" dur="225"/>
                                        <p:tgtEl>
                                          <p:spTgt spid="30">
                                            <p:txEl>
                                              <p:pRg st="2" end="2"/>
                                            </p:txEl>
                                          </p:spTgt>
                                        </p:tgtEl>
                                      </p:cBhvr>
                                    </p:animEffect>
                                  </p:childTnLst>
                                </p:cTn>
                              </p:par>
                              <p:par>
                                <p:cTn id="46" presetID="10" presetClass="entr" presetSubtype="0" grpId="0" fill="hold" nodeType="withEffect">
                                  <p:stCondLst>
                                    <p:cond delay="756"/>
                                  </p:stCondLst>
                                  <p:childTnLst>
                                    <p:set>
                                      <p:cBhvr>
                                        <p:cTn id="47" dur="1" fill="hold">
                                          <p:stCondLst>
                                            <p:cond delay="0"/>
                                          </p:stCondLst>
                                        </p:cTn>
                                        <p:tgtEl>
                                          <p:spTgt spid="30">
                                            <p:txEl>
                                              <p:pRg st="3" end="3"/>
                                            </p:txEl>
                                          </p:spTgt>
                                        </p:tgtEl>
                                        <p:attrNameLst>
                                          <p:attrName>style.visibility</p:attrName>
                                        </p:attrNameLst>
                                      </p:cBhvr>
                                      <p:to>
                                        <p:strVal val="visible"/>
                                      </p:to>
                                    </p:set>
                                    <p:animEffect transition="in" filter="fade">
                                      <p:cBhvr>
                                        <p:cTn id="48" dur="225"/>
                                        <p:tgtEl>
                                          <p:spTgt spid="30">
                                            <p:txEl>
                                              <p:pRg st="3" end="3"/>
                                            </p:txEl>
                                          </p:spTgt>
                                        </p:tgtEl>
                                      </p:cBhvr>
                                    </p:animEffect>
                                  </p:childTnLst>
                                </p:cTn>
                              </p:par>
                              <p:par>
                                <p:cTn id="49" presetID="10" presetClass="entr" presetSubtype="0" fill="hold" nodeType="withEffect">
                                  <p:stCondLst>
                                    <p:cond delay="265"/>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225"/>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175"/>
                                        <p:tgtEl>
                                          <p:spTgt spid="28"/>
                                        </p:tgtEl>
                                      </p:cBhvr>
                                    </p:animEffect>
                                    <p:set>
                                      <p:cBhvr>
                                        <p:cTn id="56" dur="1" fill="hold">
                                          <p:stCondLst>
                                            <p:cond delay="174"/>
                                          </p:stCondLst>
                                        </p:cTn>
                                        <p:tgtEl>
                                          <p:spTgt spid="28"/>
                                        </p:tgtEl>
                                        <p:attrNameLst>
                                          <p:attrName>style.visibility</p:attrName>
                                        </p:attrNameLst>
                                      </p:cBhvr>
                                      <p:to>
                                        <p:strVal val="hidden"/>
                                      </p:to>
                                    </p:set>
                                  </p:childTnLst>
                                </p:cTn>
                              </p:par>
                              <p:par>
                                <p:cTn id="57" presetID="10" presetClass="exit" presetSubtype="0" grpId="0" fill="hold" nodeType="withEffect">
                                  <p:stCondLst>
                                    <p:cond delay="0"/>
                                  </p:stCondLst>
                                  <p:childTnLst>
                                    <p:animEffect transition="out" filter="fade">
                                      <p:cBhvr>
                                        <p:cTn id="58" dur="175"/>
                                        <p:tgtEl>
                                          <p:spTgt spid="30">
                                            <p:txEl>
                                              <p:pRg st="0" end="0"/>
                                            </p:txEl>
                                          </p:spTgt>
                                        </p:tgtEl>
                                      </p:cBhvr>
                                    </p:animEffect>
                                    <p:set>
                                      <p:cBhvr>
                                        <p:cTn id="59" dur="1" fill="hold">
                                          <p:stCondLst>
                                            <p:cond delay="174"/>
                                          </p:stCondLst>
                                        </p:cTn>
                                        <p:tgtEl>
                                          <p:spTgt spid="30">
                                            <p:txEl>
                                              <p:pRg st="0" end="0"/>
                                            </p:txEl>
                                          </p:spTgt>
                                        </p:tgtEl>
                                        <p:attrNameLst>
                                          <p:attrName>style.visibility</p:attrName>
                                        </p:attrNameLst>
                                      </p:cBhvr>
                                      <p:to>
                                        <p:strVal val="hidden"/>
                                      </p:to>
                                    </p:set>
                                  </p:childTnLst>
                                </p:cTn>
                              </p:par>
                              <p:par>
                                <p:cTn id="60" presetID="10" presetClass="exit" presetSubtype="0" grpId="0" fill="hold" nodeType="withEffect">
                                  <p:stCondLst>
                                    <p:cond delay="0"/>
                                  </p:stCondLst>
                                  <p:childTnLst>
                                    <p:animEffect transition="out" filter="fade">
                                      <p:cBhvr>
                                        <p:cTn id="61" dur="175"/>
                                        <p:tgtEl>
                                          <p:spTgt spid="30">
                                            <p:txEl>
                                              <p:pRg st="1" end="1"/>
                                            </p:txEl>
                                          </p:spTgt>
                                        </p:tgtEl>
                                      </p:cBhvr>
                                    </p:animEffect>
                                    <p:set>
                                      <p:cBhvr>
                                        <p:cTn id="62" dur="1" fill="hold">
                                          <p:stCondLst>
                                            <p:cond delay="174"/>
                                          </p:stCondLst>
                                        </p:cTn>
                                        <p:tgtEl>
                                          <p:spTgt spid="30">
                                            <p:txEl>
                                              <p:pRg st="1" end="1"/>
                                            </p:txEl>
                                          </p:spTgt>
                                        </p:tgtEl>
                                        <p:attrNameLst>
                                          <p:attrName>style.visibility</p:attrName>
                                        </p:attrNameLst>
                                      </p:cBhvr>
                                      <p:to>
                                        <p:strVal val="hidden"/>
                                      </p:to>
                                    </p:set>
                                  </p:childTnLst>
                                </p:cTn>
                              </p:par>
                              <p:par>
                                <p:cTn id="63" presetID="10" presetClass="exit" presetSubtype="0" grpId="0" fill="hold" nodeType="withEffect">
                                  <p:stCondLst>
                                    <p:cond delay="0"/>
                                  </p:stCondLst>
                                  <p:childTnLst>
                                    <p:animEffect transition="out" filter="fade">
                                      <p:cBhvr>
                                        <p:cTn id="64" dur="175"/>
                                        <p:tgtEl>
                                          <p:spTgt spid="30">
                                            <p:txEl>
                                              <p:pRg st="2" end="2"/>
                                            </p:txEl>
                                          </p:spTgt>
                                        </p:tgtEl>
                                      </p:cBhvr>
                                    </p:animEffect>
                                    <p:set>
                                      <p:cBhvr>
                                        <p:cTn id="65" dur="1" fill="hold">
                                          <p:stCondLst>
                                            <p:cond delay="174"/>
                                          </p:stCondLst>
                                        </p:cTn>
                                        <p:tgtEl>
                                          <p:spTgt spid="30">
                                            <p:txEl>
                                              <p:pRg st="2" end="2"/>
                                            </p:txEl>
                                          </p:spTgt>
                                        </p:tgtEl>
                                        <p:attrNameLst>
                                          <p:attrName>style.visibility</p:attrName>
                                        </p:attrNameLst>
                                      </p:cBhvr>
                                      <p:to>
                                        <p:strVal val="hidden"/>
                                      </p:to>
                                    </p:set>
                                  </p:childTnLst>
                                </p:cTn>
                              </p:par>
                              <p:par>
                                <p:cTn id="66" presetID="10" presetClass="exit" presetSubtype="0" grpId="0" fill="hold" nodeType="withEffect">
                                  <p:stCondLst>
                                    <p:cond delay="0"/>
                                  </p:stCondLst>
                                  <p:childTnLst>
                                    <p:animEffect transition="out" filter="fade">
                                      <p:cBhvr>
                                        <p:cTn id="67" dur="175"/>
                                        <p:tgtEl>
                                          <p:spTgt spid="30">
                                            <p:txEl>
                                              <p:pRg st="3" end="3"/>
                                            </p:txEl>
                                          </p:spTgt>
                                        </p:tgtEl>
                                      </p:cBhvr>
                                    </p:animEffect>
                                    <p:set>
                                      <p:cBhvr>
                                        <p:cTn id="68" dur="1" fill="hold">
                                          <p:stCondLst>
                                            <p:cond delay="174"/>
                                          </p:stCondLst>
                                        </p:cTn>
                                        <p:tgtEl>
                                          <p:spTgt spid="30">
                                            <p:txEl>
                                              <p:pRg st="3" end="3"/>
                                            </p:txEl>
                                          </p:spTgt>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175"/>
                                        <p:tgtEl>
                                          <p:spTgt spid="34"/>
                                        </p:tgtEl>
                                      </p:cBhvr>
                                    </p:animEffect>
                                    <p:set>
                                      <p:cBhvr>
                                        <p:cTn id="71" dur="1" fill="hold">
                                          <p:stCondLst>
                                            <p:cond delay="174"/>
                                          </p:stCondLst>
                                        </p:cTn>
                                        <p:tgtEl>
                                          <p:spTgt spid="34"/>
                                        </p:tgtEl>
                                        <p:attrNameLst>
                                          <p:attrName>style.visibility</p:attrName>
                                        </p:attrNameLst>
                                      </p:cBhvr>
                                      <p:to>
                                        <p:strVal val="hidden"/>
                                      </p:to>
                                    </p:set>
                                  </p:childTnLst>
                                </p:cTn>
                              </p:par>
                              <p:par>
                                <p:cTn id="72" presetID="0" presetClass="path" presetSubtype="0" accel="50000" decel="50000" fill="hold" nodeType="withEffect">
                                  <p:stCondLst>
                                    <p:cond delay="0"/>
                                  </p:stCondLst>
                                  <p:childTnLst>
                                    <p:animMotion origin="layout" path="M 0 0 L 0.55024 -0.22667 E" pathEditMode="relative" rAng="0" ptsTypes="AA">
                                      <p:cBhvr>
                                        <p:cTn id="73" dur="375" fill="hold"/>
                                        <p:tgtEl>
                                          <p:spTgt spid="29"/>
                                        </p:tgtEl>
                                        <p:attrNameLst>
                                          <p:attrName>ppt_x</p:attrName>
                                          <p:attrName>ppt_y</p:attrName>
                                        </p:attrNameLst>
                                      </p:cBhvr>
                                      <p:rCtr x="27511" y="-11333"/>
                                    </p:animMotion>
                                  </p:childTnLst>
                                </p:cTn>
                              </p:par>
                              <p:par>
                                <p:cTn id="74" presetID="6" presetClass="emph" presetSubtype="0" accel="50000" decel="50000" fill="hold" nodeType="withEffect">
                                  <p:stCondLst>
                                    <p:cond delay="0"/>
                                  </p:stCondLst>
                                  <p:childTnLst>
                                    <p:animScale>
                                      <p:cBhvr>
                                        <p:cTn id="75" dur="375" fill="hold"/>
                                        <p:tgtEl>
                                          <p:spTgt spid="29"/>
                                        </p:tgtEl>
                                      </p:cBhvr>
                                      <p:by x="26179" y="26179"/>
                                    </p:animScale>
                                  </p:childTnLst>
                                </p:cTn>
                              </p:par>
                              <p:par>
                                <p:cTn id="76" presetID="10" presetClass="entr" presetSubtype="0" fill="hold" nodeType="withEffect">
                                  <p:stCondLst>
                                    <p:cond delay="225"/>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225"/>
                                        <p:tgtEl>
                                          <p:spTgt spid="35"/>
                                        </p:tgtEl>
                                      </p:cBhvr>
                                    </p:animEffect>
                                  </p:childTnLst>
                                </p:cTn>
                              </p:par>
                              <p:par>
                                <p:cTn id="79" presetID="53" presetClass="entr" presetSubtype="16" fill="hold" nodeType="withEffect">
                                  <p:stCondLst>
                                    <p:cond delay="260"/>
                                  </p:stCondLst>
                                  <p:childTnLst>
                                    <p:set>
                                      <p:cBhvr>
                                        <p:cTn id="80" dur="1" fill="hold">
                                          <p:stCondLst>
                                            <p:cond delay="0"/>
                                          </p:stCondLst>
                                        </p:cTn>
                                        <p:tgtEl>
                                          <p:spTgt spid="36"/>
                                        </p:tgtEl>
                                        <p:attrNameLst>
                                          <p:attrName>style.visibility</p:attrName>
                                        </p:attrNameLst>
                                      </p:cBhvr>
                                      <p:to>
                                        <p:strVal val="visible"/>
                                      </p:to>
                                    </p:set>
                                    <p:anim calcmode="lin" valueType="num">
                                      <p:cBhvr>
                                        <p:cTn id="81" dur="300" fill="hold"/>
                                        <p:tgtEl>
                                          <p:spTgt spid="36"/>
                                        </p:tgtEl>
                                        <p:attrNameLst>
                                          <p:attrName>ppt_w</p:attrName>
                                        </p:attrNameLst>
                                      </p:cBhvr>
                                      <p:tavLst>
                                        <p:tav tm="0">
                                          <p:val>
                                            <p:fltVal val="0"/>
                                          </p:val>
                                        </p:tav>
                                        <p:tav tm="100000">
                                          <p:val>
                                            <p:strVal val="#ppt_w"/>
                                          </p:val>
                                        </p:tav>
                                      </p:tavLst>
                                    </p:anim>
                                    <p:anim calcmode="lin" valueType="num">
                                      <p:cBhvr>
                                        <p:cTn id="82" dur="300" fill="hold"/>
                                        <p:tgtEl>
                                          <p:spTgt spid="36"/>
                                        </p:tgtEl>
                                        <p:attrNameLst>
                                          <p:attrName>ppt_h</p:attrName>
                                        </p:attrNameLst>
                                      </p:cBhvr>
                                      <p:tavLst>
                                        <p:tav tm="0">
                                          <p:val>
                                            <p:fltVal val="0"/>
                                          </p:val>
                                        </p:tav>
                                        <p:tav tm="100000">
                                          <p:val>
                                            <p:strVal val="#ppt_h"/>
                                          </p:val>
                                        </p:tav>
                                      </p:tavLst>
                                    </p:anim>
                                    <p:animEffect transition="in" filter="fade">
                                      <p:cBhvr>
                                        <p:cTn id="83" dur="300"/>
                                        <p:tgtEl>
                                          <p:spTgt spid="36"/>
                                        </p:tgtEl>
                                      </p:cBhvr>
                                    </p:animEffect>
                                  </p:childTnLst>
                                </p:cTn>
                              </p:par>
                              <p:par>
                                <p:cTn id="84" presetID="10" presetClass="entr" presetSubtype="0" grpId="0" fill="hold" nodeType="withEffect">
                                  <p:stCondLst>
                                    <p:cond delay="295"/>
                                  </p:stCondLst>
                                  <p:childTnLst>
                                    <p:set>
                                      <p:cBhvr>
                                        <p:cTn id="85" dur="1" fill="hold">
                                          <p:stCondLst>
                                            <p:cond delay="0"/>
                                          </p:stCondLst>
                                        </p:cTn>
                                        <p:tgtEl>
                                          <p:spTgt spid="37">
                                            <p:txEl>
                                              <p:pRg st="0" end="0"/>
                                            </p:txEl>
                                          </p:spTgt>
                                        </p:tgtEl>
                                        <p:attrNameLst>
                                          <p:attrName>style.visibility</p:attrName>
                                        </p:attrNameLst>
                                      </p:cBhvr>
                                      <p:to>
                                        <p:strVal val="visible"/>
                                      </p:to>
                                    </p:set>
                                    <p:animEffect transition="in" filter="fade">
                                      <p:cBhvr>
                                        <p:cTn id="86" dur="225"/>
                                        <p:tgtEl>
                                          <p:spTgt spid="37">
                                            <p:txEl>
                                              <p:pRg st="0" end="0"/>
                                            </p:txEl>
                                          </p:spTgt>
                                        </p:tgtEl>
                                      </p:cBhvr>
                                    </p:animEffect>
                                  </p:childTnLst>
                                </p:cTn>
                              </p:par>
                              <p:par>
                                <p:cTn id="87" presetID="10" presetClass="entr" presetSubtype="0" grpId="0" fill="hold" nodeType="withEffect">
                                  <p:stCondLst>
                                    <p:cond delay="485"/>
                                  </p:stCondLst>
                                  <p:childTnLst>
                                    <p:set>
                                      <p:cBhvr>
                                        <p:cTn id="88" dur="1" fill="hold">
                                          <p:stCondLst>
                                            <p:cond delay="0"/>
                                          </p:stCondLst>
                                        </p:cTn>
                                        <p:tgtEl>
                                          <p:spTgt spid="37">
                                            <p:txEl>
                                              <p:pRg st="1" end="1"/>
                                            </p:txEl>
                                          </p:spTgt>
                                        </p:tgtEl>
                                        <p:attrNameLst>
                                          <p:attrName>style.visibility</p:attrName>
                                        </p:attrNameLst>
                                      </p:cBhvr>
                                      <p:to>
                                        <p:strVal val="visible"/>
                                      </p:to>
                                    </p:set>
                                    <p:animEffect transition="in" filter="fade">
                                      <p:cBhvr>
                                        <p:cTn id="89" dur="225"/>
                                        <p:tgtEl>
                                          <p:spTgt spid="37">
                                            <p:txEl>
                                              <p:pRg st="1" end="1"/>
                                            </p:txEl>
                                          </p:spTgt>
                                        </p:tgtEl>
                                      </p:cBhvr>
                                    </p:animEffect>
                                  </p:childTnLst>
                                </p:cTn>
                              </p:par>
                              <p:par>
                                <p:cTn id="90" presetID="10" presetClass="entr" presetSubtype="0" grpId="0" fill="hold" nodeType="withEffect">
                                  <p:stCondLst>
                                    <p:cond delay="675"/>
                                  </p:stCondLst>
                                  <p:childTnLst>
                                    <p:set>
                                      <p:cBhvr>
                                        <p:cTn id="91" dur="1" fill="hold">
                                          <p:stCondLst>
                                            <p:cond delay="0"/>
                                          </p:stCondLst>
                                        </p:cTn>
                                        <p:tgtEl>
                                          <p:spTgt spid="37">
                                            <p:txEl>
                                              <p:pRg st="2" end="2"/>
                                            </p:txEl>
                                          </p:spTgt>
                                        </p:tgtEl>
                                        <p:attrNameLst>
                                          <p:attrName>style.visibility</p:attrName>
                                        </p:attrNameLst>
                                      </p:cBhvr>
                                      <p:to>
                                        <p:strVal val="visible"/>
                                      </p:to>
                                    </p:set>
                                    <p:animEffect transition="in" filter="fade">
                                      <p:cBhvr>
                                        <p:cTn id="92" dur="225"/>
                                        <p:tgtEl>
                                          <p:spTgt spid="37">
                                            <p:txEl>
                                              <p:pRg st="2" end="2"/>
                                            </p:txEl>
                                          </p:spTgt>
                                        </p:tgtEl>
                                      </p:cBhvr>
                                    </p:animEffect>
                                  </p:childTnLst>
                                </p:cTn>
                              </p:par>
                              <p:par>
                                <p:cTn id="93" presetID="10" presetClass="entr" presetSubtype="0" fill="hold" nodeType="withEffect">
                                  <p:stCondLst>
                                    <p:cond delay="29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225"/>
                                        <p:tgtEl>
                                          <p:spTgt spid="3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xit" presetSubtype="0" fill="hold" nodeType="clickEffect">
                                  <p:stCondLst>
                                    <p:cond delay="0"/>
                                  </p:stCondLst>
                                  <p:childTnLst>
                                    <p:animEffect transition="out" filter="fade">
                                      <p:cBhvr>
                                        <p:cTn id="99" dur="175"/>
                                        <p:tgtEl>
                                          <p:spTgt spid="35"/>
                                        </p:tgtEl>
                                      </p:cBhvr>
                                    </p:animEffect>
                                    <p:set>
                                      <p:cBhvr>
                                        <p:cTn id="100" dur="1" fill="hold">
                                          <p:stCondLst>
                                            <p:cond delay="174"/>
                                          </p:stCondLst>
                                        </p:cTn>
                                        <p:tgtEl>
                                          <p:spTgt spid="35"/>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175"/>
                                        <p:tgtEl>
                                          <p:spTgt spid="37">
                                            <p:txEl>
                                              <p:pRg st="0" end="0"/>
                                            </p:txEl>
                                          </p:spTgt>
                                        </p:tgtEl>
                                      </p:cBhvr>
                                    </p:animEffect>
                                    <p:set>
                                      <p:cBhvr>
                                        <p:cTn id="103" dur="1" fill="hold">
                                          <p:stCondLst>
                                            <p:cond delay="174"/>
                                          </p:stCondLst>
                                        </p:cTn>
                                        <p:tgtEl>
                                          <p:spTgt spid="37">
                                            <p:txEl>
                                              <p:pRg st="0" end="0"/>
                                            </p:txEl>
                                          </p:spTgt>
                                        </p:tgtEl>
                                        <p:attrNameLst>
                                          <p:attrName>style.visibility</p:attrName>
                                        </p:attrNameLst>
                                      </p:cBhvr>
                                      <p:to>
                                        <p:strVal val="hidden"/>
                                      </p:to>
                                    </p:set>
                                  </p:childTnLst>
                                </p:cTn>
                              </p:par>
                              <p:par>
                                <p:cTn id="104" presetID="10" presetClass="exit" presetSubtype="0" grpId="0" fill="hold" nodeType="withEffect">
                                  <p:stCondLst>
                                    <p:cond delay="0"/>
                                  </p:stCondLst>
                                  <p:childTnLst>
                                    <p:animEffect transition="out" filter="fade">
                                      <p:cBhvr>
                                        <p:cTn id="105" dur="175"/>
                                        <p:tgtEl>
                                          <p:spTgt spid="37">
                                            <p:txEl>
                                              <p:pRg st="1" end="1"/>
                                            </p:txEl>
                                          </p:spTgt>
                                        </p:tgtEl>
                                      </p:cBhvr>
                                    </p:animEffect>
                                    <p:set>
                                      <p:cBhvr>
                                        <p:cTn id="106" dur="1" fill="hold">
                                          <p:stCondLst>
                                            <p:cond delay="174"/>
                                          </p:stCondLst>
                                        </p:cTn>
                                        <p:tgtEl>
                                          <p:spTgt spid="37">
                                            <p:txEl>
                                              <p:pRg st="1" end="1"/>
                                            </p:txEl>
                                          </p:spTgt>
                                        </p:tgtEl>
                                        <p:attrNameLst>
                                          <p:attrName>style.visibility</p:attrName>
                                        </p:attrNameLst>
                                      </p:cBhvr>
                                      <p:to>
                                        <p:strVal val="hidden"/>
                                      </p:to>
                                    </p:set>
                                  </p:childTnLst>
                                </p:cTn>
                              </p:par>
                              <p:par>
                                <p:cTn id="107" presetID="10" presetClass="exit" presetSubtype="0" grpId="0" fill="hold" nodeType="withEffect">
                                  <p:stCondLst>
                                    <p:cond delay="0"/>
                                  </p:stCondLst>
                                  <p:childTnLst>
                                    <p:animEffect transition="out" filter="fade">
                                      <p:cBhvr>
                                        <p:cTn id="108" dur="175"/>
                                        <p:tgtEl>
                                          <p:spTgt spid="37">
                                            <p:txEl>
                                              <p:pRg st="2" end="2"/>
                                            </p:txEl>
                                          </p:spTgt>
                                        </p:tgtEl>
                                      </p:cBhvr>
                                    </p:animEffect>
                                    <p:set>
                                      <p:cBhvr>
                                        <p:cTn id="109" dur="1" fill="hold">
                                          <p:stCondLst>
                                            <p:cond delay="174"/>
                                          </p:stCondLst>
                                        </p:cTn>
                                        <p:tgtEl>
                                          <p:spTgt spid="37">
                                            <p:txEl>
                                              <p:pRg st="2" end="2"/>
                                            </p:txEl>
                                          </p:spTgt>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175"/>
                                        <p:tgtEl>
                                          <p:spTgt spid="38"/>
                                        </p:tgtEl>
                                      </p:cBhvr>
                                    </p:animEffect>
                                    <p:set>
                                      <p:cBhvr>
                                        <p:cTn id="112" dur="1" fill="hold">
                                          <p:stCondLst>
                                            <p:cond delay="174"/>
                                          </p:stCondLst>
                                        </p:cTn>
                                        <p:tgtEl>
                                          <p:spTgt spid="38"/>
                                        </p:tgtEl>
                                        <p:attrNameLst>
                                          <p:attrName>style.visibility</p:attrName>
                                        </p:attrNameLst>
                                      </p:cBhvr>
                                      <p:to>
                                        <p:strVal val="hidden"/>
                                      </p:to>
                                    </p:set>
                                  </p:childTnLst>
                                </p:cTn>
                              </p:par>
                              <p:par>
                                <p:cTn id="113" presetID="0" presetClass="path" presetSubtype="0" accel="50000" decel="50000" fill="hold" nodeType="withEffect">
                                  <p:stCondLst>
                                    <p:cond delay="0"/>
                                  </p:stCondLst>
                                  <p:childTnLst>
                                    <p:animMotion origin="layout" path="M 0 0 L 0.61967 -0.06220 E" pathEditMode="relative" rAng="0" ptsTypes="AA">
                                      <p:cBhvr>
                                        <p:cTn id="114" dur="375" fill="hold"/>
                                        <p:tgtEl>
                                          <p:spTgt spid="36"/>
                                        </p:tgtEl>
                                        <p:attrNameLst>
                                          <p:attrName>ppt_x</p:attrName>
                                          <p:attrName>ppt_y</p:attrName>
                                        </p:attrNameLst>
                                      </p:cBhvr>
                                      <p:rCtr x="30983" y="-3110"/>
                                    </p:animMotion>
                                  </p:childTnLst>
                                </p:cTn>
                              </p:par>
                              <p:par>
                                <p:cTn id="115" presetID="6" presetClass="emph" presetSubtype="0" accel="50000" decel="50000" fill="hold" nodeType="withEffect">
                                  <p:stCondLst>
                                    <p:cond delay="0"/>
                                  </p:stCondLst>
                                  <p:childTnLst>
                                    <p:animScale>
                                      <p:cBhvr>
                                        <p:cTn id="116" dur="375" fill="hold"/>
                                        <p:tgtEl>
                                          <p:spTgt spid="36"/>
                                        </p:tgtEl>
                                      </p:cBhvr>
                                      <p:by x="27589" y="27589"/>
                                    </p:animScale>
                                  </p:childTnLst>
                                </p:cTn>
                              </p:par>
                              <p:par>
                                <p:cTn id="117" presetID="10" presetClass="entr" presetSubtype="0" fill="hold" nodeType="withEffect">
                                  <p:stCondLst>
                                    <p:cond delay="225"/>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225"/>
                                        <p:tgtEl>
                                          <p:spTgt spid="39"/>
                                        </p:tgtEl>
                                      </p:cBhvr>
                                    </p:animEffect>
                                  </p:childTnLst>
                                </p:cTn>
                              </p:par>
                              <p:par>
                                <p:cTn id="120" presetID="53" presetClass="entr" presetSubtype="16" fill="hold" nodeType="withEffect">
                                  <p:stCondLst>
                                    <p:cond delay="260"/>
                                  </p:stCondLst>
                                  <p:childTnLst>
                                    <p:set>
                                      <p:cBhvr>
                                        <p:cTn id="121" dur="1" fill="hold">
                                          <p:stCondLst>
                                            <p:cond delay="0"/>
                                          </p:stCondLst>
                                        </p:cTn>
                                        <p:tgtEl>
                                          <p:spTgt spid="40"/>
                                        </p:tgtEl>
                                        <p:attrNameLst>
                                          <p:attrName>style.visibility</p:attrName>
                                        </p:attrNameLst>
                                      </p:cBhvr>
                                      <p:to>
                                        <p:strVal val="visible"/>
                                      </p:to>
                                    </p:set>
                                    <p:anim calcmode="lin" valueType="num">
                                      <p:cBhvr>
                                        <p:cTn id="122" dur="300" fill="hold"/>
                                        <p:tgtEl>
                                          <p:spTgt spid="40"/>
                                        </p:tgtEl>
                                        <p:attrNameLst>
                                          <p:attrName>ppt_w</p:attrName>
                                        </p:attrNameLst>
                                      </p:cBhvr>
                                      <p:tavLst>
                                        <p:tav tm="0">
                                          <p:val>
                                            <p:fltVal val="0"/>
                                          </p:val>
                                        </p:tav>
                                        <p:tav tm="100000">
                                          <p:val>
                                            <p:strVal val="#ppt_w"/>
                                          </p:val>
                                        </p:tav>
                                      </p:tavLst>
                                    </p:anim>
                                    <p:anim calcmode="lin" valueType="num">
                                      <p:cBhvr>
                                        <p:cTn id="123" dur="300" fill="hold"/>
                                        <p:tgtEl>
                                          <p:spTgt spid="40"/>
                                        </p:tgtEl>
                                        <p:attrNameLst>
                                          <p:attrName>ppt_h</p:attrName>
                                        </p:attrNameLst>
                                      </p:cBhvr>
                                      <p:tavLst>
                                        <p:tav tm="0">
                                          <p:val>
                                            <p:fltVal val="0"/>
                                          </p:val>
                                        </p:tav>
                                        <p:tav tm="100000">
                                          <p:val>
                                            <p:strVal val="#ppt_h"/>
                                          </p:val>
                                        </p:tav>
                                      </p:tavLst>
                                    </p:anim>
                                    <p:animEffect transition="in" filter="fade">
                                      <p:cBhvr>
                                        <p:cTn id="124" dur="300"/>
                                        <p:tgtEl>
                                          <p:spTgt spid="40"/>
                                        </p:tgtEl>
                                      </p:cBhvr>
                                    </p:animEffect>
                                  </p:childTnLst>
                                </p:cTn>
                              </p:par>
                              <p:par>
                                <p:cTn id="125" presetID="10" presetClass="entr" presetSubtype="0" grpId="0" fill="hold" nodeType="withEffect">
                                  <p:stCondLst>
                                    <p:cond delay="295"/>
                                  </p:stCondLst>
                                  <p:childTnLst>
                                    <p:set>
                                      <p:cBhvr>
                                        <p:cTn id="126" dur="1" fill="hold">
                                          <p:stCondLst>
                                            <p:cond delay="0"/>
                                          </p:stCondLst>
                                        </p:cTn>
                                        <p:tgtEl>
                                          <p:spTgt spid="41">
                                            <p:txEl>
                                              <p:pRg st="0" end="0"/>
                                            </p:txEl>
                                          </p:spTgt>
                                        </p:tgtEl>
                                        <p:attrNameLst>
                                          <p:attrName>style.visibility</p:attrName>
                                        </p:attrNameLst>
                                      </p:cBhvr>
                                      <p:to>
                                        <p:strVal val="visible"/>
                                      </p:to>
                                    </p:set>
                                    <p:animEffect transition="in" filter="fade">
                                      <p:cBhvr>
                                        <p:cTn id="127" dur="225"/>
                                        <p:tgtEl>
                                          <p:spTgt spid="41">
                                            <p:txEl>
                                              <p:pRg st="0" end="0"/>
                                            </p:txEl>
                                          </p:spTgt>
                                        </p:tgtEl>
                                      </p:cBhvr>
                                    </p:animEffect>
                                  </p:childTnLst>
                                </p:cTn>
                              </p:par>
                              <p:par>
                                <p:cTn id="128" presetID="10" presetClass="entr" presetSubtype="0" grpId="0" fill="hold" nodeType="withEffect">
                                  <p:stCondLst>
                                    <p:cond delay="457"/>
                                  </p:stCondLst>
                                  <p:childTnLst>
                                    <p:set>
                                      <p:cBhvr>
                                        <p:cTn id="129" dur="1" fill="hold">
                                          <p:stCondLst>
                                            <p:cond delay="0"/>
                                          </p:stCondLst>
                                        </p:cTn>
                                        <p:tgtEl>
                                          <p:spTgt spid="41">
                                            <p:txEl>
                                              <p:pRg st="1" end="1"/>
                                            </p:txEl>
                                          </p:spTgt>
                                        </p:tgtEl>
                                        <p:attrNameLst>
                                          <p:attrName>style.visibility</p:attrName>
                                        </p:attrNameLst>
                                      </p:cBhvr>
                                      <p:to>
                                        <p:strVal val="visible"/>
                                      </p:to>
                                    </p:set>
                                    <p:animEffect transition="in" filter="fade">
                                      <p:cBhvr>
                                        <p:cTn id="130" dur="225"/>
                                        <p:tgtEl>
                                          <p:spTgt spid="41">
                                            <p:txEl>
                                              <p:pRg st="1" end="1"/>
                                            </p:txEl>
                                          </p:spTgt>
                                        </p:tgtEl>
                                      </p:cBhvr>
                                    </p:animEffect>
                                  </p:childTnLst>
                                </p:cTn>
                              </p:par>
                              <p:par>
                                <p:cTn id="131" presetID="10" presetClass="entr" presetSubtype="0" grpId="0" fill="hold" nodeType="withEffect">
                                  <p:stCondLst>
                                    <p:cond delay="619"/>
                                  </p:stCondLst>
                                  <p:childTnLst>
                                    <p:set>
                                      <p:cBhvr>
                                        <p:cTn id="132" dur="1" fill="hold">
                                          <p:stCondLst>
                                            <p:cond delay="0"/>
                                          </p:stCondLst>
                                        </p:cTn>
                                        <p:tgtEl>
                                          <p:spTgt spid="41">
                                            <p:txEl>
                                              <p:pRg st="2" end="2"/>
                                            </p:txEl>
                                          </p:spTgt>
                                        </p:tgtEl>
                                        <p:attrNameLst>
                                          <p:attrName>style.visibility</p:attrName>
                                        </p:attrNameLst>
                                      </p:cBhvr>
                                      <p:to>
                                        <p:strVal val="visible"/>
                                      </p:to>
                                    </p:set>
                                    <p:animEffect transition="in" filter="fade">
                                      <p:cBhvr>
                                        <p:cTn id="133" dur="225"/>
                                        <p:tgtEl>
                                          <p:spTgt spid="41">
                                            <p:txEl>
                                              <p:pRg st="2" end="2"/>
                                            </p:txEl>
                                          </p:spTgt>
                                        </p:tgtEl>
                                      </p:cBhvr>
                                    </p:animEffect>
                                  </p:childTnLst>
                                </p:cTn>
                              </p:par>
                              <p:par>
                                <p:cTn id="134" presetID="10" presetClass="entr" presetSubtype="0" grpId="0" fill="hold" nodeType="withEffect">
                                  <p:stCondLst>
                                    <p:cond delay="781"/>
                                  </p:stCondLst>
                                  <p:childTnLst>
                                    <p:set>
                                      <p:cBhvr>
                                        <p:cTn id="135" dur="1" fill="hold">
                                          <p:stCondLst>
                                            <p:cond delay="0"/>
                                          </p:stCondLst>
                                        </p:cTn>
                                        <p:tgtEl>
                                          <p:spTgt spid="41">
                                            <p:txEl>
                                              <p:pRg st="3" end="3"/>
                                            </p:txEl>
                                          </p:spTgt>
                                        </p:tgtEl>
                                        <p:attrNameLst>
                                          <p:attrName>style.visibility</p:attrName>
                                        </p:attrNameLst>
                                      </p:cBhvr>
                                      <p:to>
                                        <p:strVal val="visible"/>
                                      </p:to>
                                    </p:set>
                                    <p:animEffect transition="in" filter="fade">
                                      <p:cBhvr>
                                        <p:cTn id="136" dur="225"/>
                                        <p:tgtEl>
                                          <p:spTgt spid="41">
                                            <p:txEl>
                                              <p:pRg st="3" end="3"/>
                                            </p:txEl>
                                          </p:spTgt>
                                        </p:tgtEl>
                                      </p:cBhvr>
                                    </p:animEffect>
                                  </p:childTnLst>
                                </p:cTn>
                              </p:par>
                              <p:par>
                                <p:cTn id="137" presetID="10" presetClass="entr" presetSubtype="0" fill="hold" nodeType="withEffect">
                                  <p:stCondLst>
                                    <p:cond delay="29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9" dur="225"/>
                                        <p:tgtEl>
                                          <p:spTgt spid="42"/>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xit" presetSubtype="0" fill="hold" nodeType="clickEffect">
                                  <p:stCondLst>
                                    <p:cond delay="0"/>
                                  </p:stCondLst>
                                  <p:childTnLst>
                                    <p:animEffect transition="out" filter="fade">
                                      <p:cBhvr>
                                        <p:cTn id="143" dur="175"/>
                                        <p:tgtEl>
                                          <p:spTgt spid="39"/>
                                        </p:tgtEl>
                                      </p:cBhvr>
                                    </p:animEffect>
                                    <p:set>
                                      <p:cBhvr>
                                        <p:cTn id="144" dur="1" fill="hold">
                                          <p:stCondLst>
                                            <p:cond delay="174"/>
                                          </p:stCondLst>
                                        </p:cTn>
                                        <p:tgtEl>
                                          <p:spTgt spid="39"/>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175"/>
                                        <p:tgtEl>
                                          <p:spTgt spid="41">
                                            <p:txEl>
                                              <p:pRg st="0" end="0"/>
                                            </p:txEl>
                                          </p:spTgt>
                                        </p:tgtEl>
                                      </p:cBhvr>
                                    </p:animEffect>
                                    <p:set>
                                      <p:cBhvr>
                                        <p:cTn id="147" dur="1" fill="hold">
                                          <p:stCondLst>
                                            <p:cond delay="174"/>
                                          </p:stCondLst>
                                        </p:cTn>
                                        <p:tgtEl>
                                          <p:spTgt spid="41">
                                            <p:txEl>
                                              <p:pRg st="0" end="0"/>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175"/>
                                        <p:tgtEl>
                                          <p:spTgt spid="41">
                                            <p:txEl>
                                              <p:pRg st="1" end="1"/>
                                            </p:txEl>
                                          </p:spTgt>
                                        </p:tgtEl>
                                      </p:cBhvr>
                                    </p:animEffect>
                                    <p:set>
                                      <p:cBhvr>
                                        <p:cTn id="150" dur="1" fill="hold">
                                          <p:stCondLst>
                                            <p:cond delay="174"/>
                                          </p:stCondLst>
                                        </p:cTn>
                                        <p:tgtEl>
                                          <p:spTgt spid="41">
                                            <p:txEl>
                                              <p:pRg st="1" end="1"/>
                                            </p:txEl>
                                          </p:spTgt>
                                        </p:tgtEl>
                                        <p:attrNameLst>
                                          <p:attrName>style.visibility</p:attrName>
                                        </p:attrNameLst>
                                      </p:cBhvr>
                                      <p:to>
                                        <p:strVal val="hidden"/>
                                      </p:to>
                                    </p:set>
                                  </p:childTnLst>
                                </p:cTn>
                              </p:par>
                              <p:par>
                                <p:cTn id="151" presetID="10" presetClass="exit" presetSubtype="0" grpId="0" fill="hold" nodeType="withEffect">
                                  <p:stCondLst>
                                    <p:cond delay="0"/>
                                  </p:stCondLst>
                                  <p:childTnLst>
                                    <p:animEffect transition="out" filter="fade">
                                      <p:cBhvr>
                                        <p:cTn id="152" dur="175"/>
                                        <p:tgtEl>
                                          <p:spTgt spid="41">
                                            <p:txEl>
                                              <p:pRg st="2" end="2"/>
                                            </p:txEl>
                                          </p:spTgt>
                                        </p:tgtEl>
                                      </p:cBhvr>
                                    </p:animEffect>
                                    <p:set>
                                      <p:cBhvr>
                                        <p:cTn id="153" dur="1" fill="hold">
                                          <p:stCondLst>
                                            <p:cond delay="174"/>
                                          </p:stCondLst>
                                        </p:cTn>
                                        <p:tgtEl>
                                          <p:spTgt spid="41">
                                            <p:txEl>
                                              <p:pRg st="2" end="2"/>
                                            </p:txEl>
                                          </p:spTgt>
                                        </p:tgtEl>
                                        <p:attrNameLst>
                                          <p:attrName>style.visibility</p:attrName>
                                        </p:attrNameLst>
                                      </p:cBhvr>
                                      <p:to>
                                        <p:strVal val="hidden"/>
                                      </p:to>
                                    </p:set>
                                  </p:childTnLst>
                                </p:cTn>
                              </p:par>
                              <p:par>
                                <p:cTn id="154" presetID="10" presetClass="exit" presetSubtype="0" grpId="0" fill="hold" nodeType="withEffect">
                                  <p:stCondLst>
                                    <p:cond delay="0"/>
                                  </p:stCondLst>
                                  <p:childTnLst>
                                    <p:animEffect transition="out" filter="fade">
                                      <p:cBhvr>
                                        <p:cTn id="155" dur="175"/>
                                        <p:tgtEl>
                                          <p:spTgt spid="41">
                                            <p:txEl>
                                              <p:pRg st="3" end="3"/>
                                            </p:txEl>
                                          </p:spTgt>
                                        </p:tgtEl>
                                      </p:cBhvr>
                                    </p:animEffect>
                                    <p:set>
                                      <p:cBhvr>
                                        <p:cTn id="156" dur="1" fill="hold">
                                          <p:stCondLst>
                                            <p:cond delay="174"/>
                                          </p:stCondLst>
                                        </p:cTn>
                                        <p:tgtEl>
                                          <p:spTgt spid="41">
                                            <p:txEl>
                                              <p:pRg st="3" end="3"/>
                                            </p:txEl>
                                          </p:spTgt>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175"/>
                                        <p:tgtEl>
                                          <p:spTgt spid="42"/>
                                        </p:tgtEl>
                                      </p:cBhvr>
                                    </p:animEffect>
                                    <p:set>
                                      <p:cBhvr>
                                        <p:cTn id="159" dur="1" fill="hold">
                                          <p:stCondLst>
                                            <p:cond delay="174"/>
                                          </p:stCondLst>
                                        </p:cTn>
                                        <p:tgtEl>
                                          <p:spTgt spid="42"/>
                                        </p:tgtEl>
                                        <p:attrNameLst>
                                          <p:attrName>style.visibility</p:attrName>
                                        </p:attrNameLst>
                                      </p:cBhvr>
                                      <p:to>
                                        <p:strVal val="hidden"/>
                                      </p:to>
                                    </p:set>
                                  </p:childTnLst>
                                </p:cTn>
                              </p:par>
                              <p:par>
                                <p:cTn id="160" presetID="0" presetClass="path" presetSubtype="0" accel="50000" decel="50000" fill="hold" nodeType="withEffect">
                                  <p:stCondLst>
                                    <p:cond delay="0"/>
                                  </p:stCondLst>
                                  <p:childTnLst>
                                    <p:animMotion origin="layout" path="M 0 0 L 0.59473 0.09452 E" pathEditMode="relative" rAng="0" ptsTypes="AA">
                                      <p:cBhvr>
                                        <p:cTn id="161" dur="375" fill="hold"/>
                                        <p:tgtEl>
                                          <p:spTgt spid="40"/>
                                        </p:tgtEl>
                                        <p:attrNameLst>
                                          <p:attrName>ppt_x</p:attrName>
                                          <p:attrName>ppt_y</p:attrName>
                                        </p:attrNameLst>
                                      </p:cBhvr>
                                      <p:rCtr x="29736" y="4726"/>
                                    </p:animMotion>
                                  </p:childTnLst>
                                </p:cTn>
                              </p:par>
                              <p:par>
                                <p:cTn id="162" presetID="6" presetClass="emph" presetSubtype="0" accel="50000" decel="50000" fill="hold" nodeType="withEffect">
                                  <p:stCondLst>
                                    <p:cond delay="0"/>
                                  </p:stCondLst>
                                  <p:childTnLst>
                                    <p:animScale>
                                      <p:cBhvr>
                                        <p:cTn id="163" dur="375" fill="hold"/>
                                        <p:tgtEl>
                                          <p:spTgt spid="40"/>
                                        </p:tgtEl>
                                      </p:cBhvr>
                                      <p:by x="27059" y="27059"/>
                                    </p:animScale>
                                  </p:childTnLst>
                                </p:cTn>
                              </p:par>
                              <p:par>
                                <p:cTn id="164" presetID="10" presetClass="entr" presetSubtype="0" fill="hold" nodeType="withEffect">
                                  <p:stCondLst>
                                    <p:cond delay="225"/>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225"/>
                                        <p:tgtEl>
                                          <p:spTgt spid="43"/>
                                        </p:tgtEl>
                                      </p:cBhvr>
                                    </p:animEffect>
                                  </p:childTnLst>
                                </p:cTn>
                              </p:par>
                              <p:par>
                                <p:cTn id="167" presetID="53" presetClass="entr" presetSubtype="16" fill="hold" nodeType="withEffect">
                                  <p:stCondLst>
                                    <p:cond delay="260"/>
                                  </p:stCondLst>
                                  <p:childTnLst>
                                    <p:set>
                                      <p:cBhvr>
                                        <p:cTn id="168" dur="1" fill="hold">
                                          <p:stCondLst>
                                            <p:cond delay="0"/>
                                          </p:stCondLst>
                                        </p:cTn>
                                        <p:tgtEl>
                                          <p:spTgt spid="44"/>
                                        </p:tgtEl>
                                        <p:attrNameLst>
                                          <p:attrName>style.visibility</p:attrName>
                                        </p:attrNameLst>
                                      </p:cBhvr>
                                      <p:to>
                                        <p:strVal val="visible"/>
                                      </p:to>
                                    </p:set>
                                    <p:anim calcmode="lin" valueType="num">
                                      <p:cBhvr>
                                        <p:cTn id="169" dur="300" fill="hold"/>
                                        <p:tgtEl>
                                          <p:spTgt spid="44"/>
                                        </p:tgtEl>
                                        <p:attrNameLst>
                                          <p:attrName>ppt_w</p:attrName>
                                        </p:attrNameLst>
                                      </p:cBhvr>
                                      <p:tavLst>
                                        <p:tav tm="0">
                                          <p:val>
                                            <p:fltVal val="0"/>
                                          </p:val>
                                        </p:tav>
                                        <p:tav tm="100000">
                                          <p:val>
                                            <p:strVal val="#ppt_w"/>
                                          </p:val>
                                        </p:tav>
                                      </p:tavLst>
                                    </p:anim>
                                    <p:anim calcmode="lin" valueType="num">
                                      <p:cBhvr>
                                        <p:cTn id="170" dur="300" fill="hold"/>
                                        <p:tgtEl>
                                          <p:spTgt spid="44"/>
                                        </p:tgtEl>
                                        <p:attrNameLst>
                                          <p:attrName>ppt_h</p:attrName>
                                        </p:attrNameLst>
                                      </p:cBhvr>
                                      <p:tavLst>
                                        <p:tav tm="0">
                                          <p:val>
                                            <p:fltVal val="0"/>
                                          </p:val>
                                        </p:tav>
                                        <p:tav tm="100000">
                                          <p:val>
                                            <p:strVal val="#ppt_h"/>
                                          </p:val>
                                        </p:tav>
                                      </p:tavLst>
                                    </p:anim>
                                    <p:animEffect transition="in" filter="fade">
                                      <p:cBhvr>
                                        <p:cTn id="171" dur="300"/>
                                        <p:tgtEl>
                                          <p:spTgt spid="44"/>
                                        </p:tgtEl>
                                      </p:cBhvr>
                                    </p:animEffect>
                                  </p:childTnLst>
                                </p:cTn>
                              </p:par>
                              <p:par>
                                <p:cTn id="172" presetID="10" presetClass="entr" presetSubtype="0" fill="hold" nodeType="withEffect">
                                  <p:stCondLst>
                                    <p:cond delay="295"/>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225"/>
                                        <p:tgtEl>
                                          <p:spTgt spid="45"/>
                                        </p:tgtEl>
                                      </p:cBhvr>
                                    </p:animEffect>
                                  </p:childTnLst>
                                </p:cTn>
                              </p:par>
                              <p:par>
                                <p:cTn id="175" presetID="22" presetClass="entr" presetSubtype="8" fill="hold" nodeType="withEffect">
                                  <p:stCondLst>
                                    <p:cond delay="295"/>
                                  </p:stCondLst>
                                  <p:childTnLst>
                                    <p:set>
                                      <p:cBhvr>
                                        <p:cTn id="176" dur="1" fill="hold">
                                          <p:stCondLst>
                                            <p:cond delay="0"/>
                                          </p:stCondLst>
                                        </p:cTn>
                                        <p:tgtEl>
                                          <p:spTgt spid="46"/>
                                        </p:tgtEl>
                                        <p:attrNameLst>
                                          <p:attrName>style.visibility</p:attrName>
                                        </p:attrNameLst>
                                      </p:cBhvr>
                                      <p:to>
                                        <p:strVal val="visible"/>
                                      </p:to>
                                    </p:set>
                                    <p:animEffect transition="in" filter="wipe(left)">
                                      <p:cBhvr>
                                        <p:cTn id="177" dur="250"/>
                                        <p:tgtEl>
                                          <p:spTgt spid="46"/>
                                        </p:tgtEl>
                                      </p:cBhvr>
                                    </p:animEffect>
                                  </p:childTnLst>
                                </p:cTn>
                              </p:par>
                              <p:par>
                                <p:cTn id="178" presetID="10" presetClass="entr" presetSubtype="0" grpId="0" fill="hold" nodeType="withEffect">
                                  <p:stCondLst>
                                    <p:cond delay="330"/>
                                  </p:stCondLst>
                                  <p:childTnLst>
                                    <p:set>
                                      <p:cBhvr>
                                        <p:cTn id="179" dur="1" fill="hold">
                                          <p:stCondLst>
                                            <p:cond delay="0"/>
                                          </p:stCondLst>
                                        </p:cTn>
                                        <p:tgtEl>
                                          <p:spTgt spid="47">
                                            <p:txEl>
                                              <p:pRg st="0" end="0"/>
                                            </p:txEl>
                                          </p:spTgt>
                                        </p:tgtEl>
                                        <p:attrNameLst>
                                          <p:attrName>style.visibility</p:attrName>
                                        </p:attrNameLst>
                                      </p:cBhvr>
                                      <p:to>
                                        <p:strVal val="visible"/>
                                      </p:to>
                                    </p:set>
                                    <p:animEffect transition="in" filter="fade">
                                      <p:cBhvr>
                                        <p:cTn id="180" dur="225"/>
                                        <p:tgtEl>
                                          <p:spTgt spid="47">
                                            <p:txEl>
                                              <p:pRg st="0" end="0"/>
                                            </p:txEl>
                                          </p:spTgt>
                                        </p:tgtEl>
                                      </p:cBhvr>
                                    </p:animEffect>
                                  </p:childTnLst>
                                </p:cTn>
                              </p:par>
                              <p:par>
                                <p:cTn id="181" presetID="10" presetClass="entr" presetSubtype="0" grpId="0" fill="hold" nodeType="withEffect">
                                  <p:stCondLst>
                                    <p:cond delay="520"/>
                                  </p:stCondLst>
                                  <p:childTnLst>
                                    <p:set>
                                      <p:cBhvr>
                                        <p:cTn id="182" dur="1" fill="hold">
                                          <p:stCondLst>
                                            <p:cond delay="0"/>
                                          </p:stCondLst>
                                        </p:cTn>
                                        <p:tgtEl>
                                          <p:spTgt spid="47">
                                            <p:txEl>
                                              <p:pRg st="1" end="1"/>
                                            </p:txEl>
                                          </p:spTgt>
                                        </p:tgtEl>
                                        <p:attrNameLst>
                                          <p:attrName>style.visibility</p:attrName>
                                        </p:attrNameLst>
                                      </p:cBhvr>
                                      <p:to>
                                        <p:strVal val="visible"/>
                                      </p:to>
                                    </p:set>
                                    <p:animEffect transition="in" filter="fade">
                                      <p:cBhvr>
                                        <p:cTn id="183" dur="225"/>
                                        <p:tgtEl>
                                          <p:spTgt spid="47">
                                            <p:txEl>
                                              <p:pRg st="1" end="1"/>
                                            </p:txEl>
                                          </p:spTgt>
                                        </p:tgtEl>
                                      </p:cBhvr>
                                    </p:animEffect>
                                  </p:childTnLst>
                                </p:cTn>
                              </p:par>
                              <p:par>
                                <p:cTn id="184" presetID="10" presetClass="entr" presetSubtype="0" grpId="0" fill="hold" nodeType="withEffect">
                                  <p:stCondLst>
                                    <p:cond delay="710"/>
                                  </p:stCondLst>
                                  <p:childTnLst>
                                    <p:set>
                                      <p:cBhvr>
                                        <p:cTn id="185" dur="1" fill="hold">
                                          <p:stCondLst>
                                            <p:cond delay="0"/>
                                          </p:stCondLst>
                                        </p:cTn>
                                        <p:tgtEl>
                                          <p:spTgt spid="47">
                                            <p:txEl>
                                              <p:pRg st="2" end="2"/>
                                            </p:txEl>
                                          </p:spTgt>
                                        </p:tgtEl>
                                        <p:attrNameLst>
                                          <p:attrName>style.visibility</p:attrName>
                                        </p:attrNameLst>
                                      </p:cBhvr>
                                      <p:to>
                                        <p:strVal val="visible"/>
                                      </p:to>
                                    </p:set>
                                    <p:animEffect transition="in" filter="fade">
                                      <p:cBhvr>
                                        <p:cTn id="186" dur="225"/>
                                        <p:tgtEl>
                                          <p:spTgt spid="47">
                                            <p:txEl>
                                              <p:pRg st="2" end="2"/>
                                            </p:txEl>
                                          </p:spTgt>
                                        </p:tgtEl>
                                      </p:cBhvr>
                                    </p:animEffect>
                                  </p:childTnLst>
                                </p:cTn>
                              </p:par>
                              <p:par>
                                <p:cTn id="187" presetID="10" presetClass="entr" presetSubtype="0" fill="hold" nodeType="withEffect">
                                  <p:stCondLst>
                                    <p:cond delay="290"/>
                                  </p:stCondLst>
                                  <p:childTnLst>
                                    <p:set>
                                      <p:cBhvr>
                                        <p:cTn id="188" dur="1" fill="hold">
                                          <p:stCondLst>
                                            <p:cond delay="0"/>
                                          </p:stCondLst>
                                        </p:cTn>
                                        <p:tgtEl>
                                          <p:spTgt spid="51"/>
                                        </p:tgtEl>
                                        <p:attrNameLst>
                                          <p:attrName>style.visibility</p:attrName>
                                        </p:attrNameLst>
                                      </p:cBhvr>
                                      <p:to>
                                        <p:strVal val="visible"/>
                                      </p:to>
                                    </p:set>
                                    <p:animEffect transition="in" filter="fade">
                                      <p:cBhvr>
                                        <p:cTn id="189" dur="225"/>
                                        <p:tgtEl>
                                          <p:spTgt spid="51"/>
                                        </p:tgtEl>
                                      </p:cBhvr>
                                    </p:animEffect>
                                  </p:childTnLst>
                                </p:cTn>
                              </p:par>
                            </p:childTnLst>
                          </p:cTn>
                        </p:par>
                      </p:childTnLst>
                    </p:cTn>
                  </p:par>
                  <p:par>
                    <p:cTn id="190" fill="hold">
                      <p:stCondLst>
                        <p:cond delay="indefinite"/>
                      </p:stCondLst>
                      <p:childTnLst>
                        <p:par>
                          <p:cTn id="191" fill="hold">
                            <p:stCondLst>
                              <p:cond delay="0"/>
                            </p:stCondLst>
                            <p:childTnLst>
                              <p:par>
                                <p:cTn id="192" presetID="10" presetClass="exit" presetSubtype="0" fill="hold" nodeType="clickEffect">
                                  <p:stCondLst>
                                    <p:cond delay="0"/>
                                  </p:stCondLst>
                                  <p:childTnLst>
                                    <p:animEffect transition="out" filter="fade">
                                      <p:cBhvr>
                                        <p:cTn id="193" dur="175"/>
                                        <p:tgtEl>
                                          <p:spTgt spid="43"/>
                                        </p:tgtEl>
                                      </p:cBhvr>
                                    </p:animEffect>
                                    <p:set>
                                      <p:cBhvr>
                                        <p:cTn id="194" dur="1" fill="hold">
                                          <p:stCondLst>
                                            <p:cond delay="174"/>
                                          </p:stCondLst>
                                        </p:cTn>
                                        <p:tgtEl>
                                          <p:spTgt spid="43"/>
                                        </p:tgtEl>
                                        <p:attrNameLst>
                                          <p:attrName>style.visibility</p:attrName>
                                        </p:attrNameLst>
                                      </p:cBhvr>
                                      <p:to>
                                        <p:strVal val="hidden"/>
                                      </p:to>
                                    </p:set>
                                  </p:childTnLst>
                                </p:cTn>
                              </p:par>
                              <p:par>
                                <p:cTn id="195" presetID="10" presetClass="exit" presetSubtype="0" fill="hold" nodeType="withEffect">
                                  <p:stCondLst>
                                    <p:cond delay="0"/>
                                  </p:stCondLst>
                                  <p:childTnLst>
                                    <p:animEffect transition="out" filter="fade">
                                      <p:cBhvr>
                                        <p:cTn id="196" dur="175"/>
                                        <p:tgtEl>
                                          <p:spTgt spid="45"/>
                                        </p:tgtEl>
                                      </p:cBhvr>
                                    </p:animEffect>
                                    <p:set>
                                      <p:cBhvr>
                                        <p:cTn id="197" dur="1" fill="hold">
                                          <p:stCondLst>
                                            <p:cond delay="174"/>
                                          </p:stCondLst>
                                        </p:cTn>
                                        <p:tgtEl>
                                          <p:spTgt spid="45"/>
                                        </p:tgtEl>
                                        <p:attrNameLst>
                                          <p:attrName>style.visibility</p:attrName>
                                        </p:attrNameLst>
                                      </p:cBhvr>
                                      <p:to>
                                        <p:strVal val="hidden"/>
                                      </p:to>
                                    </p:set>
                                  </p:childTnLst>
                                </p:cTn>
                              </p:par>
                              <p:par>
                                <p:cTn id="198" presetID="10" presetClass="exit" presetSubtype="0" fill="hold" nodeType="withEffect">
                                  <p:stCondLst>
                                    <p:cond delay="0"/>
                                  </p:stCondLst>
                                  <p:childTnLst>
                                    <p:animEffect transition="out" filter="fade">
                                      <p:cBhvr>
                                        <p:cTn id="199" dur="175"/>
                                        <p:tgtEl>
                                          <p:spTgt spid="46"/>
                                        </p:tgtEl>
                                      </p:cBhvr>
                                    </p:animEffect>
                                    <p:set>
                                      <p:cBhvr>
                                        <p:cTn id="200" dur="1" fill="hold">
                                          <p:stCondLst>
                                            <p:cond delay="174"/>
                                          </p:stCondLst>
                                        </p:cTn>
                                        <p:tgtEl>
                                          <p:spTgt spid="46"/>
                                        </p:tgtEl>
                                        <p:attrNameLst>
                                          <p:attrName>style.visibility</p:attrName>
                                        </p:attrNameLst>
                                      </p:cBhvr>
                                      <p:to>
                                        <p:strVal val="hidden"/>
                                      </p:to>
                                    </p:set>
                                  </p:childTnLst>
                                </p:cTn>
                              </p:par>
                              <p:par>
                                <p:cTn id="201" presetID="10" presetClass="exit" presetSubtype="0" grpId="0" fill="hold" nodeType="withEffect">
                                  <p:stCondLst>
                                    <p:cond delay="0"/>
                                  </p:stCondLst>
                                  <p:childTnLst>
                                    <p:animEffect transition="out" filter="fade">
                                      <p:cBhvr>
                                        <p:cTn id="202" dur="175"/>
                                        <p:tgtEl>
                                          <p:spTgt spid="47">
                                            <p:txEl>
                                              <p:pRg st="0" end="0"/>
                                            </p:txEl>
                                          </p:spTgt>
                                        </p:tgtEl>
                                      </p:cBhvr>
                                    </p:animEffect>
                                    <p:set>
                                      <p:cBhvr>
                                        <p:cTn id="203" dur="1" fill="hold">
                                          <p:stCondLst>
                                            <p:cond delay="174"/>
                                          </p:stCondLst>
                                        </p:cTn>
                                        <p:tgtEl>
                                          <p:spTgt spid="47">
                                            <p:txEl>
                                              <p:pRg st="0" end="0"/>
                                            </p:txEl>
                                          </p:spTgt>
                                        </p:tgtEl>
                                        <p:attrNameLst>
                                          <p:attrName>style.visibility</p:attrName>
                                        </p:attrNameLst>
                                      </p:cBhvr>
                                      <p:to>
                                        <p:strVal val="hidden"/>
                                      </p:to>
                                    </p:set>
                                  </p:childTnLst>
                                </p:cTn>
                              </p:par>
                              <p:par>
                                <p:cTn id="204" presetID="10" presetClass="exit" presetSubtype="0" grpId="0" fill="hold" nodeType="withEffect">
                                  <p:stCondLst>
                                    <p:cond delay="0"/>
                                  </p:stCondLst>
                                  <p:childTnLst>
                                    <p:animEffect transition="out" filter="fade">
                                      <p:cBhvr>
                                        <p:cTn id="205" dur="175"/>
                                        <p:tgtEl>
                                          <p:spTgt spid="47">
                                            <p:txEl>
                                              <p:pRg st="1" end="1"/>
                                            </p:txEl>
                                          </p:spTgt>
                                        </p:tgtEl>
                                      </p:cBhvr>
                                    </p:animEffect>
                                    <p:set>
                                      <p:cBhvr>
                                        <p:cTn id="206" dur="1" fill="hold">
                                          <p:stCondLst>
                                            <p:cond delay="174"/>
                                          </p:stCondLst>
                                        </p:cTn>
                                        <p:tgtEl>
                                          <p:spTgt spid="47">
                                            <p:txEl>
                                              <p:pRg st="1" end="1"/>
                                            </p:txEl>
                                          </p:spTgt>
                                        </p:tgtEl>
                                        <p:attrNameLst>
                                          <p:attrName>style.visibility</p:attrName>
                                        </p:attrNameLst>
                                      </p:cBhvr>
                                      <p:to>
                                        <p:strVal val="hidden"/>
                                      </p:to>
                                    </p:set>
                                  </p:childTnLst>
                                </p:cTn>
                              </p:par>
                              <p:par>
                                <p:cTn id="207" presetID="10" presetClass="exit" presetSubtype="0" grpId="0" fill="hold" nodeType="withEffect">
                                  <p:stCondLst>
                                    <p:cond delay="0"/>
                                  </p:stCondLst>
                                  <p:childTnLst>
                                    <p:animEffect transition="out" filter="fade">
                                      <p:cBhvr>
                                        <p:cTn id="208" dur="175"/>
                                        <p:tgtEl>
                                          <p:spTgt spid="47">
                                            <p:txEl>
                                              <p:pRg st="2" end="2"/>
                                            </p:txEl>
                                          </p:spTgt>
                                        </p:tgtEl>
                                      </p:cBhvr>
                                    </p:animEffect>
                                    <p:set>
                                      <p:cBhvr>
                                        <p:cTn id="209" dur="1" fill="hold">
                                          <p:stCondLst>
                                            <p:cond delay="174"/>
                                          </p:stCondLst>
                                        </p:cTn>
                                        <p:tgtEl>
                                          <p:spTgt spid="47">
                                            <p:txEl>
                                              <p:pRg st="2" end="2"/>
                                            </p:txEl>
                                          </p:spTgt>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175"/>
                                        <p:tgtEl>
                                          <p:spTgt spid="51"/>
                                        </p:tgtEl>
                                      </p:cBhvr>
                                    </p:animEffect>
                                    <p:set>
                                      <p:cBhvr>
                                        <p:cTn id="212" dur="1" fill="hold">
                                          <p:stCondLst>
                                            <p:cond delay="174"/>
                                          </p:stCondLst>
                                        </p:cTn>
                                        <p:tgtEl>
                                          <p:spTgt spid="51"/>
                                        </p:tgtEl>
                                        <p:attrNameLst>
                                          <p:attrName>style.visibility</p:attrName>
                                        </p:attrNameLst>
                                      </p:cBhvr>
                                      <p:to>
                                        <p:strVal val="hidden"/>
                                      </p:to>
                                    </p:set>
                                  </p:childTnLst>
                                </p:cTn>
                              </p:par>
                              <p:par>
                                <p:cTn id="213" presetID="0" presetClass="path" presetSubtype="0" accel="50000" decel="50000" fill="hold" nodeType="withEffect">
                                  <p:stCondLst>
                                    <p:cond delay="0"/>
                                  </p:stCondLst>
                                  <p:childTnLst>
                                    <p:animMotion origin="layout" path="M 0 0 L 0.71322 0.23646 E" pathEditMode="relative" rAng="0" ptsTypes="AA">
                                      <p:cBhvr>
                                        <p:cTn id="214" dur="375" fill="hold"/>
                                        <p:tgtEl>
                                          <p:spTgt spid="44"/>
                                        </p:tgtEl>
                                        <p:attrNameLst>
                                          <p:attrName>ppt_x</p:attrName>
                                          <p:attrName>ppt_y</p:attrName>
                                        </p:attrNameLst>
                                      </p:cBhvr>
                                      <p:rCtr x="35661" y="11823"/>
                                    </p:animMotion>
                                  </p:childTnLst>
                                </p:cTn>
                              </p:par>
                              <p:par>
                                <p:cTn id="215" presetID="6" presetClass="emph" presetSubtype="0" accel="50000" decel="50000" fill="hold" nodeType="withEffect">
                                  <p:stCondLst>
                                    <p:cond delay="0"/>
                                  </p:stCondLst>
                                  <p:childTnLst>
                                    <p:animScale>
                                      <p:cBhvr>
                                        <p:cTn id="216" dur="375" fill="hold"/>
                                        <p:tgtEl>
                                          <p:spTgt spid="44"/>
                                        </p:tgtEl>
                                      </p:cBhvr>
                                      <p:by x="26801" y="26801"/>
                                    </p:animScale>
                                  </p:childTnLst>
                                </p:cTn>
                              </p:par>
                              <p:par>
                                <p:cTn id="217" presetID="10" presetClass="entr" presetSubtype="0" fill="hold" nodeType="withEffect">
                                  <p:stCondLst>
                                    <p:cond delay="225"/>
                                  </p:stCondLst>
                                  <p:childTnLst>
                                    <p:set>
                                      <p:cBhvr>
                                        <p:cTn id="218" dur="1" fill="hold">
                                          <p:stCondLst>
                                            <p:cond delay="0"/>
                                          </p:stCondLst>
                                        </p:cTn>
                                        <p:tgtEl>
                                          <p:spTgt spid="52"/>
                                        </p:tgtEl>
                                        <p:attrNameLst>
                                          <p:attrName>style.visibility</p:attrName>
                                        </p:attrNameLst>
                                      </p:cBhvr>
                                      <p:to>
                                        <p:strVal val="visible"/>
                                      </p:to>
                                    </p:set>
                                    <p:animEffect transition="in" filter="fade">
                                      <p:cBhvr>
                                        <p:cTn id="219" dur="225"/>
                                        <p:tgtEl>
                                          <p:spTgt spid="52"/>
                                        </p:tgtEl>
                                      </p:cBhvr>
                                    </p:animEffect>
                                  </p:childTnLst>
                                </p:cTn>
                              </p:par>
                              <p:par>
                                <p:cTn id="220" presetID="10" presetClass="entr" presetSubtype="0" fill="hold" nodeType="withEffect">
                                  <p:stCondLst>
                                    <p:cond delay="260"/>
                                  </p:stCondLst>
                                  <p:childTnLst>
                                    <p:set>
                                      <p:cBhvr>
                                        <p:cTn id="221" dur="1" fill="hold">
                                          <p:stCondLst>
                                            <p:cond delay="0"/>
                                          </p:stCondLst>
                                        </p:cTn>
                                        <p:tgtEl>
                                          <p:spTgt spid="53"/>
                                        </p:tgtEl>
                                        <p:attrNameLst>
                                          <p:attrName>style.visibility</p:attrName>
                                        </p:attrNameLst>
                                      </p:cBhvr>
                                      <p:to>
                                        <p:strVal val="visible"/>
                                      </p:to>
                                    </p:set>
                                    <p:animEffect transition="in" filter="fade">
                                      <p:cBhvr>
                                        <p:cTn id="222" dur="225"/>
                                        <p:tgtEl>
                                          <p:spTgt spid="53"/>
                                        </p:tgtEl>
                                      </p:cBhvr>
                                    </p:animEffect>
                                  </p:childTnLst>
                                </p:cTn>
                              </p:par>
                              <p:par>
                                <p:cTn id="223" presetID="22" presetClass="entr" presetSubtype="4" fill="hold" nodeType="withEffect">
                                  <p:stCondLst>
                                    <p:cond delay="260"/>
                                  </p:stCondLst>
                                  <p:childTnLst>
                                    <p:set>
                                      <p:cBhvr>
                                        <p:cTn id="224" dur="1" fill="hold">
                                          <p:stCondLst>
                                            <p:cond delay="0"/>
                                          </p:stCondLst>
                                        </p:cTn>
                                        <p:tgtEl>
                                          <p:spTgt spid="54"/>
                                        </p:tgtEl>
                                        <p:attrNameLst>
                                          <p:attrName>style.visibility</p:attrName>
                                        </p:attrNameLst>
                                      </p:cBhvr>
                                      <p:to>
                                        <p:strVal val="visible"/>
                                      </p:to>
                                    </p:set>
                                    <p:animEffect transition="in" filter="wipe(down)">
                                      <p:cBhvr>
                                        <p:cTn id="225" dur="250"/>
                                        <p:tgtEl>
                                          <p:spTgt spid="54"/>
                                        </p:tgtEl>
                                      </p:cBhvr>
                                    </p:animEffect>
                                  </p:childTnLst>
                                </p:cTn>
                              </p:par>
                              <p:par>
                                <p:cTn id="226" presetID="10" presetClass="entr" presetSubtype="0" fill="hold" nodeType="withEffect">
                                  <p:stCondLst>
                                    <p:cond delay="295"/>
                                  </p:stCondLst>
                                  <p:childTnLst>
                                    <p:set>
                                      <p:cBhvr>
                                        <p:cTn id="227" dur="1" fill="hold">
                                          <p:stCondLst>
                                            <p:cond delay="0"/>
                                          </p:stCondLst>
                                        </p:cTn>
                                        <p:tgtEl>
                                          <p:spTgt spid="55"/>
                                        </p:tgtEl>
                                        <p:attrNameLst>
                                          <p:attrName>style.visibility</p:attrName>
                                        </p:attrNameLst>
                                      </p:cBhvr>
                                      <p:to>
                                        <p:strVal val="visible"/>
                                      </p:to>
                                    </p:set>
                                    <p:animEffect transition="in" filter="fade">
                                      <p:cBhvr>
                                        <p:cTn id="228" dur="225"/>
                                        <p:tgtEl>
                                          <p:spTgt spid="55"/>
                                        </p:tgtEl>
                                      </p:cBhvr>
                                    </p:animEffect>
                                  </p:childTnLst>
                                </p:cTn>
                              </p:par>
                              <p:par>
                                <p:cTn id="229" presetID="22" presetClass="entr" presetSubtype="4" fill="hold" nodeType="withEffect">
                                  <p:stCondLst>
                                    <p:cond delay="295"/>
                                  </p:stCondLst>
                                  <p:childTnLst>
                                    <p:set>
                                      <p:cBhvr>
                                        <p:cTn id="230" dur="1" fill="hold">
                                          <p:stCondLst>
                                            <p:cond delay="0"/>
                                          </p:stCondLst>
                                        </p:cTn>
                                        <p:tgtEl>
                                          <p:spTgt spid="56"/>
                                        </p:tgtEl>
                                        <p:attrNameLst>
                                          <p:attrName>style.visibility</p:attrName>
                                        </p:attrNameLst>
                                      </p:cBhvr>
                                      <p:to>
                                        <p:strVal val="visible"/>
                                      </p:to>
                                    </p:set>
                                    <p:animEffect transition="in" filter="wipe(down)">
                                      <p:cBhvr>
                                        <p:cTn id="231" dur="250"/>
                                        <p:tgtEl>
                                          <p:spTgt spid="56"/>
                                        </p:tgtEl>
                                      </p:cBhvr>
                                    </p:animEffect>
                                  </p:childTnLst>
                                </p:cTn>
                              </p:par>
                              <p:par>
                                <p:cTn id="232" presetID="10" presetClass="entr" presetSubtype="0" fill="hold" nodeType="withEffect">
                                  <p:stCondLst>
                                    <p:cond delay="330"/>
                                  </p:stCondLst>
                                  <p:childTnLst>
                                    <p:set>
                                      <p:cBhvr>
                                        <p:cTn id="233" dur="1" fill="hold">
                                          <p:stCondLst>
                                            <p:cond delay="0"/>
                                          </p:stCondLst>
                                        </p:cTn>
                                        <p:tgtEl>
                                          <p:spTgt spid="57"/>
                                        </p:tgtEl>
                                        <p:attrNameLst>
                                          <p:attrName>style.visibility</p:attrName>
                                        </p:attrNameLst>
                                      </p:cBhvr>
                                      <p:to>
                                        <p:strVal val="visible"/>
                                      </p:to>
                                    </p:set>
                                    <p:animEffect transition="in" filter="fade">
                                      <p:cBhvr>
                                        <p:cTn id="234" dur="225"/>
                                        <p:tgtEl>
                                          <p:spTgt spid="57"/>
                                        </p:tgtEl>
                                      </p:cBhvr>
                                    </p:animEffect>
                                  </p:childTnLst>
                                </p:cTn>
                              </p:par>
                              <p:par>
                                <p:cTn id="235" presetID="22" presetClass="entr" presetSubtype="4" fill="hold" nodeType="withEffect">
                                  <p:stCondLst>
                                    <p:cond delay="365"/>
                                  </p:stCondLst>
                                  <p:childTnLst>
                                    <p:set>
                                      <p:cBhvr>
                                        <p:cTn id="236" dur="1" fill="hold">
                                          <p:stCondLst>
                                            <p:cond delay="0"/>
                                          </p:stCondLst>
                                        </p:cTn>
                                        <p:tgtEl>
                                          <p:spTgt spid="58"/>
                                        </p:tgtEl>
                                        <p:attrNameLst>
                                          <p:attrName>style.visibility</p:attrName>
                                        </p:attrNameLst>
                                      </p:cBhvr>
                                      <p:to>
                                        <p:strVal val="visible"/>
                                      </p:to>
                                    </p:set>
                                    <p:animEffect transition="in" filter="wipe(down)">
                                      <p:cBhvr>
                                        <p:cTn id="237" dur="250"/>
                                        <p:tgtEl>
                                          <p:spTgt spid="58"/>
                                        </p:tgtEl>
                                      </p:cBhvr>
                                    </p:animEffect>
                                  </p:childTnLst>
                                </p:cTn>
                              </p:par>
                              <p:par>
                                <p:cTn id="238" presetID="10" presetClass="entr" presetSubtype="0" fill="hold" nodeType="withEffect">
                                  <p:stCondLst>
                                    <p:cond delay="400"/>
                                  </p:stCondLst>
                                  <p:childTnLst>
                                    <p:set>
                                      <p:cBhvr>
                                        <p:cTn id="239" dur="1" fill="hold">
                                          <p:stCondLst>
                                            <p:cond delay="0"/>
                                          </p:stCondLst>
                                        </p:cTn>
                                        <p:tgtEl>
                                          <p:spTgt spid="59"/>
                                        </p:tgtEl>
                                        <p:attrNameLst>
                                          <p:attrName>style.visibility</p:attrName>
                                        </p:attrNameLst>
                                      </p:cBhvr>
                                      <p:to>
                                        <p:strVal val="visible"/>
                                      </p:to>
                                    </p:set>
                                    <p:animEffect transition="in" filter="fade">
                                      <p:cBhvr>
                                        <p:cTn id="240" dur="225"/>
                                        <p:tgtEl>
                                          <p:spTgt spid="59"/>
                                        </p:tgtEl>
                                      </p:cBhvr>
                                    </p:animEffect>
                                  </p:childTnLst>
                                </p:cTn>
                              </p:par>
                              <p:par>
                                <p:cTn id="241" presetID="22" presetClass="entr" presetSubtype="4" fill="hold" nodeType="withEffect">
                                  <p:stCondLst>
                                    <p:cond delay="400"/>
                                  </p:stCondLst>
                                  <p:childTnLst>
                                    <p:set>
                                      <p:cBhvr>
                                        <p:cTn id="242" dur="1" fill="hold">
                                          <p:stCondLst>
                                            <p:cond delay="0"/>
                                          </p:stCondLst>
                                        </p:cTn>
                                        <p:tgtEl>
                                          <p:spTgt spid="60"/>
                                        </p:tgtEl>
                                        <p:attrNameLst>
                                          <p:attrName>style.visibility</p:attrName>
                                        </p:attrNameLst>
                                      </p:cBhvr>
                                      <p:to>
                                        <p:strVal val="visible"/>
                                      </p:to>
                                    </p:set>
                                    <p:animEffect transition="in" filter="wipe(down)">
                                      <p:cBhvr>
                                        <p:cTn id="243" dur="250"/>
                                        <p:tgtEl>
                                          <p:spTgt spid="60"/>
                                        </p:tgtEl>
                                      </p:cBhvr>
                                    </p:animEffect>
                                  </p:childTnLst>
                                </p:cTn>
                              </p:par>
                              <p:par>
                                <p:cTn id="244" presetID="22" presetClass="entr" presetSubtype="4" fill="hold" nodeType="withEffect">
                                  <p:stCondLst>
                                    <p:cond delay="435"/>
                                  </p:stCondLst>
                                  <p:childTnLst>
                                    <p:set>
                                      <p:cBhvr>
                                        <p:cTn id="245" dur="1" fill="hold">
                                          <p:stCondLst>
                                            <p:cond delay="0"/>
                                          </p:stCondLst>
                                        </p:cTn>
                                        <p:tgtEl>
                                          <p:spTgt spid="61"/>
                                        </p:tgtEl>
                                        <p:attrNameLst>
                                          <p:attrName>style.visibility</p:attrName>
                                        </p:attrNameLst>
                                      </p:cBhvr>
                                      <p:to>
                                        <p:strVal val="visible"/>
                                      </p:to>
                                    </p:set>
                                    <p:animEffect transition="in" filter="wipe(down)">
                                      <p:cBhvr>
                                        <p:cTn id="246" dur="250"/>
                                        <p:tgtEl>
                                          <p:spTgt spid="61"/>
                                        </p:tgtEl>
                                      </p:cBhvr>
                                    </p:animEffect>
                                  </p:childTnLst>
                                </p:cTn>
                              </p:par>
                              <p:par>
                                <p:cTn id="247" presetID="10" presetClass="entr" presetSubtype="0" fill="hold" nodeType="withEffect">
                                  <p:stCondLst>
                                    <p:cond delay="470"/>
                                  </p:stCondLst>
                                  <p:childTnLst>
                                    <p:set>
                                      <p:cBhvr>
                                        <p:cTn id="248" dur="1" fill="hold">
                                          <p:stCondLst>
                                            <p:cond delay="0"/>
                                          </p:stCondLst>
                                        </p:cTn>
                                        <p:tgtEl>
                                          <p:spTgt spid="62"/>
                                        </p:tgtEl>
                                        <p:attrNameLst>
                                          <p:attrName>style.visibility</p:attrName>
                                        </p:attrNameLst>
                                      </p:cBhvr>
                                      <p:to>
                                        <p:strVal val="visible"/>
                                      </p:to>
                                    </p:set>
                                    <p:animEffect transition="in" filter="fade">
                                      <p:cBhvr>
                                        <p:cTn id="249" dur="225"/>
                                        <p:tgtEl>
                                          <p:spTgt spid="62"/>
                                        </p:tgtEl>
                                      </p:cBhvr>
                                    </p:animEffect>
                                  </p:childTnLst>
                                </p:cTn>
                              </p:par>
                              <p:par>
                                <p:cTn id="250" presetID="10" presetClass="entr" presetSubtype="0" fill="hold" nodeType="withEffect">
                                  <p:stCondLst>
                                    <p:cond delay="505"/>
                                  </p:stCondLst>
                                  <p:childTnLst>
                                    <p:set>
                                      <p:cBhvr>
                                        <p:cTn id="251" dur="1" fill="hold">
                                          <p:stCondLst>
                                            <p:cond delay="0"/>
                                          </p:stCondLst>
                                        </p:cTn>
                                        <p:tgtEl>
                                          <p:spTgt spid="63"/>
                                        </p:tgtEl>
                                        <p:attrNameLst>
                                          <p:attrName>style.visibility</p:attrName>
                                        </p:attrNameLst>
                                      </p:cBhvr>
                                      <p:to>
                                        <p:strVal val="visible"/>
                                      </p:to>
                                    </p:set>
                                    <p:animEffect transition="in" filter="fade">
                                      <p:cBhvr>
                                        <p:cTn id="252" dur="225"/>
                                        <p:tgtEl>
                                          <p:spTgt spid="63"/>
                                        </p:tgtEl>
                                      </p:cBhvr>
                                    </p:animEffect>
                                  </p:childTnLst>
                                </p:cTn>
                              </p:par>
                              <p:par>
                                <p:cTn id="253" presetID="10" presetClass="entr" presetSubtype="0" fill="hold" nodeType="withEffect">
                                  <p:stCondLst>
                                    <p:cond delay="540"/>
                                  </p:stCondLst>
                                  <p:childTnLst>
                                    <p:set>
                                      <p:cBhvr>
                                        <p:cTn id="254" dur="1" fill="hold">
                                          <p:stCondLst>
                                            <p:cond delay="0"/>
                                          </p:stCondLst>
                                        </p:cTn>
                                        <p:tgtEl>
                                          <p:spTgt spid="64"/>
                                        </p:tgtEl>
                                        <p:attrNameLst>
                                          <p:attrName>style.visibility</p:attrName>
                                        </p:attrNameLst>
                                      </p:cBhvr>
                                      <p:to>
                                        <p:strVal val="visible"/>
                                      </p:to>
                                    </p:set>
                                    <p:animEffect transition="in" filter="fade">
                                      <p:cBhvr>
                                        <p:cTn id="255" dur="225"/>
                                        <p:tgtEl>
                                          <p:spTgt spid="64"/>
                                        </p:tgtEl>
                                      </p:cBhvr>
                                    </p:animEffect>
                                  </p:childTnLst>
                                </p:cTn>
                              </p:par>
                              <p:par>
                                <p:cTn id="256" presetID="22" presetClass="entr" presetSubtype="4" fill="hold" nodeType="withEffect">
                                  <p:stCondLst>
                                    <p:cond delay="540"/>
                                  </p:stCondLst>
                                  <p:childTnLst>
                                    <p:set>
                                      <p:cBhvr>
                                        <p:cTn id="257" dur="1" fill="hold">
                                          <p:stCondLst>
                                            <p:cond delay="0"/>
                                          </p:stCondLst>
                                        </p:cTn>
                                        <p:tgtEl>
                                          <p:spTgt spid="65"/>
                                        </p:tgtEl>
                                        <p:attrNameLst>
                                          <p:attrName>style.visibility</p:attrName>
                                        </p:attrNameLst>
                                      </p:cBhvr>
                                      <p:to>
                                        <p:strVal val="visible"/>
                                      </p:to>
                                    </p:set>
                                    <p:animEffect transition="in" filter="wipe(down)">
                                      <p:cBhvr>
                                        <p:cTn id="258" dur="250"/>
                                        <p:tgtEl>
                                          <p:spTgt spid="65"/>
                                        </p:tgtEl>
                                      </p:cBhvr>
                                    </p:animEffect>
                                  </p:childTnLst>
                                </p:cTn>
                              </p:par>
                              <p:par>
                                <p:cTn id="259" presetID="10" presetClass="entr" presetSubtype="0" fill="hold" nodeType="withEffect">
                                  <p:stCondLst>
                                    <p:cond delay="575"/>
                                  </p:stCondLst>
                                  <p:childTnLst>
                                    <p:set>
                                      <p:cBhvr>
                                        <p:cTn id="260" dur="1" fill="hold">
                                          <p:stCondLst>
                                            <p:cond delay="0"/>
                                          </p:stCondLst>
                                        </p:cTn>
                                        <p:tgtEl>
                                          <p:spTgt spid="66"/>
                                        </p:tgtEl>
                                        <p:attrNameLst>
                                          <p:attrName>style.visibility</p:attrName>
                                        </p:attrNameLst>
                                      </p:cBhvr>
                                      <p:to>
                                        <p:strVal val="visible"/>
                                      </p:to>
                                    </p:set>
                                    <p:animEffect transition="in" filter="fade">
                                      <p:cBhvr>
                                        <p:cTn id="261" dur="225"/>
                                        <p:tgtEl>
                                          <p:spTgt spid="66"/>
                                        </p:tgtEl>
                                      </p:cBhvr>
                                    </p:animEffect>
                                  </p:childTnLst>
                                </p:cTn>
                              </p:par>
                              <p:par>
                                <p:cTn id="262" presetID="22" presetClass="entr" presetSubtype="4" fill="hold" nodeType="withEffect">
                                  <p:stCondLst>
                                    <p:cond delay="575"/>
                                  </p:stCondLst>
                                  <p:childTnLst>
                                    <p:set>
                                      <p:cBhvr>
                                        <p:cTn id="263" dur="1" fill="hold">
                                          <p:stCondLst>
                                            <p:cond delay="0"/>
                                          </p:stCondLst>
                                        </p:cTn>
                                        <p:tgtEl>
                                          <p:spTgt spid="67"/>
                                        </p:tgtEl>
                                        <p:attrNameLst>
                                          <p:attrName>style.visibility</p:attrName>
                                        </p:attrNameLst>
                                      </p:cBhvr>
                                      <p:to>
                                        <p:strVal val="visible"/>
                                      </p:to>
                                    </p:set>
                                    <p:animEffect transition="in" filter="wipe(down)">
                                      <p:cBhvr>
                                        <p:cTn id="264" dur="250"/>
                                        <p:tgtEl>
                                          <p:spTgt spid="67"/>
                                        </p:tgtEl>
                                      </p:cBhvr>
                                    </p:animEffect>
                                  </p:childTnLst>
                                </p:cTn>
                              </p:par>
                              <p:par>
                                <p:cTn id="265" presetID="22" presetClass="entr" presetSubtype="4" fill="hold" nodeType="withEffect">
                                  <p:stCondLst>
                                    <p:cond delay="610"/>
                                  </p:stCondLst>
                                  <p:childTnLst>
                                    <p:set>
                                      <p:cBhvr>
                                        <p:cTn id="266" dur="1" fill="hold">
                                          <p:stCondLst>
                                            <p:cond delay="0"/>
                                          </p:stCondLst>
                                        </p:cTn>
                                        <p:tgtEl>
                                          <p:spTgt spid="68"/>
                                        </p:tgtEl>
                                        <p:attrNameLst>
                                          <p:attrName>style.visibility</p:attrName>
                                        </p:attrNameLst>
                                      </p:cBhvr>
                                      <p:to>
                                        <p:strVal val="visible"/>
                                      </p:to>
                                    </p:set>
                                    <p:animEffect transition="in" filter="wipe(down)">
                                      <p:cBhvr>
                                        <p:cTn id="267" dur="250"/>
                                        <p:tgtEl>
                                          <p:spTgt spid="68"/>
                                        </p:tgtEl>
                                      </p:cBhvr>
                                    </p:animEffect>
                                  </p:childTnLst>
                                </p:cTn>
                              </p:par>
                              <p:par>
                                <p:cTn id="268" presetID="22" presetClass="entr" presetSubtype="4" fill="hold" nodeType="withEffect">
                                  <p:stCondLst>
                                    <p:cond delay="645"/>
                                  </p:stCondLst>
                                  <p:childTnLst>
                                    <p:set>
                                      <p:cBhvr>
                                        <p:cTn id="269" dur="1" fill="hold">
                                          <p:stCondLst>
                                            <p:cond delay="0"/>
                                          </p:stCondLst>
                                        </p:cTn>
                                        <p:tgtEl>
                                          <p:spTgt spid="69"/>
                                        </p:tgtEl>
                                        <p:attrNameLst>
                                          <p:attrName>style.visibility</p:attrName>
                                        </p:attrNameLst>
                                      </p:cBhvr>
                                      <p:to>
                                        <p:strVal val="visible"/>
                                      </p:to>
                                    </p:set>
                                    <p:animEffect transition="in" filter="wipe(down)">
                                      <p:cBhvr>
                                        <p:cTn id="270" dur="250"/>
                                        <p:tgtEl>
                                          <p:spTgt spid="69"/>
                                        </p:tgtEl>
                                      </p:cBhvr>
                                    </p:animEffect>
                                  </p:childTnLst>
                                </p:cTn>
                              </p:par>
                              <p:par>
                                <p:cTn id="271" presetID="10" presetClass="entr" presetSubtype="0" fill="hold" nodeType="withEffect">
                                  <p:stCondLst>
                                    <p:cond delay="290"/>
                                  </p:stCondLst>
                                  <p:childTnLst>
                                    <p:set>
                                      <p:cBhvr>
                                        <p:cTn id="272" dur="1" fill="hold">
                                          <p:stCondLst>
                                            <p:cond delay="0"/>
                                          </p:stCondLst>
                                        </p:cTn>
                                        <p:tgtEl>
                                          <p:spTgt spid="70"/>
                                        </p:tgtEl>
                                        <p:attrNameLst>
                                          <p:attrName>style.visibility</p:attrName>
                                        </p:attrNameLst>
                                      </p:cBhvr>
                                      <p:to>
                                        <p:strVal val="visible"/>
                                      </p:to>
                                    </p:set>
                                    <p:animEffect transition="in" filter="fade">
                                      <p:cBhvr>
                                        <p:cTn id="273" dur="225"/>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P spid="37" grpId="0" build="p"/>
      <p:bldP spid="41" grpId="0" build="p"/>
      <p:bldP spid="4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Love y Rayleigh: las ondas de superficie que usa el método</a:t>
            </a:r>
            <a:endParaRPr lang="en-US" sz="2200" dirty="0"/>
          </a:p>
        </p:txBody>
      </p:sp>
      <p:sp>
        <p:nvSpPr>
          <p:cNvPr id="3" name="Obj [o25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Love solo existen si una capa blanda cubre un medio más rápido</a:t>
            </a:r>
            <a:endParaRPr lang="en-US" sz="1400" dirty="0"/>
          </a:p>
        </p:txBody>
      </p:sp>
      <p:pic>
        <p:nvPicPr>
          <p:cNvPr id="4" name="Obj [o252]" descr="Onda SH atrapada en una capa blanda por reflexión total en la interfaz y reflexión en la superficie libre">    </p:cNvPr>
          <p:cNvPicPr>
            <a:picLocks noChangeAspect="1"/>
          </p:cNvPicPr>
          <p:nvPr/>
        </p:nvPicPr>
        <p:blipFill>
          <a:blip r:embed="rId1"/>
          <a:stretch>
            <a:fillRect/>
          </a:stretch>
        </p:blipFill>
        <p:spPr>
          <a:xfrm>
            <a:off x="966136" y="1601523"/>
            <a:ext cx="4487298" cy="2724431"/>
          </a:xfrm>
          <a:prstGeom prst="rect">
            <a:avLst/>
          </a:prstGeom>
        </p:spPr>
      </p:pic>
      <p:sp>
        <p:nvSpPr>
          <p:cNvPr id="5" name="Obj [o253]"/>
          <p:cNvSpPr/>
          <p:nvPr/>
        </p:nvSpPr>
        <p:spPr>
          <a:xfrm>
            <a:off x="5613694" y="1641589"/>
            <a:ext cx="2564170"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254]"/>
              <p:cNvSpPr txBox="1"/>
              <p:nvPr/>
            </p:nvSpPr>
            <p:spPr>
              <a:xfrm>
                <a:off x="5613694" y="1641589"/>
                <a:ext cx="2564170"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θ</m:t>
                          </m:r>
                        </m:e>
                        <m:sub>
                          <m:r>
                            <m:rPr>
                              <m:sty m:val="p"/>
                            </m:rPr>
                            <a:rPr lang="es-ES" sz="1800">
                              <a:solidFill>
                                <a:srgbClr val="1F4E79"/>
                              </a:solidFill>
                              <a:latin typeface="Cambria Math" panose="02040503050406030204" pitchFamily="18" charset="0"/>
                            </a:rPr>
                            <m:t xml:space="preserve">c</m:t>
                          </m:r>
                        </m:sub>
                      </m:sSub>
                      <m:r>
                        <a:rPr lang="es-ES" sz="1800" i="1">
                          <a:solidFill>
                            <a:srgbClr val="1F4E79"/>
                          </a:solidFill>
                          <a:latin typeface="Cambria Math" panose="02040503050406030204" pitchFamily="18" charset="0"/>
                        </a:rPr>
                        <m:t xml:space="preserve">=arcsin</m:t>
                      </m:r>
                      <m:r>
                        <a:rPr lang="es-ES" sz="1800" i="1">
                          <a:solidFill>
                            <a:srgbClr val="1F4E79"/>
                          </a:solidFill>
                          <a:latin typeface="Cambria Math" panose="02040503050406030204" pitchFamily="18" charset="0"/>
                        </a:rPr>
                        <m:t xml:space="preserve">(</m:t>
                      </m:r>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s1</m:t>
                              </m:r>
                            </m:sub>
                          </m:sSub>
                        </m:num>
                        <m:den>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s2</m:t>
                              </m:r>
                            </m:sub>
                          </m:sSub>
                        </m:den>
                      </m:f>
                      <m:r>
                        <a:rPr lang="es-ES" sz="1800" i="1">
                          <a:solidFill>
                            <a:srgbClr val="1F4E79"/>
                          </a:solidFill>
                          <a:latin typeface="Cambria Math" panose="02040503050406030204" pitchFamily="18" charset="0"/>
                        </a:rPr>
                        <m:t xml:space="preserve">)</m:t>
                      </m:r>
                    </m:oMath>
                  </m:oMathPara>
                </a14:m>
                <a:endParaRPr lang="es-ES"/>
              </a:p>
            </p:txBody>
          </p:sp>
        </mc:Choice>
        <mc:Fallback>
          <p:sp>
            <p:nvSpPr>
              <p:cNvPr id="6" name="Obj [o254]"/>
              <p:cNvSpPr txBox="1"/>
              <p:nvPr/>
            </p:nvSpPr>
            <p:spPr>
              <a:xfrm>
                <a:off x="5613694" y="1641589"/>
                <a:ext cx="2564170"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θc = arcsin(Vs1 / Vs2)</a:t>
                </a:r>
                <a:endParaRPr lang="en-US" sz="2159" dirty="0"/>
              </a:p>
            </p:txBody>
          </p:sp>
        </mc:Fallback>
      </mc:AlternateContent>
      <p:sp>
        <p:nvSpPr>
          <p:cNvPr id="7" name="Obj [o255]"/>
          <p:cNvSpPr txBox="1"/>
          <p:nvPr/>
        </p:nvSpPr>
        <p:spPr>
          <a:xfrm>
            <a:off x="5613694" y="2523022"/>
            <a:ext cx="256417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Queda atrapada entre la superficie libre y la interfaz</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s1</m:t>
                        </m:r>
                      </m:sub>
                    </m:sSub>
                    <m:r>
                      <m:rPr>
                        <m:sty m:val="p"/>
                      </m:rPr>
                      <a:rPr lang="es-ES" sz="1440">
                        <a:solidFill>
                          <a:srgbClr val="2D2D2D"/>
                        </a:solidFill>
                        <a:latin typeface="Cambria Math" panose="02040503050406030204" pitchFamily="18" charset="0"/>
                      </a:rPr>
                      <m:t xml:space="preserve">&lt;</m:t>
                    </m:r>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s2</m:t>
                        </m:r>
                      </m:sub>
                    </m:sSub>
                  </m:oMath>
                </a14:m>
              </mc:Choice>
              <mc:Fallback>
                <a:r>
                  <a:rPr lang="en-US" sz="1440" dirty="0">
                    <a:solidFill>
                      <a:srgbClr val="2D2D2D"/>
                    </a:solidFill>
                    <a:latin typeface="Arial" pitchFamily="34" charset="0"/>
                    <a:ea typeface="Arial" pitchFamily="34" charset="-122"/>
                    <a:cs typeface="Arial" pitchFamily="34" charset="-120"/>
                  </a:rPr>
                  <a:t>Vs1 &lt; Vs2</a:t>
                </a:r>
              </mc:Fallback>
            </mc:AlternateContent>
            <a:endParaRPr lang="en-US" sz="1440" dirty="0"/>
          </a:p>
        </p:txBody>
      </p:sp>
      <p:sp>
        <p:nvSpPr>
          <p:cNvPr id="9" name="Obj [o25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ver Foti et al. (2014), cap. 2 (a confirmar).</a:t>
            </a:r>
            <a:endParaRPr lang="en-US" sz="800" dirty="0"/>
          </a:p>
        </p:txBody>
      </p:sp>
      <p:sp>
        <p:nvSpPr>
          <p:cNvPr id="10" name="Obj [o25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Love: movimiento horizontal, perpendicular a la propagación</a:t>
            </a:r>
            <a:endParaRPr lang="en-US" sz="1400" dirty="0"/>
          </a:p>
        </p:txBody>
      </p:sp>
      <p:pic>
        <p:nvPicPr>
          <p:cNvPr id="11" name="Obj [o258]" descr="Onda Love: movimiento horizontal transversal a la propagación">    </p:cNvPr>
          <p:cNvPicPr>
            <a:picLocks noChangeAspect="1"/>
          </p:cNvPicPr>
          <p:nvPr/>
        </p:nvPicPr>
        <p:blipFill>
          <a:blip r:embed="rId2"/>
          <a:stretch>
            <a:fillRect/>
          </a:stretch>
        </p:blipFill>
        <p:spPr>
          <a:xfrm>
            <a:off x="441794" y="1633397"/>
            <a:ext cx="4257923" cy="2128962"/>
          </a:xfrm>
          <a:prstGeom prst="rect">
            <a:avLst/>
          </a:prstGeom>
        </p:spPr>
      </p:pic>
      <p:sp>
        <p:nvSpPr>
          <p:cNvPr id="12" name="Obj [o259]"/>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Resulta de la interferencia constructiva de las SH atrapadas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Sin componente vertical: un geófono vertical no la registra</a:t>
            </a:r>
            <a:endParaRPr lang="en-US" sz="1380" dirty="0"/>
          </a:p>
        </p:txBody>
      </p:sp>
      <p:sp>
        <p:nvSpPr>
          <p:cNvPr id="13" name="Obj [o26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4" name="Obj [o26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Rayleigh: P y SV acopladas en la superficie libre, con órbita elíptica</a:t>
            </a:r>
            <a:endParaRPr lang="en-US" sz="1400" dirty="0"/>
          </a:p>
        </p:txBody>
      </p:sp>
      <p:pic>
        <p:nvPicPr>
          <p:cNvPr id="15" name="Obj [o262]" descr="Onda Rayleigh: movimiento elíptico retrógrado en el plano vertical">    </p:cNvPr>
          <p:cNvPicPr>
            <a:picLocks noChangeAspect="1"/>
          </p:cNvPicPr>
          <p:nvPr/>
        </p:nvPicPr>
        <p:blipFill>
          <a:blip r:embed="rId3"/>
          <a:stretch>
            <a:fillRect/>
          </a:stretch>
        </p:blipFill>
        <p:spPr>
          <a:xfrm>
            <a:off x="441794" y="1633397"/>
            <a:ext cx="4257923" cy="2128962"/>
          </a:xfrm>
          <a:prstGeom prst="rect">
            <a:avLst/>
          </a:prstGeom>
        </p:spPr>
      </p:pic>
      <p:sp>
        <p:nvSpPr>
          <p:cNvPr id="16" name="Obj [o263]"/>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Acopla P y SV en la superficie libre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Movimiento elíptico retrógrado en el plano vertical</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Existe incluso en un semiespacio homogéneo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Tiene componente vertical: la registra el geófono vertical</a:t>
            </a:r>
            <a:endParaRPr lang="en-US" sz="1380" dirty="0"/>
          </a:p>
        </p:txBody>
      </p:sp>
      <p:sp>
        <p:nvSpPr>
          <p:cNvPr id="17" name="Obj [o26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8" name="Obj [o26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fuente en superficie envía dos tercios de su energía en ondas Rayleigh</a:t>
            </a:r>
            <a:endParaRPr lang="en-US" sz="1400" dirty="0"/>
          </a:p>
        </p:txBody>
      </p:sp>
      <p:graphicFrame>
        <p:nvGraphicFramePr>
          <p:cNvPr id="19" name="Obj [o266]" descr=""/>
          <p:cNvGraphicFramePr/>
          <p:nvPr/>
        </p:nvGraphicFramePr>
        <p:xfrm>
          <a:off x="441794" y="1557362"/>
          <a:ext cx="3801717" cy="2737237"/>
        </p:xfrm>
        <a:graphic xmlns:a="http://schemas.openxmlformats.org/drawingml/2006/main">
          <a:graphicData uri="http://schemas.openxmlformats.org/drawingml/2006/chart">
            <c:chart xmlns:c="http://schemas.openxmlformats.org/drawingml/2006/chart" r:id="rId4"/>
          </a:graphicData>
        </a:graphic>
      </p:graphicFrame>
      <p:sp>
        <p:nvSpPr>
          <p:cNvPr id="20" name="Obj [o267]"/>
          <p:cNvSpPr txBox="1"/>
          <p:nvPr/>
        </p:nvSpPr>
        <p:spPr>
          <a:xfrm>
            <a:off x="4471615" y="1709431"/>
            <a:ext cx="2813271" cy="1292584"/>
          </a:xfrm>
          <a:prstGeom prst="rect">
            <a:avLst/>
          </a:prstGeom>
          <a:noFill/>
          <a:ln/>
        </p:spPr>
        <p:txBody>
          <a:bodyPr wrap="square" lIns="0" tIns="0" rIns="0" bIns="0" rtlCol="0" anchor="t"/>
          <a:lstStyle/>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Rayleigh 67 %, S 26 %, P 7 %</a:t>
            </a:r>
            <a:endParaRPr lang="en-US" sz="1726" dirty="0"/>
          </a:p>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Las Rayleigh dominan el registro en superficie</a:t>
            </a:r>
            <a:endParaRPr lang="en-US" sz="1726" dirty="0"/>
          </a:p>
        </p:txBody>
      </p:sp>
      <p:sp>
        <p:nvSpPr>
          <p:cNvPr id="21" name="Obj [o268]"/>
          <p:cNvSpPr txBox="1"/>
          <p:nvPr/>
        </p:nvSpPr>
        <p:spPr>
          <a:xfrm>
            <a:off x="4471615" y="3154084"/>
            <a:ext cx="2813271" cy="760343"/>
          </a:xfrm>
          <a:prstGeom prst="rect">
            <a:avLst/>
          </a:prstGeom>
          <a:noFill/>
          <a:ln/>
        </p:spPr>
        <p:txBody>
          <a:bodyPr wrap="square" lIns="0" tIns="0" rIns="0" bIns="0" rtlCol="0" anchor="t"/>
          <a:lstStyle/>
          <a:p>
            <a:pPr indent="0" marL="0">
              <a:buNone/>
            </a:pPr>
            <a:r>
              <a:rPr lang="en-US" sz="138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380" i="1">
                        <a:solidFill>
                          <a:srgbClr val="6B6B6B"/>
                        </a:solidFill>
                        <a:latin typeface="Cambria Math" panose="02040503050406030204" pitchFamily="18" charset="0"/>
                      </a:rPr>
                      <m:t xml:space="preserve">ν</m:t>
                    </m:r>
                    <m:r>
                      <m:rPr>
                        <m:sty m:val="p"/>
                      </m:rPr>
                      <a:rPr lang="es-ES" sz="1380">
                        <a:solidFill>
                          <a:srgbClr val="6B6B6B"/>
                        </a:solidFill>
                        <a:latin typeface="Cambria Math" panose="02040503050406030204" pitchFamily="18" charset="0"/>
                      </a:rPr>
                      <m:t xml:space="preserve">=</m:t>
                    </m:r>
                    <m:r>
                      <m:rPr>
                        <m:sty m:val="p"/>
                      </m:rPr>
                      <a:rPr lang="es-ES" sz="1380">
                        <a:solidFill>
                          <a:srgbClr val="6B6B6B"/>
                        </a:solidFill>
                        <a:latin typeface="Cambria Math" panose="02040503050406030204" pitchFamily="18" charset="0"/>
                      </a:rPr>
                      <m:t xml:space="preserve">0,25</m:t>
                    </m:r>
                  </m:oMath>
                </a14:m>
              </mc:Choice>
              <mc:Fallback>
                <a:r>
                  <a:rPr lang="en-US" sz="1380" dirty="0">
                    <a:solidFill>
                      <a:srgbClr val="6B6B6B"/>
                    </a:solidFill>
                    <a:latin typeface="Arial" pitchFamily="34" charset="0"/>
                    <a:ea typeface="Arial" pitchFamily="34" charset="-122"/>
                    <a:cs typeface="Arial" pitchFamily="34" charset="-120"/>
                  </a:rPr>
                  <a:t>ν = 0,25</a:t>
                </a:r>
              </mc:Fallback>
            </mc:AlternateContent>
            <a:r>
              <a:rPr lang="en-US" sz="1380" dirty="0">
                <a:solidFill>
                  <a:srgbClr val="6B6B6B"/>
                </a:solidFill>
                <a:latin typeface="Arial" pitchFamily="34" charset="0"/>
                <a:ea typeface="Arial" pitchFamily="34" charset="-122"/>
                <a:cs typeface="Arial" pitchFamily="34" charset="-120"/>
              </a:rPr>
              <a:t>, fuente vertical circular y semiespacio homogéneo e isótropo</a:t>
            </a:r>
            <a:endParaRPr lang="en-US" sz="1380" dirty="0"/>
          </a:p>
        </p:txBody>
      </p:sp>
      <p:sp>
        <p:nvSpPr>
          <p:cNvPr id="23" name="Obj [o2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Miller y Pursey (1955); reproducido en Foti et al. (2014), cap. 2 (a confirmar).</a:t>
            </a:r>
            <a:endParaRPr lang="en-US" sz="800" dirty="0"/>
          </a:p>
        </p:txBody>
      </p:sp>
      <p:sp>
        <p:nvSpPr>
          <p:cNvPr id="24" name="Obj [o27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Además, las Rayleigh se atenúan menos con la distancia que las de cuerpo</a:t>
            </a:r>
            <a:endParaRPr lang="en-US" sz="1400" dirty="0"/>
          </a:p>
        </p:txBody>
      </p:sp>
      <p:graphicFrame>
        <p:nvGraphicFramePr>
          <p:cNvPr id="25" name="Obj [o271]" descr=""/>
          <p:cNvGraphicFramePr/>
          <p:nvPr/>
        </p:nvGraphicFramePr>
        <p:xfrm>
          <a:off x="441794" y="1557362"/>
          <a:ext cx="4257923" cy="2737237"/>
        </p:xfrm>
        <a:graphic xmlns:a="http://schemas.openxmlformats.org/drawingml/2006/main">
          <a:graphicData uri="http://schemas.openxmlformats.org/drawingml/2006/chart">
            <c:chart xmlns:c="http://schemas.openxmlformats.org/drawingml/2006/chart" r:id="rId5"/>
          </a:graphicData>
        </a:graphic>
      </p:graphicFrame>
      <p:sp>
        <p:nvSpPr>
          <p:cNvPr id="26" name="Obj [o272]"/>
          <p:cNvSpPr txBox="1"/>
          <p:nvPr/>
        </p:nvSpPr>
        <p:spPr>
          <a:xfrm>
            <a:off x="4927821" y="1709431"/>
            <a:ext cx="2357065" cy="2509133"/>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Rayleigh: amplitud ∝ 1/√r</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Cuerpo: 1/r en el interior, 1/r² a lo largo de la superficie</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Lejos de la fuente, domina la Rayleigh</a:t>
            </a:r>
            <a:endParaRPr lang="en-US" sz="1380" dirty="0"/>
          </a:p>
        </p:txBody>
      </p:sp>
      <p:sp>
        <p:nvSpPr>
          <p:cNvPr id="27" name="Obj [o2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Richart, Hall y Woods (1970); Foti et al. (2014), cap. 2 (a confirmar).</a:t>
            </a:r>
            <a:endParaRPr lang="en-US" sz="800" dirty="0"/>
          </a:p>
        </p:txBody>
      </p:sp>
      <p:sp>
        <p:nvSpPr>
          <p:cNvPr id="28" name="Obj [o27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c</m:t>
                        </m:r>
                      </m:e>
                      <m:sub>
                        <m:r>
                          <a:rPr lang="es-ES" sz="1400" i="1">
                            <a:solidFill>
                              <a:srgbClr val="2E75B6"/>
                            </a:solidFill>
                            <a:latin typeface="Cambria Math" panose="02040503050406030204" pitchFamily="18" charset="0"/>
                          </a:rPr>
                          <m:t xml:space="preserve">R</m:t>
                        </m:r>
                      </m:sub>
                    </m:sSub>
                    <m:r>
                      <m:rPr>
                        <m:sty m:val="p"/>
                      </m:rPr>
                      <a:rPr lang="es-ES" sz="1400">
                        <a:solidFill>
                          <a:srgbClr val="2E75B6"/>
                        </a:solidFill>
                        <a:latin typeface="Cambria Math" panose="02040503050406030204" pitchFamily="18" charset="0"/>
                      </a:rPr>
                      <m:t xml:space="preserve">≈</m:t>
                    </m:r>
                    <m:r>
                      <m:rPr>
                        <m:sty m:val="p"/>
                      </m:rPr>
                      <a:rPr lang="es-ES" sz="1400">
                        <a:solidFill>
                          <a:srgbClr val="2E75B6"/>
                        </a:solidFill>
                        <a:latin typeface="Cambria Math" panose="02040503050406030204" pitchFamily="18" charset="0"/>
                      </a:rPr>
                      <m:t xml:space="preserve">0,9</m:t>
                    </m:r>
                    <m:r>
                      <m:rPr>
                        <m:sty m:val="p"/>
                      </m:rPr>
                      <a:rPr lang="es-ES" sz="1400">
                        <a:solidFill>
                          <a:srgbClr val="2E75B6"/>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cR ≈ 0,9·Vs</a:t>
                </a:r>
              </mc:Fallback>
            </mc:AlternateContent>
            <a:r>
              <a:rPr lang="en-US" sz="1400" b="1" dirty="0">
                <a:solidFill>
                  <a:srgbClr val="2E75B6"/>
                </a:solidFill>
                <a:latin typeface="Arial" pitchFamily="34" charset="0"/>
                <a:ea typeface="Arial" pitchFamily="34" charset="-122"/>
                <a:cs typeface="Arial" pitchFamily="34" charset="-120"/>
              </a:rPr>
              <a:t> y no depende de la frecuencia</a:t>
            </a:r>
            <a:endParaRPr lang="en-US" sz="1400" dirty="0"/>
          </a:p>
        </p:txBody>
      </p:sp>
      <p:graphicFrame>
        <p:nvGraphicFramePr>
          <p:cNvPr id="30" name="Obj [o275]" descr=""/>
          <p:cNvGraphicFramePr/>
          <p:nvPr/>
        </p:nvGraphicFramePr>
        <p:xfrm>
          <a:off x="441794" y="1557362"/>
          <a:ext cx="3497580" cy="2281030"/>
        </p:xfrm>
        <a:graphic xmlns:a="http://schemas.openxmlformats.org/drawingml/2006/main">
          <a:graphicData uri="http://schemas.openxmlformats.org/drawingml/2006/chart">
            <c:chart xmlns:c="http://schemas.openxmlformats.org/drawingml/2006/chart" r:id="rId6"/>
          </a:graphicData>
        </a:graphic>
      </p:graphicFrame>
      <p:sp>
        <p:nvSpPr>
          <p:cNvPr id="31" name="Obj [o276]"/>
          <p:cNvSpPr/>
          <p:nvPr/>
        </p:nvSpPr>
        <p:spPr>
          <a:xfrm>
            <a:off x="4167477" y="1595380"/>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2" name="Obj [o277]"/>
              <p:cNvSpPr txBox="1"/>
              <p:nvPr/>
            </p:nvSpPr>
            <p:spPr>
              <a:xfrm>
                <a:off x="4167477" y="1595380"/>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≈0,9·</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32" name="Obj [o277]"/>
              <p:cNvSpPr txBox="1"/>
              <p:nvPr/>
            </p:nvSpPr>
            <p:spPr>
              <a:xfrm>
                <a:off x="4167477" y="1595380"/>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0,9 · Vs</a:t>
                </a:r>
                <a:endParaRPr lang="en-US" sz="2071" dirty="0"/>
              </a:p>
            </p:txBody>
          </p:sp>
        </mc:Fallback>
      </mc:AlternateContent>
      <p:sp>
        <p:nvSpPr>
          <p:cNvPr id="33" name="Obj [o278]"/>
          <p:cNvSpPr/>
          <p:nvPr/>
        </p:nvSpPr>
        <p:spPr>
          <a:xfrm>
            <a:off x="4167477" y="2203654"/>
            <a:ext cx="3117408"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4" name="Obj [o279]"/>
              <p:cNvSpPr txBox="1"/>
              <p:nvPr/>
            </p:nvSpPr>
            <p:spPr>
              <a:xfrm>
                <a:off x="4167477" y="2203654"/>
                <a:ext cx="3117408"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a:rPr lang="es-ES" sz="2100" i="1">
                              <a:solidFill>
                                <a:srgbClr val="1F4E79"/>
                              </a:solidFill>
                              <a:latin typeface="Cambria Math" panose="02040503050406030204" pitchFamily="18" charset="0"/>
                            </a:rPr>
                            <m:t xml:space="preserve">R</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0,862+1,14ν</m:t>
                          </m:r>
                        </m:num>
                        <m:den>
                          <m:r>
                            <a:rPr lang="es-ES" sz="2100" i="1">
                              <a:solidFill>
                                <a:srgbClr val="1F4E79"/>
                              </a:solidFill>
                              <a:latin typeface="Cambria Math" panose="02040503050406030204" pitchFamily="18" charset="0"/>
                            </a:rPr>
                            <m:t xml:space="preserve">1+ν</m:t>
                          </m:r>
                        </m:den>
                      </m:f>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oMath>
                  </m:oMathPara>
                </a14:m>
                <a:endParaRPr lang="es-ES"/>
              </a:p>
            </p:txBody>
          </p:sp>
        </mc:Choice>
        <mc:Fallback>
          <p:sp>
            <p:nvSpPr>
              <p:cNvPr id="34" name="Obj [o279]"/>
              <p:cNvSpPr txBox="1"/>
              <p:nvPr/>
            </p:nvSpPr>
            <p:spPr>
              <a:xfrm>
                <a:off x="4167477" y="2203654"/>
                <a:ext cx="3117408"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(0,862 + 1,14ν)/(1 + ν) · Vs</a:t>
                </a:r>
                <a:endParaRPr lang="en-US" sz="2071" dirty="0"/>
              </a:p>
            </p:txBody>
          </p:sp>
        </mc:Fallback>
      </mc:AlternateContent>
      <p:sp>
        <p:nvSpPr>
          <p:cNvPr id="35" name="Obj [o280]"/>
          <p:cNvSpPr txBox="1"/>
          <p:nvPr/>
        </p:nvSpPr>
        <p:spPr>
          <a:xfrm>
            <a:off x="4167477" y="2963998"/>
            <a:ext cx="3117408" cy="760343"/>
          </a:xfrm>
          <a:prstGeom prst="rect">
            <a:avLst/>
          </a:prstGeom>
          <a:noFill/>
          <a:ln/>
        </p:spPr>
        <p:txBody>
          <a:bodyPr wrap="square" lIns="0" tIns="0" rIns="0" bIns="0" rtlCol="0" anchor="t"/>
          <a:lstStyle/>
          <a:p>
            <a:pPr marL="342900" indent="-342900">
              <a:spcAft>
                <a:spcPts val="518"/>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c</m:t>
                        </m:r>
                      </m:e>
                      <m:sub>
                        <m:r>
                          <a:rPr lang="es-ES" sz="1208" i="1">
                            <a:solidFill>
                              <a:srgbClr val="2D2D2D"/>
                            </a:solidFill>
                            <a:latin typeface="Cambria Math" panose="02040503050406030204" pitchFamily="18" charset="0"/>
                          </a:rPr>
                          <m:t xml:space="preserve">R</m:t>
                        </m:r>
                      </m:sub>
                    </m:sSub>
                    <m:r>
                      <m:rPr>
                        <m:sty m:val="p"/>
                      </m:rPr>
                      <a:rPr lang="es-ES" sz="1208">
                        <a:solidFill>
                          <a:srgbClr val="2D2D2D"/>
                        </a:solidFill>
                        <a:latin typeface="Cambria Math" panose="02040503050406030204" pitchFamily="18" charset="0"/>
                      </a:rPr>
                      <m:t xml:space="preserve">/</m:t>
                    </m:r>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V</m:t>
                        </m:r>
                      </m:e>
                      <m:sub>
                        <m:r>
                          <a:rPr lang="es-ES" sz="1208" i="1">
                            <a:solidFill>
                              <a:srgbClr val="2D2D2D"/>
                            </a:solidFill>
                            <a:latin typeface="Cambria Math" panose="02040503050406030204" pitchFamily="18" charset="0"/>
                          </a:rPr>
                          <m:t xml:space="preserve">s</m:t>
                        </m:r>
                      </m:sub>
                    </m:sSub>
                  </m:oMath>
                </a14:m>
              </mc:Choice>
              <mc:Fallback>
                <a:r>
                  <a:rPr lang="en-US" sz="1208" dirty="0">
                    <a:solidFill>
                      <a:srgbClr val="2D2D2D"/>
                    </a:solidFill>
                    <a:latin typeface="Arial" pitchFamily="34" charset="0"/>
                    <a:ea typeface="Arial" pitchFamily="34" charset="-122"/>
                    <a:cs typeface="Arial" pitchFamily="34" charset="-120"/>
                  </a:rPr>
                  <a:t>cR / Vs</a:t>
                </a:r>
              </mc:Fallback>
            </mc:AlternateContent>
            <a:r>
              <a:rPr lang="en-US" sz="1208"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ν</m:t>
                    </m:r>
                  </m:oMath>
                </a14:m>
              </mc:Choice>
              <mc:Fallback>
                <a:r>
                  <a:rPr lang="en-US" sz="1208" dirty="0">
                    <a:solidFill>
                      <a:srgbClr val="2D2D2D"/>
                    </a:solidFill>
                    <a:latin typeface="Arial" pitchFamily="34" charset="0"/>
                    <a:ea typeface="Arial" pitchFamily="34" charset="-122"/>
                    <a:cs typeface="Arial" pitchFamily="34" charset="-120"/>
                  </a:rPr>
                  <a:t>ν</a:t>
                </a:r>
              </mc:Fallback>
            </mc:AlternateContent>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c</m:t>
                        </m:r>
                      </m:e>
                      <m:sub>
                        <m:r>
                          <a:rPr lang="es-ES" sz="1208" i="1">
                            <a:solidFill>
                              <a:srgbClr val="2D2D2D"/>
                            </a:solidFill>
                            <a:latin typeface="Cambria Math" panose="02040503050406030204" pitchFamily="18" charset="0"/>
                          </a:rPr>
                          <m:t xml:space="preserve">R</m:t>
                        </m:r>
                      </m:sub>
                    </m:sSub>
                  </m:oMath>
                </a14:m>
              </mc:Choice>
              <mc:Fallback>
                <a:r>
                  <a:rPr lang="en-US" sz="1208" dirty="0">
                    <a:solidFill>
                      <a:srgbClr val="2D2D2D"/>
                    </a:solidFill>
                    <a:latin typeface="Arial" pitchFamily="34" charset="0"/>
                    <a:ea typeface="Arial" pitchFamily="34" charset="-122"/>
                    <a:cs typeface="Arial" pitchFamily="34" charset="-120"/>
                  </a:rPr>
                  <a:t>cR</a:t>
                </a:r>
              </mc:Fallback>
            </mc:AlternateContent>
            <a:endParaRPr lang="en-US" sz="1208" dirty="0"/>
          </a:p>
        </p:txBody>
      </p:sp>
      <p:sp>
        <p:nvSpPr>
          <p:cNvPr id="39" name="Obj [o281]"/>
          <p:cNvSpPr/>
          <p:nvPr/>
        </p:nvSpPr>
        <p:spPr>
          <a:xfrm>
            <a:off x="4167477" y="3762358"/>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282]"/>
              <p:cNvSpPr txBox="1"/>
              <p:nvPr/>
            </p:nvSpPr>
            <p:spPr>
              <a:xfrm>
                <a:off x="4167477" y="3762358"/>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num>
                        <m:den>
                          <m:r>
                            <a:rPr lang="es-ES" sz="2400" i="1">
                              <a:solidFill>
                                <a:srgbClr val="1F4E79"/>
                              </a:solidFill>
                              <a:latin typeface="Cambria Math" panose="02040503050406030204" pitchFamily="18" charset="0"/>
                            </a:rPr>
                            <m:t xml:space="preserve">0,9</m:t>
                          </m:r>
                        </m:den>
                      </m:f>
                    </m:oMath>
                  </m:oMathPara>
                </a14:m>
                <a:endParaRPr lang="es-ES"/>
              </a:p>
            </p:txBody>
          </p:sp>
        </mc:Choice>
        <mc:Fallback>
          <p:sp>
            <p:nvSpPr>
              <p:cNvPr id="40" name="Obj [o282]"/>
              <p:cNvSpPr txBox="1"/>
              <p:nvPr/>
            </p:nvSpPr>
            <p:spPr>
              <a:xfrm>
                <a:off x="4167477" y="3762358"/>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cR / 0,9</a:t>
                </a:r>
                <a:endParaRPr lang="en-US" sz="2071" dirty="0"/>
              </a:p>
            </p:txBody>
          </p:sp>
        </mc:Fallback>
      </mc:AlternateContent>
      <p:sp>
        <p:nvSpPr>
          <p:cNvPr id="41" name="Obj [o28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Aproximación de Viktorov (1967), en Foti et al. (2014), cap. 2 (a confirmar).</a:t>
            </a:r>
            <a:endParaRPr lang="en-US" sz="800" dirty="0"/>
          </a:p>
        </p:txBody>
      </p:sp>
      <p:sp>
        <p:nvSpPr>
          <p:cNvPr id="4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fill="hold" nodeType="withEffect">
                                  <p:stCondLst>
                                    <p:cond delay="205"/>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25"/>
                                        <p:tgtEl>
                                          <p:spTgt spid="5"/>
                                        </p:tgtEl>
                                      </p:cBhvr>
                                    </p:animEffect>
                                  </p:childTnLst>
                                </p:cTn>
                              </p:par>
                              <p:par>
                                <p:cTn id="16" presetID="22" presetClass="entr" presetSubtype="8" fill="hold" nodeType="withEffect">
                                  <p:stCondLst>
                                    <p:cond delay="205"/>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250"/>
                                        <p:tgtEl>
                                          <p:spTgt spid="6"/>
                                        </p:tgtEl>
                                      </p:cBhvr>
                                    </p:animEffect>
                                  </p:childTnLst>
                                </p:cTn>
                              </p:par>
                              <p:par>
                                <p:cTn id="19" presetID="10" presetClass="entr" presetSubtype="0" grpId="0" fill="hold" nodeType="withEffect">
                                  <p:stCondLst>
                                    <p:cond delay="24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225"/>
                                        <p:tgtEl>
                                          <p:spTgt spid="7">
                                            <p:txEl>
                                              <p:pRg st="0" end="0"/>
                                            </p:txEl>
                                          </p:spTgt>
                                        </p:tgtEl>
                                      </p:cBhvr>
                                    </p:animEffect>
                                  </p:childTnLst>
                                </p:cTn>
                              </p:par>
                              <p:par>
                                <p:cTn id="22" presetID="10" presetClass="entr" presetSubtype="0" grpId="0" fill="hold" nodeType="withEffect">
                                  <p:stCondLst>
                                    <p:cond delay="43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225"/>
                                        <p:tgtEl>
                                          <p:spTgt spid="7">
                                            <p:txEl>
                                              <p:pRg st="1" end="1"/>
                                            </p:txEl>
                                          </p:spTgt>
                                        </p:tgtEl>
                                      </p:cBhvr>
                                    </p:animEffect>
                                  </p:childTnLst>
                                </p:cTn>
                              </p:par>
                              <p:par>
                                <p:cTn id="25" presetID="10" presetClass="entr" presetSubtype="0" grpId="0" fill="hold" nodeType="withEffect">
                                  <p:stCondLst>
                                    <p:cond delay="62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225"/>
                                        <p:tgtEl>
                                          <p:spTgt spid="7">
                                            <p:txEl>
                                              <p:pRg st="2" end="2"/>
                                            </p:txEl>
                                          </p:spTgt>
                                        </p:tgtEl>
                                      </p:cBhvr>
                                    </p:animEffect>
                                  </p:childTnLst>
                                </p:cTn>
                              </p:par>
                              <p:par>
                                <p:cTn id="28" presetID="10" presetClass="entr" presetSubtype="0" fill="hold" nodeType="withEffect">
                                  <p:stCondLst>
                                    <p:cond delay="2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225"/>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175"/>
                                        <p:tgtEl>
                                          <p:spTgt spid="3"/>
                                        </p:tgtEl>
                                      </p:cBhvr>
                                    </p:animEffect>
                                    <p:set>
                                      <p:cBhvr>
                                        <p:cTn id="35" dur="1" fill="hold">
                                          <p:stCondLst>
                                            <p:cond delay="174"/>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175"/>
                                        <p:tgtEl>
                                          <p:spTgt spid="5"/>
                                        </p:tgtEl>
                                      </p:cBhvr>
                                    </p:animEffect>
                                    <p:set>
                                      <p:cBhvr>
                                        <p:cTn id="38" dur="1" fill="hold">
                                          <p:stCondLst>
                                            <p:cond delay="174"/>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75"/>
                                        <p:tgtEl>
                                          <p:spTgt spid="6"/>
                                        </p:tgtEl>
                                      </p:cBhvr>
                                    </p:animEffect>
                                    <p:set>
                                      <p:cBhvr>
                                        <p:cTn id="41" dur="1" fill="hold">
                                          <p:stCondLst>
                                            <p:cond delay="174"/>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175"/>
                                        <p:tgtEl>
                                          <p:spTgt spid="7">
                                            <p:txEl>
                                              <p:pRg st="0" end="0"/>
                                            </p:txEl>
                                          </p:spTgt>
                                        </p:tgtEl>
                                      </p:cBhvr>
                                    </p:animEffect>
                                    <p:set>
                                      <p:cBhvr>
                                        <p:cTn id="44" dur="1" fill="hold">
                                          <p:stCondLst>
                                            <p:cond delay="174"/>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175"/>
                                        <p:tgtEl>
                                          <p:spTgt spid="7">
                                            <p:txEl>
                                              <p:pRg st="1" end="1"/>
                                            </p:txEl>
                                          </p:spTgt>
                                        </p:tgtEl>
                                      </p:cBhvr>
                                    </p:animEffect>
                                    <p:set>
                                      <p:cBhvr>
                                        <p:cTn id="47" dur="1" fill="hold">
                                          <p:stCondLst>
                                            <p:cond delay="174"/>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175"/>
                                        <p:tgtEl>
                                          <p:spTgt spid="7">
                                            <p:txEl>
                                              <p:pRg st="2" end="2"/>
                                            </p:txEl>
                                          </p:spTgt>
                                        </p:tgtEl>
                                      </p:cBhvr>
                                    </p:animEffect>
                                    <p:set>
                                      <p:cBhvr>
                                        <p:cTn id="50" dur="1" fill="hold">
                                          <p:stCondLst>
                                            <p:cond delay="174"/>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9"/>
                                        </p:tgtEl>
                                      </p:cBhvr>
                                    </p:animEffect>
                                    <p:set>
                                      <p:cBhvr>
                                        <p:cTn id="53" dur="1" fill="hold">
                                          <p:stCondLst>
                                            <p:cond delay="174"/>
                                          </p:stCondLst>
                                        </p:cTn>
                                        <p:tgtEl>
                                          <p:spTgt spid="9"/>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21888 E" pathEditMode="relative" rAng="0" ptsTypes="AA">
                                      <p:cBhvr>
                                        <p:cTn id="55" dur="375" fill="hold"/>
                                        <p:tgtEl>
                                          <p:spTgt spid="4"/>
                                        </p:tgtEl>
                                        <p:attrNameLst>
                                          <p:attrName>ppt_x</p:attrName>
                                          <p:attrName>ppt_y</p:attrName>
                                        </p:attrNameLst>
                                      </p:cBhvr>
                                      <p:rCtr x="27073" y="-10943"/>
                                    </p:animMotion>
                                  </p:childTnLst>
                                </p:cTn>
                              </p:par>
                              <p:par>
                                <p:cTn id="56" presetID="6" presetClass="emph" presetSubtype="0" accel="50000" decel="50000" fill="hold" nodeType="withEffect">
                                  <p:stCondLst>
                                    <p:cond delay="0"/>
                                  </p:stCondLst>
                                  <p:childTnLst>
                                    <p:animScale>
                                      <p:cBhvr>
                                        <p:cTn id="57" dur="375" fill="hold"/>
                                        <p:tgtEl>
                                          <p:spTgt spid="4"/>
                                        </p:tgtEl>
                                      </p:cBhvr>
                                      <p:by x="26179" y="26179"/>
                                    </p:animScale>
                                  </p:childTnLst>
                                </p:cTn>
                              </p:par>
                              <p:par>
                                <p:cTn id="58" presetID="10" presetClass="entr" presetSubtype="0" fill="hold" nodeType="withEffect">
                                  <p:stCondLst>
                                    <p:cond delay="225"/>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225"/>
                                        <p:tgtEl>
                                          <p:spTgt spid="10"/>
                                        </p:tgtEl>
                                      </p:cBhvr>
                                    </p:animEffect>
                                  </p:childTnLst>
                                </p:cTn>
                              </p:par>
                              <p:par>
                                <p:cTn id="61" presetID="53" presetClass="entr" presetSubtype="16" fill="hold" nodeType="withEffect">
                                  <p:stCondLst>
                                    <p:cond delay="260"/>
                                  </p:stCondLst>
                                  <p:childTnLst>
                                    <p:set>
                                      <p:cBhvr>
                                        <p:cTn id="62" dur="1" fill="hold">
                                          <p:stCondLst>
                                            <p:cond delay="0"/>
                                          </p:stCondLst>
                                        </p:cTn>
                                        <p:tgtEl>
                                          <p:spTgt spid="11"/>
                                        </p:tgtEl>
                                        <p:attrNameLst>
                                          <p:attrName>style.visibility</p:attrName>
                                        </p:attrNameLst>
                                      </p:cBhvr>
                                      <p:to>
                                        <p:strVal val="visible"/>
                                      </p:to>
                                    </p:set>
                                    <p:anim calcmode="lin" valueType="num">
                                      <p:cBhvr>
                                        <p:cTn id="63" dur="300" fill="hold"/>
                                        <p:tgtEl>
                                          <p:spTgt spid="11"/>
                                        </p:tgtEl>
                                        <p:attrNameLst>
                                          <p:attrName>ppt_w</p:attrName>
                                        </p:attrNameLst>
                                      </p:cBhvr>
                                      <p:tavLst>
                                        <p:tav tm="0">
                                          <p:val>
                                            <p:fltVal val="0"/>
                                          </p:val>
                                        </p:tav>
                                        <p:tav tm="100000">
                                          <p:val>
                                            <p:strVal val="#ppt_w"/>
                                          </p:val>
                                        </p:tav>
                                      </p:tavLst>
                                    </p:anim>
                                    <p:anim calcmode="lin" valueType="num">
                                      <p:cBhvr>
                                        <p:cTn id="64" dur="300" fill="hold"/>
                                        <p:tgtEl>
                                          <p:spTgt spid="11"/>
                                        </p:tgtEl>
                                        <p:attrNameLst>
                                          <p:attrName>ppt_h</p:attrName>
                                        </p:attrNameLst>
                                      </p:cBhvr>
                                      <p:tavLst>
                                        <p:tav tm="0">
                                          <p:val>
                                            <p:fltVal val="0"/>
                                          </p:val>
                                        </p:tav>
                                        <p:tav tm="100000">
                                          <p:val>
                                            <p:strVal val="#ppt_h"/>
                                          </p:val>
                                        </p:tav>
                                      </p:tavLst>
                                    </p:anim>
                                    <p:animEffect transition="in" filter="fade">
                                      <p:cBhvr>
                                        <p:cTn id="65" dur="300"/>
                                        <p:tgtEl>
                                          <p:spTgt spid="11"/>
                                        </p:tgtEl>
                                      </p:cBhvr>
                                    </p:animEffect>
                                  </p:childTnLst>
                                </p:cTn>
                              </p:par>
                              <p:par>
                                <p:cTn id="66" presetID="10" presetClass="entr" presetSubtype="0" grpId="0" fill="hold" nodeType="withEffect">
                                  <p:stCondLst>
                                    <p:cond delay="295"/>
                                  </p:stCondLst>
                                  <p:childTnLst>
                                    <p:set>
                                      <p:cBhvr>
                                        <p:cTn id="67" dur="1" fill="hold">
                                          <p:stCondLst>
                                            <p:cond delay="0"/>
                                          </p:stCondLst>
                                        </p:cTn>
                                        <p:tgtEl>
                                          <p:spTgt spid="12">
                                            <p:txEl>
                                              <p:pRg st="0" end="0"/>
                                            </p:txEl>
                                          </p:spTgt>
                                        </p:tgtEl>
                                        <p:attrNameLst>
                                          <p:attrName>style.visibility</p:attrName>
                                        </p:attrNameLst>
                                      </p:cBhvr>
                                      <p:to>
                                        <p:strVal val="visible"/>
                                      </p:to>
                                    </p:set>
                                    <p:animEffect transition="in" filter="fade">
                                      <p:cBhvr>
                                        <p:cTn id="68" dur="225"/>
                                        <p:tgtEl>
                                          <p:spTgt spid="12">
                                            <p:txEl>
                                              <p:pRg st="0" end="0"/>
                                            </p:txEl>
                                          </p:spTgt>
                                        </p:tgtEl>
                                      </p:cBhvr>
                                    </p:animEffect>
                                  </p:childTnLst>
                                </p:cTn>
                              </p:par>
                              <p:par>
                                <p:cTn id="69" presetID="10" presetClass="entr" presetSubtype="0" grpId="0" fill="hold" nodeType="withEffect">
                                  <p:stCondLst>
                                    <p:cond delay="485"/>
                                  </p:stCondLst>
                                  <p:childTnLst>
                                    <p:set>
                                      <p:cBhvr>
                                        <p:cTn id="70" dur="1" fill="hold">
                                          <p:stCondLst>
                                            <p:cond delay="0"/>
                                          </p:stCondLst>
                                        </p:cTn>
                                        <p:tgtEl>
                                          <p:spTgt spid="12">
                                            <p:txEl>
                                              <p:pRg st="1" end="1"/>
                                            </p:txEl>
                                          </p:spTgt>
                                        </p:tgtEl>
                                        <p:attrNameLst>
                                          <p:attrName>style.visibility</p:attrName>
                                        </p:attrNameLst>
                                      </p:cBhvr>
                                      <p:to>
                                        <p:strVal val="visible"/>
                                      </p:to>
                                    </p:set>
                                    <p:animEffect transition="in" filter="fade">
                                      <p:cBhvr>
                                        <p:cTn id="71" dur="225"/>
                                        <p:tgtEl>
                                          <p:spTgt spid="12">
                                            <p:txEl>
                                              <p:pRg st="1" end="1"/>
                                            </p:txEl>
                                          </p:spTgt>
                                        </p:tgtEl>
                                      </p:cBhvr>
                                    </p:animEffect>
                                  </p:childTnLst>
                                </p:cTn>
                              </p:par>
                              <p:par>
                                <p:cTn id="72" presetID="10" presetClass="entr" presetSubtype="0" grpId="0" fill="hold" nodeType="withEffect">
                                  <p:stCondLst>
                                    <p:cond delay="675"/>
                                  </p:stCondLst>
                                  <p:childTnLst>
                                    <p:set>
                                      <p:cBhvr>
                                        <p:cTn id="73" dur="1" fill="hold">
                                          <p:stCondLst>
                                            <p:cond delay="0"/>
                                          </p:stCondLst>
                                        </p:cTn>
                                        <p:tgtEl>
                                          <p:spTgt spid="12">
                                            <p:txEl>
                                              <p:pRg st="2" end="2"/>
                                            </p:txEl>
                                          </p:spTgt>
                                        </p:tgtEl>
                                        <p:attrNameLst>
                                          <p:attrName>style.visibility</p:attrName>
                                        </p:attrNameLst>
                                      </p:cBhvr>
                                      <p:to>
                                        <p:strVal val="visible"/>
                                      </p:to>
                                    </p:set>
                                    <p:animEffect transition="in" filter="fade">
                                      <p:cBhvr>
                                        <p:cTn id="74" dur="225"/>
                                        <p:tgtEl>
                                          <p:spTgt spid="12">
                                            <p:txEl>
                                              <p:pRg st="2" end="2"/>
                                            </p:txEl>
                                          </p:spTgt>
                                        </p:tgtEl>
                                      </p:cBhvr>
                                    </p:animEffect>
                                  </p:childTnLst>
                                </p:cTn>
                              </p:par>
                              <p:par>
                                <p:cTn id="75" presetID="10" presetClass="entr" presetSubtype="0" fill="hold" nodeType="withEffect">
                                  <p:stCondLst>
                                    <p:cond delay="29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225"/>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175"/>
                                        <p:tgtEl>
                                          <p:spTgt spid="10"/>
                                        </p:tgtEl>
                                      </p:cBhvr>
                                    </p:animEffect>
                                    <p:set>
                                      <p:cBhvr>
                                        <p:cTn id="82" dur="1" fill="hold">
                                          <p:stCondLst>
                                            <p:cond delay="174"/>
                                          </p:stCondLst>
                                        </p:cTn>
                                        <p:tgtEl>
                                          <p:spTgt spid="10"/>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175"/>
                                        <p:tgtEl>
                                          <p:spTgt spid="12">
                                            <p:txEl>
                                              <p:pRg st="0" end="0"/>
                                            </p:txEl>
                                          </p:spTgt>
                                        </p:tgtEl>
                                      </p:cBhvr>
                                    </p:animEffect>
                                    <p:set>
                                      <p:cBhvr>
                                        <p:cTn id="85" dur="1" fill="hold">
                                          <p:stCondLst>
                                            <p:cond delay="174"/>
                                          </p:stCondLst>
                                        </p:cTn>
                                        <p:tgtEl>
                                          <p:spTgt spid="12">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175"/>
                                        <p:tgtEl>
                                          <p:spTgt spid="12">
                                            <p:txEl>
                                              <p:pRg st="1" end="1"/>
                                            </p:txEl>
                                          </p:spTgt>
                                        </p:tgtEl>
                                      </p:cBhvr>
                                    </p:animEffect>
                                    <p:set>
                                      <p:cBhvr>
                                        <p:cTn id="88" dur="1" fill="hold">
                                          <p:stCondLst>
                                            <p:cond delay="174"/>
                                          </p:stCondLst>
                                        </p:cTn>
                                        <p:tgtEl>
                                          <p:spTgt spid="12">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175"/>
                                        <p:tgtEl>
                                          <p:spTgt spid="12">
                                            <p:txEl>
                                              <p:pRg st="2" end="2"/>
                                            </p:txEl>
                                          </p:spTgt>
                                        </p:tgtEl>
                                      </p:cBhvr>
                                    </p:animEffect>
                                    <p:set>
                                      <p:cBhvr>
                                        <p:cTn id="91" dur="1" fill="hold">
                                          <p:stCondLst>
                                            <p:cond delay="174"/>
                                          </p:stCondLst>
                                        </p:cTn>
                                        <p:tgtEl>
                                          <p:spTgt spid="12">
                                            <p:txEl>
                                              <p:pRg st="2" end="2"/>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175"/>
                                        <p:tgtEl>
                                          <p:spTgt spid="13"/>
                                        </p:tgtEl>
                                      </p:cBhvr>
                                    </p:animEffect>
                                    <p:set>
                                      <p:cBhvr>
                                        <p:cTn id="94" dur="1" fill="hold">
                                          <p:stCondLst>
                                            <p:cond delay="174"/>
                                          </p:stCondLst>
                                        </p:cTn>
                                        <p:tgtEl>
                                          <p:spTgt spid="13"/>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61136 -0.01786 E" pathEditMode="relative" rAng="0" ptsTypes="AA">
                                      <p:cBhvr>
                                        <p:cTn id="96" dur="375" fill="hold"/>
                                        <p:tgtEl>
                                          <p:spTgt spid="11"/>
                                        </p:tgtEl>
                                        <p:attrNameLst>
                                          <p:attrName>ppt_x</p:attrName>
                                          <p:attrName>ppt_y</p:attrName>
                                        </p:attrNameLst>
                                      </p:cBhvr>
                                      <p:rCtr x="30567" y="-892"/>
                                    </p:animMotion>
                                  </p:childTnLst>
                                </p:cTn>
                              </p:par>
                              <p:par>
                                <p:cTn id="97" presetID="6" presetClass="emph" presetSubtype="0" accel="50000" decel="50000" fill="hold" nodeType="withEffect">
                                  <p:stCondLst>
                                    <p:cond delay="0"/>
                                  </p:stCondLst>
                                  <p:childTnLst>
                                    <p:animScale>
                                      <p:cBhvr>
                                        <p:cTn id="98" dur="375" fill="hold"/>
                                        <p:tgtEl>
                                          <p:spTgt spid="11"/>
                                        </p:tgtEl>
                                      </p:cBhvr>
                                      <p:by x="28992" y="28992"/>
                                    </p:animScale>
                                  </p:childTnLst>
                                </p:cTn>
                              </p:par>
                              <p:par>
                                <p:cTn id="99" presetID="10" presetClass="entr" presetSubtype="0" fill="hold" nodeType="withEffect">
                                  <p:stCondLst>
                                    <p:cond delay="225"/>
                                  </p:stCondLst>
                                  <p:childTnLst>
                                    <p:set>
                                      <p:cBhvr>
                                        <p:cTn id="100" dur="1" fill="hold">
                                          <p:stCondLst>
                                            <p:cond delay="0"/>
                                          </p:stCondLst>
                                        </p:cTn>
                                        <p:tgtEl>
                                          <p:spTgt spid="14"/>
                                        </p:tgtEl>
                                        <p:attrNameLst>
                                          <p:attrName>style.visibility</p:attrName>
                                        </p:attrNameLst>
                                      </p:cBhvr>
                                      <p:to>
                                        <p:strVal val="visible"/>
                                      </p:to>
                                    </p:set>
                                    <p:animEffect transition="in" filter="fade">
                                      <p:cBhvr>
                                        <p:cTn id="101" dur="225"/>
                                        <p:tgtEl>
                                          <p:spTgt spid="14"/>
                                        </p:tgtEl>
                                      </p:cBhvr>
                                    </p:animEffect>
                                  </p:childTnLst>
                                </p:cTn>
                              </p:par>
                              <p:par>
                                <p:cTn id="102" presetID="53" presetClass="entr" presetSubtype="16" fill="hold" nodeType="withEffect">
                                  <p:stCondLst>
                                    <p:cond delay="260"/>
                                  </p:stCondLst>
                                  <p:childTnLst>
                                    <p:set>
                                      <p:cBhvr>
                                        <p:cTn id="103" dur="1" fill="hold">
                                          <p:stCondLst>
                                            <p:cond delay="0"/>
                                          </p:stCondLst>
                                        </p:cTn>
                                        <p:tgtEl>
                                          <p:spTgt spid="15"/>
                                        </p:tgtEl>
                                        <p:attrNameLst>
                                          <p:attrName>style.visibility</p:attrName>
                                        </p:attrNameLst>
                                      </p:cBhvr>
                                      <p:to>
                                        <p:strVal val="visible"/>
                                      </p:to>
                                    </p:set>
                                    <p:anim calcmode="lin" valueType="num">
                                      <p:cBhvr>
                                        <p:cTn id="104" dur="300" fill="hold"/>
                                        <p:tgtEl>
                                          <p:spTgt spid="15"/>
                                        </p:tgtEl>
                                        <p:attrNameLst>
                                          <p:attrName>ppt_w</p:attrName>
                                        </p:attrNameLst>
                                      </p:cBhvr>
                                      <p:tavLst>
                                        <p:tav tm="0">
                                          <p:val>
                                            <p:fltVal val="0"/>
                                          </p:val>
                                        </p:tav>
                                        <p:tav tm="100000">
                                          <p:val>
                                            <p:strVal val="#ppt_w"/>
                                          </p:val>
                                        </p:tav>
                                      </p:tavLst>
                                    </p:anim>
                                    <p:anim calcmode="lin" valueType="num">
                                      <p:cBhvr>
                                        <p:cTn id="105" dur="300" fill="hold"/>
                                        <p:tgtEl>
                                          <p:spTgt spid="15"/>
                                        </p:tgtEl>
                                        <p:attrNameLst>
                                          <p:attrName>ppt_h</p:attrName>
                                        </p:attrNameLst>
                                      </p:cBhvr>
                                      <p:tavLst>
                                        <p:tav tm="0">
                                          <p:val>
                                            <p:fltVal val="0"/>
                                          </p:val>
                                        </p:tav>
                                        <p:tav tm="100000">
                                          <p:val>
                                            <p:strVal val="#ppt_h"/>
                                          </p:val>
                                        </p:tav>
                                      </p:tavLst>
                                    </p:anim>
                                    <p:animEffect transition="in" filter="fade">
                                      <p:cBhvr>
                                        <p:cTn id="106" dur="300"/>
                                        <p:tgtEl>
                                          <p:spTgt spid="15"/>
                                        </p:tgtEl>
                                      </p:cBhvr>
                                    </p:animEffect>
                                  </p:childTnLst>
                                </p:cTn>
                              </p:par>
                              <p:par>
                                <p:cTn id="107" presetID="10" presetClass="entr" presetSubtype="0" grpId="0" fill="hold" nodeType="withEffect">
                                  <p:stCondLst>
                                    <p:cond delay="295"/>
                                  </p:stCondLst>
                                  <p:childTnLst>
                                    <p:set>
                                      <p:cBhvr>
                                        <p:cTn id="108" dur="1" fill="hold">
                                          <p:stCondLst>
                                            <p:cond delay="0"/>
                                          </p:stCondLst>
                                        </p:cTn>
                                        <p:tgtEl>
                                          <p:spTgt spid="16">
                                            <p:txEl>
                                              <p:pRg st="0" end="0"/>
                                            </p:txEl>
                                          </p:spTgt>
                                        </p:tgtEl>
                                        <p:attrNameLst>
                                          <p:attrName>style.visibility</p:attrName>
                                        </p:attrNameLst>
                                      </p:cBhvr>
                                      <p:to>
                                        <p:strVal val="visible"/>
                                      </p:to>
                                    </p:set>
                                    <p:animEffect transition="in" filter="fade">
                                      <p:cBhvr>
                                        <p:cTn id="109" dur="225"/>
                                        <p:tgtEl>
                                          <p:spTgt spid="16">
                                            <p:txEl>
                                              <p:pRg st="0" end="0"/>
                                            </p:txEl>
                                          </p:spTgt>
                                        </p:tgtEl>
                                      </p:cBhvr>
                                    </p:animEffect>
                                  </p:childTnLst>
                                </p:cTn>
                              </p:par>
                              <p:par>
                                <p:cTn id="110" presetID="10" presetClass="entr" presetSubtype="0" grpId="0" fill="hold" nodeType="withEffect">
                                  <p:stCondLst>
                                    <p:cond delay="457"/>
                                  </p:stCondLst>
                                  <p:childTnLst>
                                    <p:set>
                                      <p:cBhvr>
                                        <p:cTn id="111" dur="1" fill="hold">
                                          <p:stCondLst>
                                            <p:cond delay="0"/>
                                          </p:stCondLst>
                                        </p:cTn>
                                        <p:tgtEl>
                                          <p:spTgt spid="16">
                                            <p:txEl>
                                              <p:pRg st="1" end="1"/>
                                            </p:txEl>
                                          </p:spTgt>
                                        </p:tgtEl>
                                        <p:attrNameLst>
                                          <p:attrName>style.visibility</p:attrName>
                                        </p:attrNameLst>
                                      </p:cBhvr>
                                      <p:to>
                                        <p:strVal val="visible"/>
                                      </p:to>
                                    </p:set>
                                    <p:animEffect transition="in" filter="fade">
                                      <p:cBhvr>
                                        <p:cTn id="112" dur="225"/>
                                        <p:tgtEl>
                                          <p:spTgt spid="16">
                                            <p:txEl>
                                              <p:pRg st="1" end="1"/>
                                            </p:txEl>
                                          </p:spTgt>
                                        </p:tgtEl>
                                      </p:cBhvr>
                                    </p:animEffect>
                                  </p:childTnLst>
                                </p:cTn>
                              </p:par>
                              <p:par>
                                <p:cTn id="113" presetID="10" presetClass="entr" presetSubtype="0" grpId="0" fill="hold" nodeType="withEffect">
                                  <p:stCondLst>
                                    <p:cond delay="619"/>
                                  </p:stCondLst>
                                  <p:childTnLst>
                                    <p:set>
                                      <p:cBhvr>
                                        <p:cTn id="114" dur="1" fill="hold">
                                          <p:stCondLst>
                                            <p:cond delay="0"/>
                                          </p:stCondLst>
                                        </p:cTn>
                                        <p:tgtEl>
                                          <p:spTgt spid="16">
                                            <p:txEl>
                                              <p:pRg st="2" end="2"/>
                                            </p:txEl>
                                          </p:spTgt>
                                        </p:tgtEl>
                                        <p:attrNameLst>
                                          <p:attrName>style.visibility</p:attrName>
                                        </p:attrNameLst>
                                      </p:cBhvr>
                                      <p:to>
                                        <p:strVal val="visible"/>
                                      </p:to>
                                    </p:set>
                                    <p:animEffect transition="in" filter="fade">
                                      <p:cBhvr>
                                        <p:cTn id="115" dur="225"/>
                                        <p:tgtEl>
                                          <p:spTgt spid="16">
                                            <p:txEl>
                                              <p:pRg st="2" end="2"/>
                                            </p:txEl>
                                          </p:spTgt>
                                        </p:tgtEl>
                                      </p:cBhvr>
                                    </p:animEffect>
                                  </p:childTnLst>
                                </p:cTn>
                              </p:par>
                              <p:par>
                                <p:cTn id="116" presetID="10" presetClass="entr" presetSubtype="0" grpId="0" fill="hold" nodeType="withEffect">
                                  <p:stCondLst>
                                    <p:cond delay="781"/>
                                  </p:stCondLst>
                                  <p:childTnLst>
                                    <p:set>
                                      <p:cBhvr>
                                        <p:cTn id="117" dur="1" fill="hold">
                                          <p:stCondLst>
                                            <p:cond delay="0"/>
                                          </p:stCondLst>
                                        </p:cTn>
                                        <p:tgtEl>
                                          <p:spTgt spid="16">
                                            <p:txEl>
                                              <p:pRg st="3" end="3"/>
                                            </p:txEl>
                                          </p:spTgt>
                                        </p:tgtEl>
                                        <p:attrNameLst>
                                          <p:attrName>style.visibility</p:attrName>
                                        </p:attrNameLst>
                                      </p:cBhvr>
                                      <p:to>
                                        <p:strVal val="visible"/>
                                      </p:to>
                                    </p:set>
                                    <p:animEffect transition="in" filter="fade">
                                      <p:cBhvr>
                                        <p:cTn id="118" dur="225"/>
                                        <p:tgtEl>
                                          <p:spTgt spid="16">
                                            <p:txEl>
                                              <p:pRg st="3" end="3"/>
                                            </p:txEl>
                                          </p:spTgt>
                                        </p:tgtEl>
                                      </p:cBhvr>
                                    </p:animEffect>
                                  </p:childTnLst>
                                </p:cTn>
                              </p:par>
                              <p:par>
                                <p:cTn id="119" presetID="10" presetClass="entr" presetSubtype="0" fill="hold" nodeType="withEffect">
                                  <p:stCondLst>
                                    <p:cond delay="290"/>
                                  </p:stCondLst>
                                  <p:childTnLst>
                                    <p:set>
                                      <p:cBhvr>
                                        <p:cTn id="120" dur="1" fill="hold">
                                          <p:stCondLst>
                                            <p:cond delay="0"/>
                                          </p:stCondLst>
                                        </p:cTn>
                                        <p:tgtEl>
                                          <p:spTgt spid="17"/>
                                        </p:tgtEl>
                                        <p:attrNameLst>
                                          <p:attrName>style.visibility</p:attrName>
                                        </p:attrNameLst>
                                      </p:cBhvr>
                                      <p:to>
                                        <p:strVal val="visible"/>
                                      </p:to>
                                    </p:set>
                                    <p:animEffect transition="in" filter="fade">
                                      <p:cBhvr>
                                        <p:cTn id="121" dur="225"/>
                                        <p:tgtEl>
                                          <p:spTgt spid="17"/>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xit" presetSubtype="0" fill="hold" nodeType="clickEffect">
                                  <p:stCondLst>
                                    <p:cond delay="0"/>
                                  </p:stCondLst>
                                  <p:childTnLst>
                                    <p:animEffect transition="out" filter="fade">
                                      <p:cBhvr>
                                        <p:cTn id="125" dur="175"/>
                                        <p:tgtEl>
                                          <p:spTgt spid="14"/>
                                        </p:tgtEl>
                                      </p:cBhvr>
                                    </p:animEffect>
                                    <p:set>
                                      <p:cBhvr>
                                        <p:cTn id="126" dur="1" fill="hold">
                                          <p:stCondLst>
                                            <p:cond delay="174"/>
                                          </p:stCondLst>
                                        </p:cTn>
                                        <p:tgtEl>
                                          <p:spTgt spid="14"/>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175"/>
                                        <p:tgtEl>
                                          <p:spTgt spid="16">
                                            <p:txEl>
                                              <p:pRg st="0" end="0"/>
                                            </p:txEl>
                                          </p:spTgt>
                                        </p:tgtEl>
                                      </p:cBhvr>
                                    </p:animEffect>
                                    <p:set>
                                      <p:cBhvr>
                                        <p:cTn id="129" dur="1" fill="hold">
                                          <p:stCondLst>
                                            <p:cond delay="174"/>
                                          </p:stCondLst>
                                        </p:cTn>
                                        <p:tgtEl>
                                          <p:spTgt spid="16">
                                            <p:txEl>
                                              <p:pRg st="0" end="0"/>
                                            </p:txEl>
                                          </p:spTgt>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175"/>
                                        <p:tgtEl>
                                          <p:spTgt spid="16">
                                            <p:txEl>
                                              <p:pRg st="1" end="1"/>
                                            </p:txEl>
                                          </p:spTgt>
                                        </p:tgtEl>
                                      </p:cBhvr>
                                    </p:animEffect>
                                    <p:set>
                                      <p:cBhvr>
                                        <p:cTn id="132" dur="1" fill="hold">
                                          <p:stCondLst>
                                            <p:cond delay="174"/>
                                          </p:stCondLst>
                                        </p:cTn>
                                        <p:tgtEl>
                                          <p:spTgt spid="16">
                                            <p:txEl>
                                              <p:pRg st="1" end="1"/>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175"/>
                                        <p:tgtEl>
                                          <p:spTgt spid="16">
                                            <p:txEl>
                                              <p:pRg st="2" end="2"/>
                                            </p:txEl>
                                          </p:spTgt>
                                        </p:tgtEl>
                                      </p:cBhvr>
                                    </p:animEffect>
                                    <p:set>
                                      <p:cBhvr>
                                        <p:cTn id="135" dur="1" fill="hold">
                                          <p:stCondLst>
                                            <p:cond delay="174"/>
                                          </p:stCondLst>
                                        </p:cTn>
                                        <p:tgtEl>
                                          <p:spTgt spid="16">
                                            <p:txEl>
                                              <p:pRg st="2" end="2"/>
                                            </p:txEl>
                                          </p:spTgt>
                                        </p:tgtEl>
                                        <p:attrNameLst>
                                          <p:attrName>style.visibility</p:attrName>
                                        </p:attrNameLst>
                                      </p:cBhvr>
                                      <p:to>
                                        <p:strVal val="hidden"/>
                                      </p:to>
                                    </p:set>
                                  </p:childTnLst>
                                </p:cTn>
                              </p:par>
                              <p:par>
                                <p:cTn id="136" presetID="10" presetClass="exit" presetSubtype="0" grpId="0" fill="hold" nodeType="withEffect">
                                  <p:stCondLst>
                                    <p:cond delay="0"/>
                                  </p:stCondLst>
                                  <p:childTnLst>
                                    <p:animEffect transition="out" filter="fade">
                                      <p:cBhvr>
                                        <p:cTn id="137" dur="175"/>
                                        <p:tgtEl>
                                          <p:spTgt spid="16">
                                            <p:txEl>
                                              <p:pRg st="3" end="3"/>
                                            </p:txEl>
                                          </p:spTgt>
                                        </p:tgtEl>
                                      </p:cBhvr>
                                    </p:animEffect>
                                    <p:set>
                                      <p:cBhvr>
                                        <p:cTn id="138" dur="1" fill="hold">
                                          <p:stCondLst>
                                            <p:cond delay="174"/>
                                          </p:stCondLst>
                                        </p:cTn>
                                        <p:tgtEl>
                                          <p:spTgt spid="16">
                                            <p:txEl>
                                              <p:pRg st="3" end="3"/>
                                            </p:txEl>
                                          </p:spTgt>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175"/>
                                        <p:tgtEl>
                                          <p:spTgt spid="17"/>
                                        </p:tgtEl>
                                      </p:cBhvr>
                                    </p:animEffect>
                                    <p:set>
                                      <p:cBhvr>
                                        <p:cTn id="141" dur="1" fill="hold">
                                          <p:stCondLst>
                                            <p:cond delay="174"/>
                                          </p:stCondLst>
                                        </p:cTn>
                                        <p:tgtEl>
                                          <p:spTgt spid="17"/>
                                        </p:tgtEl>
                                        <p:attrNameLst>
                                          <p:attrName>style.visibility</p:attrName>
                                        </p:attrNameLst>
                                      </p:cBhvr>
                                      <p:to>
                                        <p:strVal val="hidden"/>
                                      </p:to>
                                    </p:set>
                                  </p:childTnLst>
                                </p:cTn>
                              </p:par>
                              <p:par>
                                <p:cTn id="142" presetID="0" presetClass="path" presetSubtype="0" accel="50000" decel="50000" fill="hold" nodeType="withEffect">
                                  <p:stCondLst>
                                    <p:cond delay="0"/>
                                  </p:stCondLst>
                                  <p:childTnLst>
                                    <p:animMotion origin="layout" path="M 0 0 L 0.61136 0.13148 E" pathEditMode="relative" rAng="0" ptsTypes="AA">
                                      <p:cBhvr>
                                        <p:cTn id="143" dur="375" fill="hold"/>
                                        <p:tgtEl>
                                          <p:spTgt spid="15"/>
                                        </p:tgtEl>
                                        <p:attrNameLst>
                                          <p:attrName>ppt_x</p:attrName>
                                          <p:attrName>ppt_y</p:attrName>
                                        </p:attrNameLst>
                                      </p:cBhvr>
                                      <p:rCtr x="30567" y="6573"/>
                                    </p:animMotion>
                                  </p:childTnLst>
                                </p:cTn>
                              </p:par>
                              <p:par>
                                <p:cTn id="144" presetID="6" presetClass="emph" presetSubtype="0" accel="50000" decel="50000" fill="hold" nodeType="withEffect">
                                  <p:stCondLst>
                                    <p:cond delay="0"/>
                                  </p:stCondLst>
                                  <p:childTnLst>
                                    <p:animScale>
                                      <p:cBhvr>
                                        <p:cTn id="145" dur="375" fill="hold"/>
                                        <p:tgtEl>
                                          <p:spTgt spid="15"/>
                                        </p:tgtEl>
                                      </p:cBhvr>
                                      <p:by x="28992" y="28992"/>
                                    </p:animScale>
                                  </p:childTnLst>
                                </p:cTn>
                              </p:par>
                              <p:par>
                                <p:cTn id="146" presetID="10" presetClass="entr" presetSubtype="0" fill="hold" nodeType="withEffect">
                                  <p:stCondLst>
                                    <p:cond delay="225"/>
                                  </p:stCondLst>
                                  <p:childTnLst>
                                    <p:set>
                                      <p:cBhvr>
                                        <p:cTn id="147" dur="1" fill="hold">
                                          <p:stCondLst>
                                            <p:cond delay="0"/>
                                          </p:stCondLst>
                                        </p:cTn>
                                        <p:tgtEl>
                                          <p:spTgt spid="18"/>
                                        </p:tgtEl>
                                        <p:attrNameLst>
                                          <p:attrName>style.visibility</p:attrName>
                                        </p:attrNameLst>
                                      </p:cBhvr>
                                      <p:to>
                                        <p:strVal val="visible"/>
                                      </p:to>
                                    </p:set>
                                    <p:animEffect transition="in" filter="fade">
                                      <p:cBhvr>
                                        <p:cTn id="148" dur="225"/>
                                        <p:tgtEl>
                                          <p:spTgt spid="18"/>
                                        </p:tgtEl>
                                      </p:cBhvr>
                                    </p:animEffect>
                                  </p:childTnLst>
                                </p:cTn>
                              </p:par>
                              <p:par>
                                <p:cTn id="149" presetID="10" presetClass="entr" presetSubtype="0" grpId="0" fill="hold" nodeType="withEffect">
                                  <p:stCondLst>
                                    <p:cond delay="260"/>
                                  </p:stCondLst>
                                  <p:childTnLst>
                                    <p:set>
                                      <p:cBhvr>
                                        <p:cTn id="150" dur="1" fill="hold">
                                          <p:stCondLst>
                                            <p:cond delay="0"/>
                                          </p:stCondLst>
                                        </p:cTn>
                                        <p:tgtEl>
                                          <p:spTgt spid="20">
                                            <p:txEl>
                                              <p:pRg st="0" end="0"/>
                                            </p:txEl>
                                          </p:spTgt>
                                        </p:tgtEl>
                                        <p:attrNameLst>
                                          <p:attrName>style.visibility</p:attrName>
                                        </p:attrNameLst>
                                      </p:cBhvr>
                                      <p:to>
                                        <p:strVal val="visible"/>
                                      </p:to>
                                    </p:set>
                                    <p:animEffect transition="in" filter="fade">
                                      <p:cBhvr>
                                        <p:cTn id="151" dur="225"/>
                                        <p:tgtEl>
                                          <p:spTgt spid="20">
                                            <p:txEl>
                                              <p:pRg st="0" end="0"/>
                                            </p:txEl>
                                          </p:spTgt>
                                        </p:tgtEl>
                                      </p:cBhvr>
                                    </p:animEffect>
                                  </p:childTnLst>
                                </p:cTn>
                              </p:par>
                              <p:par>
                                <p:cTn id="152" presetID="10" presetClass="entr" presetSubtype="0" grpId="0" fill="hold" nodeType="withEffect">
                                  <p:stCondLst>
                                    <p:cond delay="450"/>
                                  </p:stCondLst>
                                  <p:childTnLst>
                                    <p:set>
                                      <p:cBhvr>
                                        <p:cTn id="153" dur="1" fill="hold">
                                          <p:stCondLst>
                                            <p:cond delay="0"/>
                                          </p:stCondLst>
                                        </p:cTn>
                                        <p:tgtEl>
                                          <p:spTgt spid="20">
                                            <p:txEl>
                                              <p:pRg st="1" end="1"/>
                                            </p:txEl>
                                          </p:spTgt>
                                        </p:tgtEl>
                                        <p:attrNameLst>
                                          <p:attrName>style.visibility</p:attrName>
                                        </p:attrNameLst>
                                      </p:cBhvr>
                                      <p:to>
                                        <p:strVal val="visible"/>
                                      </p:to>
                                    </p:set>
                                    <p:animEffect transition="in" filter="fade">
                                      <p:cBhvr>
                                        <p:cTn id="154" dur="225"/>
                                        <p:tgtEl>
                                          <p:spTgt spid="20">
                                            <p:txEl>
                                              <p:pRg st="1" end="1"/>
                                            </p:txEl>
                                          </p:spTgt>
                                        </p:tgtEl>
                                      </p:cBhvr>
                                    </p:animEffect>
                                  </p:childTnLst>
                                </p:cTn>
                              </p:par>
                              <p:par>
                                <p:cTn id="155" presetID="22" presetClass="entr" presetSubtype="4" fill="hold" nodeType="withEffect">
                                  <p:stCondLst>
                                    <p:cond delay="295"/>
                                  </p:stCondLst>
                                  <p:childTnLst>
                                    <p:set>
                                      <p:cBhvr>
                                        <p:cTn id="156" dur="1" fill="hold">
                                          <p:stCondLst>
                                            <p:cond delay="0"/>
                                          </p:stCondLst>
                                        </p:cTn>
                                        <p:tgtEl>
                                          <p:spTgt spid="21"/>
                                        </p:tgtEl>
                                        <p:attrNameLst>
                                          <p:attrName>style.visibility</p:attrName>
                                        </p:attrNameLst>
                                      </p:cBhvr>
                                      <p:to>
                                        <p:strVal val="visible"/>
                                      </p:to>
                                    </p:set>
                                    <p:animEffect transition="in" filter="wipe(down)">
                                      <p:cBhvr>
                                        <p:cTn id="157" dur="250"/>
                                        <p:tgtEl>
                                          <p:spTgt spid="21"/>
                                        </p:tgtEl>
                                      </p:cBhvr>
                                    </p:animEffect>
                                  </p:childTnLst>
                                </p:cTn>
                              </p:par>
                              <p:par>
                                <p:cTn id="158" presetID="22" presetClass="entr" presetSubtype="8" fill="hold" nodeType="withEffect">
                                  <p:stCondLst>
                                    <p:cond delay="330"/>
                                  </p:stCondLst>
                                  <p:childTnLst>
                                    <p:set>
                                      <p:cBhvr>
                                        <p:cTn id="159" dur="1" fill="hold">
                                          <p:stCondLst>
                                            <p:cond delay="0"/>
                                          </p:stCondLst>
                                        </p:cTn>
                                        <p:tgtEl>
                                          <p:spTgt spid="19"/>
                                        </p:tgtEl>
                                        <p:attrNameLst>
                                          <p:attrName>style.visibility</p:attrName>
                                        </p:attrNameLst>
                                      </p:cBhvr>
                                      <p:to>
                                        <p:strVal val="visible"/>
                                      </p:to>
                                    </p:set>
                                    <p:animEffect transition="in" filter="wipe(left)">
                                      <p:cBhvr>
                                        <p:cTn id="160" dur="250"/>
                                        <p:tgtEl>
                                          <p:spTgt spid="19"/>
                                        </p:tgtEl>
                                      </p:cBhvr>
                                    </p:animEffect>
                                  </p:childTnLst>
                                </p:cTn>
                              </p:par>
                              <p:par>
                                <p:cTn id="161" presetID="10" presetClass="entr" presetSubtype="0" fill="hold" nodeType="withEffect">
                                  <p:stCondLst>
                                    <p:cond delay="290"/>
                                  </p:stCondLst>
                                  <p:childTnLst>
                                    <p:set>
                                      <p:cBhvr>
                                        <p:cTn id="162" dur="1" fill="hold">
                                          <p:stCondLst>
                                            <p:cond delay="0"/>
                                          </p:stCondLst>
                                        </p:cTn>
                                        <p:tgtEl>
                                          <p:spTgt spid="23"/>
                                        </p:tgtEl>
                                        <p:attrNameLst>
                                          <p:attrName>style.visibility</p:attrName>
                                        </p:attrNameLst>
                                      </p:cBhvr>
                                      <p:to>
                                        <p:strVal val="visible"/>
                                      </p:to>
                                    </p:set>
                                    <p:animEffect transition="in" filter="fade">
                                      <p:cBhvr>
                                        <p:cTn id="163" dur="225"/>
                                        <p:tgtEl>
                                          <p:spTgt spid="23"/>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175"/>
                                        <p:tgtEl>
                                          <p:spTgt spid="18"/>
                                        </p:tgtEl>
                                      </p:cBhvr>
                                    </p:animEffect>
                                    <p:set>
                                      <p:cBhvr>
                                        <p:cTn id="168" dur="1" fill="hold">
                                          <p:stCondLst>
                                            <p:cond delay="174"/>
                                          </p:stCondLst>
                                        </p:cTn>
                                        <p:tgtEl>
                                          <p:spTgt spid="18"/>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175"/>
                                        <p:tgtEl>
                                          <p:spTgt spid="19"/>
                                        </p:tgtEl>
                                      </p:cBhvr>
                                    </p:animEffect>
                                    <p:set>
                                      <p:cBhvr>
                                        <p:cTn id="171" dur="1" fill="hold">
                                          <p:stCondLst>
                                            <p:cond delay="174"/>
                                          </p:stCondLst>
                                        </p:cTn>
                                        <p:tgtEl>
                                          <p:spTgt spid="19"/>
                                        </p:tgtEl>
                                        <p:attrNameLst>
                                          <p:attrName>style.visibility</p:attrName>
                                        </p:attrNameLst>
                                      </p:cBhvr>
                                      <p:to>
                                        <p:strVal val="hidden"/>
                                      </p:to>
                                    </p:set>
                                  </p:childTnLst>
                                </p:cTn>
                              </p:par>
                              <p:par>
                                <p:cTn id="172" presetID="10" presetClass="exit" presetSubtype="0" grpId="0" fill="hold" nodeType="withEffect">
                                  <p:stCondLst>
                                    <p:cond delay="0"/>
                                  </p:stCondLst>
                                  <p:childTnLst>
                                    <p:animEffect transition="out" filter="fade">
                                      <p:cBhvr>
                                        <p:cTn id="173" dur="175"/>
                                        <p:tgtEl>
                                          <p:spTgt spid="20">
                                            <p:txEl>
                                              <p:pRg st="0" end="0"/>
                                            </p:txEl>
                                          </p:spTgt>
                                        </p:tgtEl>
                                      </p:cBhvr>
                                    </p:animEffect>
                                    <p:set>
                                      <p:cBhvr>
                                        <p:cTn id="174" dur="1" fill="hold">
                                          <p:stCondLst>
                                            <p:cond delay="174"/>
                                          </p:stCondLst>
                                        </p:cTn>
                                        <p:tgtEl>
                                          <p:spTgt spid="20">
                                            <p:txEl>
                                              <p:pRg st="0" end="0"/>
                                            </p:txEl>
                                          </p:spTgt>
                                        </p:tgtEl>
                                        <p:attrNameLst>
                                          <p:attrName>style.visibility</p:attrName>
                                        </p:attrNameLst>
                                      </p:cBhvr>
                                      <p:to>
                                        <p:strVal val="hidden"/>
                                      </p:to>
                                    </p:set>
                                  </p:childTnLst>
                                </p:cTn>
                              </p:par>
                              <p:par>
                                <p:cTn id="175" presetID="10" presetClass="exit" presetSubtype="0" grpId="0" fill="hold" nodeType="withEffect">
                                  <p:stCondLst>
                                    <p:cond delay="0"/>
                                  </p:stCondLst>
                                  <p:childTnLst>
                                    <p:animEffect transition="out" filter="fade">
                                      <p:cBhvr>
                                        <p:cTn id="176" dur="175"/>
                                        <p:tgtEl>
                                          <p:spTgt spid="20">
                                            <p:txEl>
                                              <p:pRg st="1" end="1"/>
                                            </p:txEl>
                                          </p:spTgt>
                                        </p:tgtEl>
                                      </p:cBhvr>
                                    </p:animEffect>
                                    <p:set>
                                      <p:cBhvr>
                                        <p:cTn id="177" dur="1" fill="hold">
                                          <p:stCondLst>
                                            <p:cond delay="174"/>
                                          </p:stCondLst>
                                        </p:cTn>
                                        <p:tgtEl>
                                          <p:spTgt spid="20">
                                            <p:txEl>
                                              <p:pRg st="1" end="1"/>
                                            </p:txEl>
                                          </p:spTgt>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175"/>
                                        <p:tgtEl>
                                          <p:spTgt spid="21"/>
                                        </p:tgtEl>
                                      </p:cBhvr>
                                    </p:animEffect>
                                    <p:set>
                                      <p:cBhvr>
                                        <p:cTn id="180" dur="1" fill="hold">
                                          <p:stCondLst>
                                            <p:cond delay="174"/>
                                          </p:stCondLst>
                                        </p:cTn>
                                        <p:tgtEl>
                                          <p:spTgt spid="21"/>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175"/>
                                        <p:tgtEl>
                                          <p:spTgt spid="23"/>
                                        </p:tgtEl>
                                      </p:cBhvr>
                                    </p:animEffect>
                                    <p:set>
                                      <p:cBhvr>
                                        <p:cTn id="183" dur="1" fill="hold">
                                          <p:stCondLst>
                                            <p:cond delay="174"/>
                                          </p:stCondLst>
                                        </p:cTn>
                                        <p:tgtEl>
                                          <p:spTgt spid="23"/>
                                        </p:tgtEl>
                                        <p:attrNameLst>
                                          <p:attrName>style.visibility</p:attrName>
                                        </p:attrNameLst>
                                      </p:cBhvr>
                                      <p:to>
                                        <p:strVal val="hidden"/>
                                      </p:to>
                                    </p:set>
                                  </p:childTnLst>
                                </p:cTn>
                              </p:par>
                              <p:par>
                                <p:cTn id="184" presetID="10" presetClass="entr" presetSubtype="0" fill="hold" nodeType="withEffect">
                                  <p:stCondLst>
                                    <p:cond delay="225"/>
                                  </p:stCondLst>
                                  <p:childTnLst>
                                    <p:set>
                                      <p:cBhvr>
                                        <p:cTn id="185" dur="1" fill="hold">
                                          <p:stCondLst>
                                            <p:cond delay="0"/>
                                          </p:stCondLst>
                                        </p:cTn>
                                        <p:tgtEl>
                                          <p:spTgt spid="24"/>
                                        </p:tgtEl>
                                        <p:attrNameLst>
                                          <p:attrName>style.visibility</p:attrName>
                                        </p:attrNameLst>
                                      </p:cBhvr>
                                      <p:to>
                                        <p:strVal val="visible"/>
                                      </p:to>
                                    </p:set>
                                    <p:animEffect transition="in" filter="fade">
                                      <p:cBhvr>
                                        <p:cTn id="186" dur="225"/>
                                        <p:tgtEl>
                                          <p:spTgt spid="24"/>
                                        </p:tgtEl>
                                      </p:cBhvr>
                                    </p:animEffect>
                                  </p:childTnLst>
                                </p:cTn>
                              </p:par>
                              <p:par>
                                <p:cTn id="187" presetID="10" presetClass="entr" presetSubtype="0" grpId="0" fill="hold" nodeType="withEffect">
                                  <p:stCondLst>
                                    <p:cond delay="260"/>
                                  </p:stCondLst>
                                  <p:childTnLst>
                                    <p:set>
                                      <p:cBhvr>
                                        <p:cTn id="188" dur="1" fill="hold">
                                          <p:stCondLst>
                                            <p:cond delay="0"/>
                                          </p:stCondLst>
                                        </p:cTn>
                                        <p:tgtEl>
                                          <p:spTgt spid="26">
                                            <p:txEl>
                                              <p:pRg st="0" end="0"/>
                                            </p:txEl>
                                          </p:spTgt>
                                        </p:tgtEl>
                                        <p:attrNameLst>
                                          <p:attrName>style.visibility</p:attrName>
                                        </p:attrNameLst>
                                      </p:cBhvr>
                                      <p:to>
                                        <p:strVal val="visible"/>
                                      </p:to>
                                    </p:set>
                                    <p:animEffect transition="in" filter="fade">
                                      <p:cBhvr>
                                        <p:cTn id="189" dur="225"/>
                                        <p:tgtEl>
                                          <p:spTgt spid="26">
                                            <p:txEl>
                                              <p:pRg st="0" end="0"/>
                                            </p:txEl>
                                          </p:spTgt>
                                        </p:tgtEl>
                                      </p:cBhvr>
                                    </p:animEffect>
                                  </p:childTnLst>
                                </p:cTn>
                              </p:par>
                              <p:par>
                                <p:cTn id="190" presetID="10" presetClass="entr" presetSubtype="0" grpId="0" fill="hold" nodeType="withEffect">
                                  <p:stCondLst>
                                    <p:cond delay="450"/>
                                  </p:stCondLst>
                                  <p:childTnLst>
                                    <p:set>
                                      <p:cBhvr>
                                        <p:cTn id="191" dur="1" fill="hold">
                                          <p:stCondLst>
                                            <p:cond delay="0"/>
                                          </p:stCondLst>
                                        </p:cTn>
                                        <p:tgtEl>
                                          <p:spTgt spid="26">
                                            <p:txEl>
                                              <p:pRg st="1" end="1"/>
                                            </p:txEl>
                                          </p:spTgt>
                                        </p:tgtEl>
                                        <p:attrNameLst>
                                          <p:attrName>style.visibility</p:attrName>
                                        </p:attrNameLst>
                                      </p:cBhvr>
                                      <p:to>
                                        <p:strVal val="visible"/>
                                      </p:to>
                                    </p:set>
                                    <p:animEffect transition="in" filter="fade">
                                      <p:cBhvr>
                                        <p:cTn id="192" dur="225"/>
                                        <p:tgtEl>
                                          <p:spTgt spid="26">
                                            <p:txEl>
                                              <p:pRg st="1" end="1"/>
                                            </p:txEl>
                                          </p:spTgt>
                                        </p:tgtEl>
                                      </p:cBhvr>
                                    </p:animEffect>
                                  </p:childTnLst>
                                </p:cTn>
                              </p:par>
                              <p:par>
                                <p:cTn id="193" presetID="10" presetClass="entr" presetSubtype="0" grpId="0" fill="hold" nodeType="withEffect">
                                  <p:stCondLst>
                                    <p:cond delay="640"/>
                                  </p:stCondLst>
                                  <p:childTnLst>
                                    <p:set>
                                      <p:cBhvr>
                                        <p:cTn id="194" dur="1" fill="hold">
                                          <p:stCondLst>
                                            <p:cond delay="0"/>
                                          </p:stCondLst>
                                        </p:cTn>
                                        <p:tgtEl>
                                          <p:spTgt spid="26">
                                            <p:txEl>
                                              <p:pRg st="2" end="2"/>
                                            </p:txEl>
                                          </p:spTgt>
                                        </p:tgtEl>
                                        <p:attrNameLst>
                                          <p:attrName>style.visibility</p:attrName>
                                        </p:attrNameLst>
                                      </p:cBhvr>
                                      <p:to>
                                        <p:strVal val="visible"/>
                                      </p:to>
                                    </p:set>
                                    <p:animEffect transition="in" filter="fade">
                                      <p:cBhvr>
                                        <p:cTn id="195" dur="225"/>
                                        <p:tgtEl>
                                          <p:spTgt spid="26">
                                            <p:txEl>
                                              <p:pRg st="2" end="2"/>
                                            </p:txEl>
                                          </p:spTgt>
                                        </p:tgtEl>
                                      </p:cBhvr>
                                    </p:animEffect>
                                  </p:childTnLst>
                                </p:cTn>
                              </p:par>
                              <p:par>
                                <p:cTn id="196" presetID="22" presetClass="entr" presetSubtype="8" fill="hold" nodeType="withEffect">
                                  <p:stCondLst>
                                    <p:cond delay="295"/>
                                  </p:stCondLst>
                                  <p:childTnLst>
                                    <p:set>
                                      <p:cBhvr>
                                        <p:cTn id="197" dur="1" fill="hold">
                                          <p:stCondLst>
                                            <p:cond delay="0"/>
                                          </p:stCondLst>
                                        </p:cTn>
                                        <p:tgtEl>
                                          <p:spTgt spid="25"/>
                                        </p:tgtEl>
                                        <p:attrNameLst>
                                          <p:attrName>style.visibility</p:attrName>
                                        </p:attrNameLst>
                                      </p:cBhvr>
                                      <p:to>
                                        <p:strVal val="visible"/>
                                      </p:to>
                                    </p:set>
                                    <p:animEffect transition="in" filter="wipe(left)">
                                      <p:cBhvr>
                                        <p:cTn id="198" dur="250"/>
                                        <p:tgtEl>
                                          <p:spTgt spid="25"/>
                                        </p:tgtEl>
                                      </p:cBhvr>
                                    </p:animEffect>
                                  </p:childTnLst>
                                </p:cTn>
                              </p:par>
                              <p:par>
                                <p:cTn id="199" presetID="10" presetClass="entr" presetSubtype="0" fill="hold" nodeType="withEffect">
                                  <p:stCondLst>
                                    <p:cond delay="290"/>
                                  </p:stCondLst>
                                  <p:childTnLst>
                                    <p:set>
                                      <p:cBhvr>
                                        <p:cTn id="200" dur="1" fill="hold">
                                          <p:stCondLst>
                                            <p:cond delay="0"/>
                                          </p:stCondLst>
                                        </p:cTn>
                                        <p:tgtEl>
                                          <p:spTgt spid="27"/>
                                        </p:tgtEl>
                                        <p:attrNameLst>
                                          <p:attrName>style.visibility</p:attrName>
                                        </p:attrNameLst>
                                      </p:cBhvr>
                                      <p:to>
                                        <p:strVal val="visible"/>
                                      </p:to>
                                    </p:set>
                                    <p:animEffect transition="in" filter="fade">
                                      <p:cBhvr>
                                        <p:cTn id="201" dur="225"/>
                                        <p:tgtEl>
                                          <p:spTgt spid="27"/>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xit" presetSubtype="0" fill="hold" nodeType="clickEffect">
                                  <p:stCondLst>
                                    <p:cond delay="0"/>
                                  </p:stCondLst>
                                  <p:childTnLst>
                                    <p:animEffect transition="out" filter="fade">
                                      <p:cBhvr>
                                        <p:cTn id="205" dur="175"/>
                                        <p:tgtEl>
                                          <p:spTgt spid="24"/>
                                        </p:tgtEl>
                                      </p:cBhvr>
                                    </p:animEffect>
                                    <p:set>
                                      <p:cBhvr>
                                        <p:cTn id="206" dur="1" fill="hold">
                                          <p:stCondLst>
                                            <p:cond delay="174"/>
                                          </p:stCondLst>
                                        </p:cTn>
                                        <p:tgtEl>
                                          <p:spTgt spid="24"/>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175"/>
                                        <p:tgtEl>
                                          <p:spTgt spid="25"/>
                                        </p:tgtEl>
                                      </p:cBhvr>
                                    </p:animEffect>
                                    <p:set>
                                      <p:cBhvr>
                                        <p:cTn id="209" dur="1" fill="hold">
                                          <p:stCondLst>
                                            <p:cond delay="174"/>
                                          </p:stCondLst>
                                        </p:cTn>
                                        <p:tgtEl>
                                          <p:spTgt spid="25"/>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175"/>
                                        <p:tgtEl>
                                          <p:spTgt spid="26">
                                            <p:txEl>
                                              <p:pRg st="0" end="0"/>
                                            </p:txEl>
                                          </p:spTgt>
                                        </p:tgtEl>
                                      </p:cBhvr>
                                    </p:animEffect>
                                    <p:set>
                                      <p:cBhvr>
                                        <p:cTn id="212" dur="1" fill="hold">
                                          <p:stCondLst>
                                            <p:cond delay="174"/>
                                          </p:stCondLst>
                                        </p:cTn>
                                        <p:tgtEl>
                                          <p:spTgt spid="26">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175"/>
                                        <p:tgtEl>
                                          <p:spTgt spid="26">
                                            <p:txEl>
                                              <p:pRg st="1" end="1"/>
                                            </p:txEl>
                                          </p:spTgt>
                                        </p:tgtEl>
                                      </p:cBhvr>
                                    </p:animEffect>
                                    <p:set>
                                      <p:cBhvr>
                                        <p:cTn id="215" dur="1" fill="hold">
                                          <p:stCondLst>
                                            <p:cond delay="174"/>
                                          </p:stCondLst>
                                        </p:cTn>
                                        <p:tgtEl>
                                          <p:spTgt spid="26">
                                            <p:txEl>
                                              <p:pRg st="1" end="1"/>
                                            </p:txEl>
                                          </p:spTgt>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175"/>
                                        <p:tgtEl>
                                          <p:spTgt spid="26">
                                            <p:txEl>
                                              <p:pRg st="2" end="2"/>
                                            </p:txEl>
                                          </p:spTgt>
                                        </p:tgtEl>
                                      </p:cBhvr>
                                    </p:animEffect>
                                    <p:set>
                                      <p:cBhvr>
                                        <p:cTn id="218" dur="1" fill="hold">
                                          <p:stCondLst>
                                            <p:cond delay="174"/>
                                          </p:stCondLst>
                                        </p:cTn>
                                        <p:tgtEl>
                                          <p:spTgt spid="26">
                                            <p:txEl>
                                              <p:pRg st="2" end="2"/>
                                            </p:txEl>
                                          </p:spTgt>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175"/>
                                        <p:tgtEl>
                                          <p:spTgt spid="27"/>
                                        </p:tgtEl>
                                      </p:cBhvr>
                                    </p:animEffect>
                                    <p:set>
                                      <p:cBhvr>
                                        <p:cTn id="221" dur="1" fill="hold">
                                          <p:stCondLst>
                                            <p:cond delay="174"/>
                                          </p:stCondLst>
                                        </p:cTn>
                                        <p:tgtEl>
                                          <p:spTgt spid="27"/>
                                        </p:tgtEl>
                                        <p:attrNameLst>
                                          <p:attrName>style.visibility</p:attrName>
                                        </p:attrNameLst>
                                      </p:cBhvr>
                                      <p:to>
                                        <p:strVal val="hidden"/>
                                      </p:to>
                                    </p:set>
                                  </p:childTnLst>
                                </p:cTn>
                              </p:par>
                              <p:par>
                                <p:cTn id="222" presetID="10" presetClass="entr" presetSubtype="0" fill="hold" nodeType="withEffect">
                                  <p:stCondLst>
                                    <p:cond delay="225"/>
                                  </p:stCondLst>
                                  <p:childTnLst>
                                    <p:set>
                                      <p:cBhvr>
                                        <p:cTn id="223" dur="1" fill="hold">
                                          <p:stCondLst>
                                            <p:cond delay="0"/>
                                          </p:stCondLst>
                                        </p:cTn>
                                        <p:tgtEl>
                                          <p:spTgt spid="28"/>
                                        </p:tgtEl>
                                        <p:attrNameLst>
                                          <p:attrName>style.visibility</p:attrName>
                                        </p:attrNameLst>
                                      </p:cBhvr>
                                      <p:to>
                                        <p:strVal val="visible"/>
                                      </p:to>
                                    </p:set>
                                    <p:animEffect transition="in" filter="fade">
                                      <p:cBhvr>
                                        <p:cTn id="224" dur="225"/>
                                        <p:tgtEl>
                                          <p:spTgt spid="28"/>
                                        </p:tgtEl>
                                      </p:cBhvr>
                                    </p:animEffect>
                                  </p:childTnLst>
                                </p:cTn>
                              </p:par>
                              <p:par>
                                <p:cTn id="225" presetID="10" presetClass="entr" presetSubtype="0" fill="hold" nodeType="withEffect">
                                  <p:stCondLst>
                                    <p:cond delay="260"/>
                                  </p:stCondLst>
                                  <p:childTnLst>
                                    <p:set>
                                      <p:cBhvr>
                                        <p:cTn id="226" dur="1" fill="hold">
                                          <p:stCondLst>
                                            <p:cond delay="0"/>
                                          </p:stCondLst>
                                        </p:cTn>
                                        <p:tgtEl>
                                          <p:spTgt spid="31"/>
                                        </p:tgtEl>
                                        <p:attrNameLst>
                                          <p:attrName>style.visibility</p:attrName>
                                        </p:attrNameLst>
                                      </p:cBhvr>
                                      <p:to>
                                        <p:strVal val="visible"/>
                                      </p:to>
                                    </p:set>
                                    <p:animEffect transition="in" filter="fade">
                                      <p:cBhvr>
                                        <p:cTn id="227" dur="225"/>
                                        <p:tgtEl>
                                          <p:spTgt spid="31"/>
                                        </p:tgtEl>
                                      </p:cBhvr>
                                    </p:animEffect>
                                  </p:childTnLst>
                                </p:cTn>
                              </p:par>
                              <p:par>
                                <p:cTn id="228" presetID="22" presetClass="entr" presetSubtype="4" fill="hold" nodeType="withEffect">
                                  <p:stCondLst>
                                    <p:cond delay="260"/>
                                  </p:stCondLst>
                                  <p:childTnLst>
                                    <p:set>
                                      <p:cBhvr>
                                        <p:cTn id="229" dur="1" fill="hold">
                                          <p:stCondLst>
                                            <p:cond delay="0"/>
                                          </p:stCondLst>
                                        </p:cTn>
                                        <p:tgtEl>
                                          <p:spTgt spid="32"/>
                                        </p:tgtEl>
                                        <p:attrNameLst>
                                          <p:attrName>style.visibility</p:attrName>
                                        </p:attrNameLst>
                                      </p:cBhvr>
                                      <p:to>
                                        <p:strVal val="visible"/>
                                      </p:to>
                                    </p:set>
                                    <p:animEffect transition="in" filter="wipe(down)">
                                      <p:cBhvr>
                                        <p:cTn id="230" dur="250"/>
                                        <p:tgtEl>
                                          <p:spTgt spid="32"/>
                                        </p:tgtEl>
                                      </p:cBhvr>
                                    </p:animEffect>
                                  </p:childTnLst>
                                </p:cTn>
                              </p:par>
                              <p:par>
                                <p:cTn id="231" presetID="10" presetClass="entr" presetSubtype="0" fill="hold" nodeType="withEffect">
                                  <p:stCondLst>
                                    <p:cond delay="295"/>
                                  </p:stCondLst>
                                  <p:childTnLst>
                                    <p:set>
                                      <p:cBhvr>
                                        <p:cTn id="232" dur="1" fill="hold">
                                          <p:stCondLst>
                                            <p:cond delay="0"/>
                                          </p:stCondLst>
                                        </p:cTn>
                                        <p:tgtEl>
                                          <p:spTgt spid="33"/>
                                        </p:tgtEl>
                                        <p:attrNameLst>
                                          <p:attrName>style.visibility</p:attrName>
                                        </p:attrNameLst>
                                      </p:cBhvr>
                                      <p:to>
                                        <p:strVal val="visible"/>
                                      </p:to>
                                    </p:set>
                                    <p:animEffect transition="in" filter="fade">
                                      <p:cBhvr>
                                        <p:cTn id="233" dur="225"/>
                                        <p:tgtEl>
                                          <p:spTgt spid="33"/>
                                        </p:tgtEl>
                                      </p:cBhvr>
                                    </p:animEffect>
                                  </p:childTnLst>
                                </p:cTn>
                              </p:par>
                              <p:par>
                                <p:cTn id="234" presetID="22" presetClass="entr" presetSubtype="4" fill="hold" nodeType="withEffect">
                                  <p:stCondLst>
                                    <p:cond delay="295"/>
                                  </p:stCondLst>
                                  <p:childTnLst>
                                    <p:set>
                                      <p:cBhvr>
                                        <p:cTn id="235" dur="1" fill="hold">
                                          <p:stCondLst>
                                            <p:cond delay="0"/>
                                          </p:stCondLst>
                                        </p:cTn>
                                        <p:tgtEl>
                                          <p:spTgt spid="34"/>
                                        </p:tgtEl>
                                        <p:attrNameLst>
                                          <p:attrName>style.visibility</p:attrName>
                                        </p:attrNameLst>
                                      </p:cBhvr>
                                      <p:to>
                                        <p:strVal val="visible"/>
                                      </p:to>
                                    </p:set>
                                    <p:animEffect transition="in" filter="wipe(down)">
                                      <p:cBhvr>
                                        <p:cTn id="236" dur="250"/>
                                        <p:tgtEl>
                                          <p:spTgt spid="34"/>
                                        </p:tgtEl>
                                      </p:cBhvr>
                                    </p:animEffect>
                                  </p:childTnLst>
                                </p:cTn>
                              </p:par>
                              <p:par>
                                <p:cTn id="237" presetID="10" presetClass="entr" presetSubtype="0" grpId="0" fill="hold" nodeType="withEffect">
                                  <p:stCondLst>
                                    <p:cond delay="330"/>
                                  </p:stCondLst>
                                  <p:childTnLst>
                                    <p:set>
                                      <p:cBhvr>
                                        <p:cTn id="238" dur="1" fill="hold">
                                          <p:stCondLst>
                                            <p:cond delay="0"/>
                                          </p:stCondLst>
                                        </p:cTn>
                                        <p:tgtEl>
                                          <p:spTgt spid="35">
                                            <p:txEl>
                                              <p:pRg st="0" end="0"/>
                                            </p:txEl>
                                          </p:spTgt>
                                        </p:tgtEl>
                                        <p:attrNameLst>
                                          <p:attrName>style.visibility</p:attrName>
                                        </p:attrNameLst>
                                      </p:cBhvr>
                                      <p:to>
                                        <p:strVal val="visible"/>
                                      </p:to>
                                    </p:set>
                                    <p:animEffect transition="in" filter="fade">
                                      <p:cBhvr>
                                        <p:cTn id="239" dur="225"/>
                                        <p:tgtEl>
                                          <p:spTgt spid="35">
                                            <p:txEl>
                                              <p:pRg st="0" end="0"/>
                                            </p:txEl>
                                          </p:spTgt>
                                        </p:tgtEl>
                                      </p:cBhvr>
                                    </p:animEffect>
                                  </p:childTnLst>
                                </p:cTn>
                              </p:par>
                              <p:par>
                                <p:cTn id="240" presetID="10" presetClass="entr" presetSubtype="0" grpId="0" fill="hold" nodeType="withEffect">
                                  <p:stCondLst>
                                    <p:cond delay="520"/>
                                  </p:stCondLst>
                                  <p:childTnLst>
                                    <p:set>
                                      <p:cBhvr>
                                        <p:cTn id="241" dur="1" fill="hold">
                                          <p:stCondLst>
                                            <p:cond delay="0"/>
                                          </p:stCondLst>
                                        </p:cTn>
                                        <p:tgtEl>
                                          <p:spTgt spid="35">
                                            <p:txEl>
                                              <p:pRg st="1" end="1"/>
                                            </p:txEl>
                                          </p:spTgt>
                                        </p:tgtEl>
                                        <p:attrNameLst>
                                          <p:attrName>style.visibility</p:attrName>
                                        </p:attrNameLst>
                                      </p:cBhvr>
                                      <p:to>
                                        <p:strVal val="visible"/>
                                      </p:to>
                                    </p:set>
                                    <p:animEffect transition="in" filter="fade">
                                      <p:cBhvr>
                                        <p:cTn id="242" dur="225"/>
                                        <p:tgtEl>
                                          <p:spTgt spid="35">
                                            <p:txEl>
                                              <p:pRg st="1" end="1"/>
                                            </p:txEl>
                                          </p:spTgt>
                                        </p:tgtEl>
                                      </p:cBhvr>
                                    </p:animEffect>
                                  </p:childTnLst>
                                </p:cTn>
                              </p:par>
                              <p:par>
                                <p:cTn id="243" presetID="10" presetClass="entr" presetSubtype="0" fill="hold" nodeType="withEffect">
                                  <p:stCondLst>
                                    <p:cond delay="365"/>
                                  </p:stCondLst>
                                  <p:childTnLst>
                                    <p:set>
                                      <p:cBhvr>
                                        <p:cTn id="244" dur="1" fill="hold">
                                          <p:stCondLst>
                                            <p:cond delay="0"/>
                                          </p:stCondLst>
                                        </p:cTn>
                                        <p:tgtEl>
                                          <p:spTgt spid="39"/>
                                        </p:tgtEl>
                                        <p:attrNameLst>
                                          <p:attrName>style.visibility</p:attrName>
                                        </p:attrNameLst>
                                      </p:cBhvr>
                                      <p:to>
                                        <p:strVal val="visible"/>
                                      </p:to>
                                    </p:set>
                                    <p:animEffect transition="in" filter="fade">
                                      <p:cBhvr>
                                        <p:cTn id="245" dur="225"/>
                                        <p:tgtEl>
                                          <p:spTgt spid="39"/>
                                        </p:tgtEl>
                                      </p:cBhvr>
                                    </p:animEffect>
                                  </p:childTnLst>
                                </p:cTn>
                              </p:par>
                              <p:par>
                                <p:cTn id="246" presetID="22" presetClass="entr" presetSubtype="4" fill="hold" nodeType="withEffect">
                                  <p:stCondLst>
                                    <p:cond delay="365"/>
                                  </p:stCondLst>
                                  <p:childTnLst>
                                    <p:set>
                                      <p:cBhvr>
                                        <p:cTn id="247" dur="1" fill="hold">
                                          <p:stCondLst>
                                            <p:cond delay="0"/>
                                          </p:stCondLst>
                                        </p:cTn>
                                        <p:tgtEl>
                                          <p:spTgt spid="40"/>
                                        </p:tgtEl>
                                        <p:attrNameLst>
                                          <p:attrName>style.visibility</p:attrName>
                                        </p:attrNameLst>
                                      </p:cBhvr>
                                      <p:to>
                                        <p:strVal val="visible"/>
                                      </p:to>
                                    </p:set>
                                    <p:animEffect transition="in" filter="wipe(down)">
                                      <p:cBhvr>
                                        <p:cTn id="248" dur="250"/>
                                        <p:tgtEl>
                                          <p:spTgt spid="40"/>
                                        </p:tgtEl>
                                      </p:cBhvr>
                                    </p:animEffect>
                                  </p:childTnLst>
                                </p:cTn>
                              </p:par>
                              <p:par>
                                <p:cTn id="249" presetID="22" presetClass="entr" presetSubtype="8" fill="hold" nodeType="withEffect">
                                  <p:stCondLst>
                                    <p:cond delay="400"/>
                                  </p:stCondLst>
                                  <p:childTnLst>
                                    <p:set>
                                      <p:cBhvr>
                                        <p:cTn id="250" dur="1" fill="hold">
                                          <p:stCondLst>
                                            <p:cond delay="0"/>
                                          </p:stCondLst>
                                        </p:cTn>
                                        <p:tgtEl>
                                          <p:spTgt spid="30"/>
                                        </p:tgtEl>
                                        <p:attrNameLst>
                                          <p:attrName>style.visibility</p:attrName>
                                        </p:attrNameLst>
                                      </p:cBhvr>
                                      <p:to>
                                        <p:strVal val="visible"/>
                                      </p:to>
                                    </p:set>
                                    <p:animEffect transition="in" filter="wipe(left)">
                                      <p:cBhvr>
                                        <p:cTn id="251" dur="250"/>
                                        <p:tgtEl>
                                          <p:spTgt spid="30"/>
                                        </p:tgtEl>
                                      </p:cBhvr>
                                    </p:animEffect>
                                  </p:childTnLst>
                                </p:cTn>
                              </p:par>
                              <p:par>
                                <p:cTn id="252" presetID="10" presetClass="entr" presetSubtype="0" fill="hold" nodeType="withEffect">
                                  <p:stCondLst>
                                    <p:cond delay="290"/>
                                  </p:stCondLst>
                                  <p:childTnLst>
                                    <p:set>
                                      <p:cBhvr>
                                        <p:cTn id="253" dur="1" fill="hold">
                                          <p:stCondLst>
                                            <p:cond delay="0"/>
                                          </p:stCondLst>
                                        </p:cTn>
                                        <p:tgtEl>
                                          <p:spTgt spid="41"/>
                                        </p:tgtEl>
                                        <p:attrNameLst>
                                          <p:attrName>style.visibility</p:attrName>
                                        </p:attrNameLst>
                                      </p:cBhvr>
                                      <p:to>
                                        <p:strVal val="visible"/>
                                      </p:to>
                                    </p:set>
                                    <p:animEffect transition="in" filter="fade">
                                      <p:cBhvr>
                                        <p:cTn id="254" dur="225"/>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2" grpId="0" build="p"/>
      <p:bldP spid="16" grpId="0" build="p"/>
      <p:bldP spid="20" grpId="0" build="p"/>
      <p:bldP spid="26" grpId="0" build="p"/>
      <p:bldP spid="3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un terreno estratificado, cada frecuencia ve una profundidad distinta</a:t>
            </a:r>
            <a:endParaRPr lang="en-US" sz="2200" dirty="0"/>
          </a:p>
        </p:txBody>
      </p:sp>
      <p:sp>
        <p:nvSpPr>
          <p:cNvPr id="3" name="Obj [o28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terreno estratificado, la rigidez y la velocidad de corte cambian con la profundidad</a:t>
            </a:r>
            <a:endParaRPr lang="en-US" sz="1400" dirty="0"/>
          </a:p>
        </p:txBody>
      </p:sp>
      <p:pic>
        <p:nvPicPr>
          <p:cNvPr id="4" name="Obj [o285]" descr="Perfil de Vs en escalones: 150, 250 y 450 m/s con la profundidad">    </p:cNvPr>
          <p:cNvPicPr>
            <a:picLocks noChangeAspect="1"/>
          </p:cNvPicPr>
          <p:nvPr/>
        </p:nvPicPr>
        <p:blipFill>
          <a:blip r:embed="rId1"/>
          <a:stretch>
            <a:fillRect/>
          </a:stretch>
        </p:blipFill>
        <p:spPr>
          <a:xfrm>
            <a:off x="966136" y="1641589"/>
            <a:ext cx="3525734" cy="2724431"/>
          </a:xfrm>
          <a:prstGeom prst="rect">
            <a:avLst/>
          </a:prstGeom>
        </p:spPr>
      </p:pic>
      <p:sp>
        <p:nvSpPr>
          <p:cNvPr id="5" name="Obj [o286]"/>
          <p:cNvSpPr txBox="1"/>
          <p:nvPr/>
        </p:nvSpPr>
        <p:spPr>
          <a:xfrm>
            <a:off x="4732261" y="1601523"/>
            <a:ext cx="3445604" cy="2243649"/>
          </a:xfrm>
          <a:prstGeom prst="rect">
            <a:avLst/>
          </a:prstGeom>
          <a:noFill/>
          <a:ln/>
        </p:spPr>
        <p:txBody>
          <a:bodyPr wrap="square" lIns="0" tIns="0" rIns="0" bIns="0" rtlCol="0" anchor="t"/>
          <a:lstStyle/>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aumente (terreno más rocoso), pero no siempre ocurre</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(z), estimamos el módulo de corte máximo:</a:t>
            </a:r>
            <a:endParaRPr lang="en-US" sz="1440" dirty="0"/>
          </a:p>
        </p:txBody>
      </p:sp>
      <p:sp>
        <p:nvSpPr>
          <p:cNvPr id="11" name="Obj [o287]"/>
          <p:cNvSpPr/>
          <p:nvPr/>
        </p:nvSpPr>
        <p:spPr>
          <a:xfrm>
            <a:off x="4732261" y="3885237"/>
            <a:ext cx="3445604" cy="60097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Obj [o288]"/>
              <p:cNvSpPr txBox="1"/>
              <p:nvPr/>
            </p:nvSpPr>
            <p:spPr>
              <a:xfrm>
                <a:off x="4732261" y="3885237"/>
                <a:ext cx="3445604" cy="60097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r>
                        <a:rPr lang="es-ES" sz="2200" i="1">
                          <a:solidFill>
                            <a:srgbClr val="1F4E79"/>
                          </a:solidFill>
                          <a:latin typeface="Cambria Math" panose="02040503050406030204" pitchFamily="18" charset="0"/>
                        </a:rPr>
                        <m:t xml:space="preserve">(z)=ρ(z)·</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(z)</m:t>
                      </m:r>
                    </m:oMath>
                  </m:oMathPara>
                </a14:m>
                <a:endParaRPr lang="es-ES"/>
              </a:p>
            </p:txBody>
          </p:sp>
        </mc:Choice>
        <mc:Fallback>
          <p:sp>
            <p:nvSpPr>
              <p:cNvPr id="12" name="Obj [o288]"/>
              <p:cNvSpPr txBox="1"/>
              <p:nvPr/>
            </p:nvSpPr>
            <p:spPr>
              <a:xfrm>
                <a:off x="4732261" y="3885237"/>
                <a:ext cx="3445604" cy="60097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Gmax(z) = ρ(z) · Vs²(z)</a:t>
                </a:r>
                <a:endParaRPr lang="en-US" sz="2159" dirty="0"/>
              </a:p>
            </p:txBody>
          </p:sp>
        </mc:Fallback>
      </mc:AlternateContent>
      <p:sp>
        <p:nvSpPr>
          <p:cNvPr id="13" name="Obj [o28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ν</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0,3</m:t>
                    </m:r>
                  </m:oMath>
                </a14:m>
              </mc:Choice>
              <mc:Fallback>
                <a:r>
                  <a:rPr lang="en-US" sz="800" dirty="0">
                    <a:solidFill>
                      <a:srgbClr val="6B6B6B"/>
                    </a:solidFill>
                    <a:latin typeface="Arial" pitchFamily="34" charset="0"/>
                    <a:ea typeface="Arial" pitchFamily="34" charset="-122"/>
                    <a:cs typeface="Arial" pitchFamily="34" charset="-120"/>
                  </a:rPr>
                  <a:t>ν = 0,3</a:t>
                </a:r>
              </mc:Fallback>
            </mc:AlternateContent>
            <a:r>
              <a:rPr lang="en-US" sz="8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Kramer (1996), por confirmar página.</a:t>
            </a:r>
            <a:endParaRPr lang="en-US" sz="800" dirty="0"/>
          </a:p>
        </p:txBody>
      </p:sp>
      <p:sp>
        <p:nvSpPr>
          <p:cNvPr id="16" name="Obj [o29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longitud de onda «ve» una profundidad distinta del terreno</a:t>
            </a:r>
            <a:endParaRPr lang="en-US" sz="1400" dirty="0"/>
          </a:p>
        </p:txBody>
      </p:sp>
      <p:pic>
        <p:nvPicPr>
          <p:cNvPr id="17" name="Obj [o291]" descr="Desplazamiento vertical de la onda Rayleigh en función de la profundidad: a 15 Hz queda en la capa superior; a 9,5 Hz llega hasta unos 25 m">    </p:cNvPr>
          <p:cNvPicPr>
            <a:picLocks noChangeAspect="1"/>
          </p:cNvPicPr>
          <p:nvPr/>
        </p:nvPicPr>
        <p:blipFill>
          <a:blip r:embed="rId2"/>
          <a:stretch>
            <a:fillRect/>
          </a:stretch>
        </p:blipFill>
        <p:spPr>
          <a:xfrm>
            <a:off x="365760" y="1595380"/>
            <a:ext cx="4257923" cy="2760047"/>
          </a:xfrm>
          <a:prstGeom prst="rect">
            <a:avLst/>
          </a:prstGeom>
        </p:spPr>
      </p:pic>
      <p:sp>
        <p:nvSpPr>
          <p:cNvPr id="18" name="Obj [o292]"/>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9" name="Obj [o293]"/>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λ=</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m:t>
                          </m:r>
                        </m:num>
                        <m:den>
                          <m:r>
                            <a:rPr lang="es-ES" sz="2400" i="1">
                              <a:solidFill>
                                <a:srgbClr val="1F4E79"/>
                              </a:solidFill>
                              <a:latin typeface="Cambria Math" panose="02040503050406030204" pitchFamily="18" charset="0"/>
                            </a:rPr>
                            <m:t xml:space="preserve">f</m:t>
                          </m:r>
                        </m:den>
                      </m:f>
                    </m:oMath>
                  </m:oMathPara>
                </a14:m>
                <a:endParaRPr lang="es-ES"/>
              </a:p>
            </p:txBody>
          </p:sp>
        </mc:Choice>
        <mc:Fallback>
          <p:sp>
            <p:nvSpPr>
              <p:cNvPr id="19" name="Obj [o293]"/>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 = c / f</a:t>
                </a:r>
                <a:endParaRPr lang="en-US" sz="2071" dirty="0"/>
              </a:p>
            </p:txBody>
          </p:sp>
        </mc:Fallback>
      </mc:AlternateContent>
      <p:sp>
        <p:nvSpPr>
          <p:cNvPr id="20" name="Obj [o294]"/>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corta, el movimiento queda en las capas superiores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larga, el movimiento llega a capas más profundas</a:t>
            </a:r>
            <a:endParaRPr lang="en-US" sz="1380" dirty="0"/>
          </a:p>
        </p:txBody>
      </p:sp>
      <p:sp>
        <p:nvSpPr>
          <p:cNvPr id="23" name="Obj [o29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 Idea: Foti et al. (2014), fig. 2.13 (por confirmar).</a:t>
            </a:r>
            <a:endParaRPr lang="en-US" sz="800" dirty="0"/>
          </a:p>
        </p:txBody>
      </p:sp>
      <p:sp>
        <p:nvSpPr>
          <p:cNvPr id="24" name="Obj [o29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1400" dirty="0"/>
          </a:p>
        </p:txBody>
      </p:sp>
      <p:graphicFrame>
        <p:nvGraphicFramePr>
          <p:cNvPr id="25" name="Obj [o297]" descr=""/>
          <p:cNvGraphicFramePr/>
          <p:nvPr/>
        </p:nvGraphicFramePr>
        <p:xfrm>
          <a:off x="441794" y="1633397"/>
          <a:ext cx="4333958" cy="2661202"/>
        </p:xfrm>
        <a:graphic xmlns:a="http://schemas.openxmlformats.org/drawingml/2006/main">
          <a:graphicData uri="http://schemas.openxmlformats.org/drawingml/2006/chart">
            <c:chart xmlns:c="http://schemas.openxmlformats.org/drawingml/2006/chart" r:id="rId3"/>
          </a:graphicData>
        </a:graphic>
      </p:graphicFrame>
      <p:sp>
        <p:nvSpPr>
          <p:cNvPr id="26" name="Obj [o298]"/>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Este fenómeno se llama dispersión</a:t>
            </a:r>
            <a:endParaRPr lang="en-US" sz="1380" dirty="0"/>
          </a:p>
        </p:txBody>
      </p:sp>
      <p:sp>
        <p:nvSpPr>
          <p:cNvPr id="27" name="Obj [o2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a:t>
            </a:r>
            <a:endParaRPr lang="en-US" sz="800" dirty="0"/>
          </a:p>
        </p:txBody>
      </p:sp>
      <p:sp>
        <p:nvSpPr>
          <p:cNvPr id="28" name="Obj [o30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dispersión permite reconstruir un modelo estratificado compatible con las mediciones de campo</a:t>
            </a:r>
            <a:endParaRPr lang="en-US" sz="1400" dirty="0"/>
          </a:p>
        </p:txBody>
      </p:sp>
      <p:sp>
        <p:nvSpPr>
          <p:cNvPr id="29" name="Obj [o301]"/>
          <p:cNvSpPr/>
          <p:nvPr/>
        </p:nvSpPr>
        <p:spPr>
          <a:xfrm>
            <a:off x="441794" y="1709431"/>
            <a:ext cx="1520687" cy="722326"/>
          </a:xfrm>
          <a:prstGeom prst="roundRect">
            <a:avLst>
              <a:gd name="adj" fmla="val 10127"/>
            </a:avLst>
          </a:prstGeom>
          <a:solidFill>
            <a:srgbClr val="2E75B6"/>
          </a:solidFill>
          <a:ln w="6350">
            <a:solidFill>
              <a:srgbClr val="2E75B6"/>
            </a:solidFill>
            <a:prstDash val="solid"/>
          </a:ln>
        </p:spPr>
      </p:sp>
      <p:sp>
        <p:nvSpPr>
          <p:cNvPr id="30" name="Obj [o302]"/>
          <p:cNvSpPr txBox="1"/>
          <p:nvPr/>
        </p:nvSpPr>
        <p:spPr>
          <a:xfrm>
            <a:off x="441794" y="1709431"/>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Registros de campo</a:t>
            </a:r>
            <a:endParaRPr lang="en-US" sz="1380" dirty="0"/>
          </a:p>
        </p:txBody>
      </p:sp>
      <p:sp>
        <p:nvSpPr>
          <p:cNvPr id="31" name="Obj [o303]"/>
          <p:cNvSpPr/>
          <p:nvPr/>
        </p:nvSpPr>
        <p:spPr>
          <a:xfrm>
            <a:off x="2342653" y="1709431"/>
            <a:ext cx="1824824" cy="722326"/>
          </a:xfrm>
          <a:prstGeom prst="roundRect">
            <a:avLst>
              <a:gd name="adj" fmla="val 10127"/>
            </a:avLst>
          </a:prstGeom>
          <a:solidFill>
            <a:srgbClr val="2E75B6"/>
          </a:solidFill>
          <a:ln w="6350">
            <a:solidFill>
              <a:srgbClr val="2E75B6"/>
            </a:solidFill>
            <a:prstDash val="solid"/>
          </a:ln>
        </p:spPr>
      </p:sp>
      <p:sp>
        <p:nvSpPr>
          <p:cNvPr id="32" name="Obj [o304]"/>
          <p:cNvSpPr txBox="1"/>
          <p:nvPr/>
        </p:nvSpPr>
        <p:spPr>
          <a:xfrm>
            <a:off x="2342653" y="1709431"/>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de dispersión experimental</a:t>
            </a:r>
            <a:endParaRPr lang="en-US" sz="1380" dirty="0"/>
          </a:p>
        </p:txBody>
      </p:sp>
      <p:sp>
        <p:nvSpPr>
          <p:cNvPr id="33" name="Obj [o305]"/>
          <p:cNvSpPr/>
          <p:nvPr/>
        </p:nvSpPr>
        <p:spPr>
          <a:xfrm>
            <a:off x="4547649" y="1709431"/>
            <a:ext cx="1292584" cy="722326"/>
          </a:xfrm>
          <a:prstGeom prst="roundRect">
            <a:avLst>
              <a:gd name="adj" fmla="val 10127"/>
            </a:avLst>
          </a:prstGeom>
          <a:solidFill>
            <a:srgbClr val="1F4E79"/>
          </a:solidFill>
          <a:ln w="6350">
            <a:solidFill>
              <a:srgbClr val="1F4E79"/>
            </a:solidFill>
            <a:prstDash val="solid"/>
          </a:ln>
        </p:spPr>
      </p:sp>
      <p:sp>
        <p:nvSpPr>
          <p:cNvPr id="34" name="Obj [o306]"/>
          <p:cNvSpPr txBox="1"/>
          <p:nvPr/>
        </p:nvSpPr>
        <p:spPr>
          <a:xfrm>
            <a:off x="4547649" y="1709431"/>
            <a:ext cx="129258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Comparar</a:t>
            </a:r>
            <a:endParaRPr lang="en-US" sz="1380" dirty="0"/>
          </a:p>
        </p:txBody>
      </p:sp>
      <p:sp>
        <p:nvSpPr>
          <p:cNvPr id="35" name="Obj [o307]"/>
          <p:cNvSpPr/>
          <p:nvPr/>
        </p:nvSpPr>
        <p:spPr>
          <a:xfrm>
            <a:off x="6144370" y="1709431"/>
            <a:ext cx="1140515" cy="722326"/>
          </a:xfrm>
          <a:prstGeom prst="roundRect">
            <a:avLst>
              <a:gd name="adj" fmla="val 10127"/>
            </a:avLst>
          </a:prstGeom>
          <a:solidFill>
            <a:srgbClr val="C55A11"/>
          </a:solidFill>
          <a:ln w="6350">
            <a:solidFill>
              <a:srgbClr val="C55A11"/>
            </a:solidFill>
            <a:prstDash val="solid"/>
          </a:ln>
        </p:spPr>
      </p:sp>
      <p:sp>
        <p:nvSpPr>
          <p:cNvPr id="36" name="Obj [o308]"/>
          <p:cNvSpPr txBox="1"/>
          <p:nvPr/>
        </p:nvSpPr>
        <p:spPr>
          <a:xfrm>
            <a:off x="6144370" y="1709431"/>
            <a:ext cx="1140515"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FFFFFF"/>
                            </a:solidFill>
                            <a:latin typeface="Cambria Math" panose="02040503050406030204" pitchFamily="18" charset="0"/>
                          </a:rPr>
                          <m:t xml:space="preserve">V</m:t>
                        </m:r>
                      </m:e>
                      <m:sub>
                        <m:r>
                          <a:rPr lang="es-ES" sz="1380" i="1">
                            <a:solidFill>
                              <a:srgbClr val="FFFFFF"/>
                            </a:solidFill>
                            <a:latin typeface="Cambria Math" panose="02040503050406030204" pitchFamily="18" charset="0"/>
                          </a:rPr>
                          <m:t xml:space="preserve">s</m:t>
                        </m:r>
                      </m:sub>
                    </m:sSub>
                  </m:oMath>
                </a14:m>
              </mc:Choice>
              <mc:Fallback>
                <a:r>
                  <a:rPr lang="en-US" sz="1380" b="1" dirty="0">
                    <a:solidFill>
                      <a:srgbClr val="FFFFFF"/>
                    </a:solidFill>
                    <a:latin typeface="Arial" pitchFamily="34" charset="0"/>
                    <a:ea typeface="Arial" pitchFamily="34" charset="-122"/>
                    <a:cs typeface="Arial" pitchFamily="34" charset="-120"/>
                  </a:rPr>
                  <a:t>Vs</a:t>
                </a:r>
              </mc:Fallback>
            </mc:AlternateContent>
            <a:r>
              <a:rPr lang="en-US" sz="1380" b="1" dirty="0">
                <a:solidFill>
                  <a:srgbClr val="FFFFFF"/>
                </a:solidFill>
                <a:latin typeface="Arial" pitchFamily="34" charset="0"/>
                <a:ea typeface="Arial" pitchFamily="34" charset="-122"/>
                <a:cs typeface="Arial" pitchFamily="34" charset="-120"/>
              </a:rPr>
              <a:t>(z)</a:t>
            </a:r>
            <a:endParaRPr lang="en-US" sz="1380" dirty="0"/>
          </a:p>
        </p:txBody>
      </p:sp>
      <p:sp>
        <p:nvSpPr>
          <p:cNvPr id="38" name="Obj [o309]"/>
          <p:cNvSpPr/>
          <p:nvPr/>
        </p:nvSpPr>
        <p:spPr>
          <a:xfrm>
            <a:off x="1962481" y="2070594"/>
            <a:ext cx="380172" cy="0"/>
          </a:xfrm>
          <a:prstGeom prst="line">
            <a:avLst/>
          </a:prstGeom>
          <a:noFill/>
          <a:ln w="26401">
            <a:solidFill>
              <a:srgbClr val="1F4E79"/>
            </a:solidFill>
            <a:prstDash val="solid"/>
            <a:tailEnd type="triangle"/>
          </a:ln>
        </p:spPr>
      </p:sp>
      <p:sp>
        <p:nvSpPr>
          <p:cNvPr id="39" name="Obj [o310]"/>
          <p:cNvSpPr/>
          <p:nvPr/>
        </p:nvSpPr>
        <p:spPr>
          <a:xfrm>
            <a:off x="4167477" y="2070594"/>
            <a:ext cx="380172" cy="0"/>
          </a:xfrm>
          <a:prstGeom prst="line">
            <a:avLst/>
          </a:prstGeom>
          <a:noFill/>
          <a:ln w="26401">
            <a:solidFill>
              <a:srgbClr val="1F4E79"/>
            </a:solidFill>
            <a:prstDash val="solid"/>
            <a:tailEnd type="triangle"/>
          </a:ln>
        </p:spPr>
      </p:sp>
      <p:sp>
        <p:nvSpPr>
          <p:cNvPr id="40" name="Obj [o311]"/>
          <p:cNvSpPr/>
          <p:nvPr/>
        </p:nvSpPr>
        <p:spPr>
          <a:xfrm>
            <a:off x="5840233" y="2070594"/>
            <a:ext cx="304137" cy="0"/>
          </a:xfrm>
          <a:prstGeom prst="line">
            <a:avLst/>
          </a:prstGeom>
          <a:noFill/>
          <a:ln w="26401">
            <a:solidFill>
              <a:srgbClr val="C55A11"/>
            </a:solidFill>
            <a:prstDash val="solid"/>
            <a:tailEnd type="triangle"/>
          </a:ln>
        </p:spPr>
      </p:sp>
      <p:sp>
        <p:nvSpPr>
          <p:cNvPr id="41" name="Obj [o312]"/>
          <p:cNvSpPr txBox="1"/>
          <p:nvPr/>
        </p:nvSpPr>
        <p:spPr>
          <a:xfrm>
            <a:off x="5726182" y="1443311"/>
            <a:ext cx="912412" cy="228103"/>
          </a:xfrm>
          <a:prstGeom prst="rect">
            <a:avLst/>
          </a:prstGeom>
          <a:noFill/>
          <a:ln/>
        </p:spPr>
        <p:txBody>
          <a:bodyPr wrap="square" lIns="0" tIns="0" rIns="0" bIns="0" rtlCol="0" anchor="t"/>
          <a:lstStyle/>
          <a:p>
            <a:pPr algn="ctr" indent="0" marL="0">
              <a:buNone/>
            </a:pPr>
            <a:r>
              <a:rPr lang="en-US" sz="1208" dirty="0">
                <a:solidFill>
                  <a:srgbClr val="C55A11"/>
                </a:solidFill>
                <a:latin typeface="Arial" pitchFamily="34" charset="0"/>
                <a:ea typeface="Arial" pitchFamily="34" charset="-122"/>
                <a:cs typeface="Arial" pitchFamily="34" charset="-120"/>
              </a:rPr>
              <a:t>coinciden</a:t>
            </a:r>
            <a:endParaRPr lang="en-US" sz="1208" dirty="0"/>
          </a:p>
        </p:txBody>
      </p:sp>
      <p:sp>
        <p:nvSpPr>
          <p:cNvPr id="42" name="Obj [o313]"/>
          <p:cNvSpPr/>
          <p:nvPr/>
        </p:nvSpPr>
        <p:spPr>
          <a:xfrm>
            <a:off x="441794" y="3040032"/>
            <a:ext cx="1520687" cy="722326"/>
          </a:xfrm>
          <a:prstGeom prst="roundRect">
            <a:avLst>
              <a:gd name="adj" fmla="val 10127"/>
            </a:avLst>
          </a:prstGeom>
          <a:solidFill>
            <a:srgbClr val="6B6B6B"/>
          </a:solidFill>
          <a:ln w="6350">
            <a:solidFill>
              <a:srgbClr val="6B6B6B"/>
            </a:solidFill>
            <a:prstDash val="solid"/>
          </a:ln>
        </p:spPr>
      </p:sp>
      <p:sp>
        <p:nvSpPr>
          <p:cNvPr id="43" name="Obj [o314]"/>
          <p:cNvSpPr txBox="1"/>
          <p:nvPr/>
        </p:nvSpPr>
        <p:spPr>
          <a:xfrm>
            <a:off x="441794" y="3040032"/>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FFFFFF"/>
                            </a:solidFill>
                            <a:latin typeface="Cambria Math" panose="02040503050406030204" pitchFamily="18" charset="0"/>
                          </a:rPr>
                          <m:t xml:space="preserve">V</m:t>
                        </m:r>
                      </m:e>
                      <m:sub>
                        <m:r>
                          <a:rPr lang="es-ES" sz="1380" i="1">
                            <a:solidFill>
                              <a:srgbClr val="FFFFFF"/>
                            </a:solidFill>
                            <a:latin typeface="Cambria Math" panose="02040503050406030204" pitchFamily="18" charset="0"/>
                          </a:rPr>
                          <m:t xml:space="preserve">s</m:t>
                        </m:r>
                      </m:sub>
                    </m:sSub>
                  </m:oMath>
                </a14:m>
              </mc:Choice>
              <mc:Fallback>
                <a:r>
                  <a:rPr lang="en-US" sz="1380" b="1" dirty="0">
                    <a:solidFill>
                      <a:srgbClr val="FFFFFF"/>
                    </a:solidFill>
                    <a:latin typeface="Arial" pitchFamily="34" charset="0"/>
                    <a:ea typeface="Arial" pitchFamily="34" charset="-122"/>
                    <a:cs typeface="Arial" pitchFamily="34" charset="-120"/>
                  </a:rPr>
                  <a:t>Vs</a:t>
                </a:r>
              </mc:Fallback>
            </mc:AlternateContent>
            <a:r>
              <a:rPr lang="en-US" sz="1380" b="1" dirty="0">
                <a:solidFill>
                  <a:srgbClr val="FFFFFF"/>
                </a:solidFill>
                <a:latin typeface="Arial" pitchFamily="34" charset="0"/>
                <a:ea typeface="Arial" pitchFamily="34" charset="-122"/>
                <a:cs typeface="Arial" pitchFamily="34" charset="-120"/>
              </a:rPr>
              <a:t>(z) propuesto</a:t>
            </a:r>
            <a:endParaRPr lang="en-US" sz="1380" dirty="0"/>
          </a:p>
        </p:txBody>
      </p:sp>
      <p:sp>
        <p:nvSpPr>
          <p:cNvPr id="45" name="Obj [o315]"/>
          <p:cNvSpPr/>
          <p:nvPr/>
        </p:nvSpPr>
        <p:spPr>
          <a:xfrm>
            <a:off x="2342653" y="3040032"/>
            <a:ext cx="1824824" cy="722326"/>
          </a:xfrm>
          <a:prstGeom prst="roundRect">
            <a:avLst>
              <a:gd name="adj" fmla="val 10127"/>
            </a:avLst>
          </a:prstGeom>
          <a:solidFill>
            <a:srgbClr val="6B6B6B"/>
          </a:solidFill>
          <a:ln w="6350">
            <a:solidFill>
              <a:srgbClr val="6B6B6B"/>
            </a:solidFill>
            <a:prstDash val="solid"/>
          </a:ln>
        </p:spPr>
      </p:sp>
      <p:sp>
        <p:nvSpPr>
          <p:cNvPr id="46" name="Obj [o316]"/>
          <p:cNvSpPr txBox="1"/>
          <p:nvPr/>
        </p:nvSpPr>
        <p:spPr>
          <a:xfrm>
            <a:off x="2342653" y="3040032"/>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teórica del modelo</a:t>
            </a:r>
            <a:endParaRPr lang="en-US" sz="1380" dirty="0"/>
          </a:p>
        </p:txBody>
      </p:sp>
      <p:sp>
        <p:nvSpPr>
          <p:cNvPr id="47" name="Obj [o317]"/>
          <p:cNvSpPr/>
          <p:nvPr/>
        </p:nvSpPr>
        <p:spPr>
          <a:xfrm>
            <a:off x="1962481" y="3401195"/>
            <a:ext cx="380172" cy="0"/>
          </a:xfrm>
          <a:prstGeom prst="line">
            <a:avLst/>
          </a:prstGeom>
          <a:noFill/>
          <a:ln w="26401">
            <a:solidFill>
              <a:srgbClr val="6B6B6B"/>
            </a:solidFill>
            <a:prstDash val="solid"/>
            <a:tailEnd type="triangle"/>
          </a:ln>
        </p:spPr>
      </p:sp>
      <p:sp>
        <p:nvSpPr>
          <p:cNvPr id="48" name="Obj [o318]"/>
          <p:cNvSpPr/>
          <p:nvPr/>
        </p:nvSpPr>
        <p:spPr>
          <a:xfrm>
            <a:off x="4167477" y="3401195"/>
            <a:ext cx="532240" cy="0"/>
          </a:xfrm>
          <a:prstGeom prst="line">
            <a:avLst/>
          </a:prstGeom>
          <a:noFill/>
          <a:ln w="26401">
            <a:solidFill>
              <a:srgbClr val="6B6B6B"/>
            </a:solidFill>
            <a:prstDash val="solid"/>
          </a:ln>
        </p:spPr>
      </p:sp>
      <p:sp>
        <p:nvSpPr>
          <p:cNvPr id="49" name="Obj [o319]"/>
          <p:cNvSpPr/>
          <p:nvPr/>
        </p:nvSpPr>
        <p:spPr>
          <a:xfrm flipV="1">
            <a:off x="4699718" y="2431757"/>
            <a:ext cx="0" cy="969438"/>
          </a:xfrm>
          <a:prstGeom prst="line">
            <a:avLst/>
          </a:prstGeom>
          <a:noFill/>
          <a:ln w="26401">
            <a:solidFill>
              <a:srgbClr val="6B6B6B"/>
            </a:solidFill>
            <a:prstDash val="solid"/>
            <a:tailEnd type="triangle"/>
          </a:ln>
        </p:spPr>
      </p:sp>
      <p:sp>
        <p:nvSpPr>
          <p:cNvPr id="50" name="Obj [o320]"/>
          <p:cNvSpPr txBox="1"/>
          <p:nvPr/>
        </p:nvSpPr>
        <p:spPr>
          <a:xfrm>
            <a:off x="1202138" y="4142530"/>
            <a:ext cx="4409992" cy="228103"/>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C55A11"/>
                            </a:solidFill>
                            <a:latin typeface="Cambria Math" panose="02040503050406030204" pitchFamily="18" charset="0"/>
                          </a:rPr>
                          <m:t xml:space="preserve">V</m:t>
                        </m:r>
                      </m:e>
                      <m:sub>
                        <m:r>
                          <a:rPr lang="es-ES" sz="1380" i="1">
                            <a:solidFill>
                              <a:srgbClr val="C55A11"/>
                            </a:solidFill>
                            <a:latin typeface="Cambria Math" panose="02040503050406030204" pitchFamily="18" charset="0"/>
                          </a:rPr>
                          <m:t xml:space="preserve">s</m:t>
                        </m:r>
                      </m:sub>
                    </m:sSub>
                  </m:oMath>
                </a14:m>
              </mc:Choice>
              <mc:Fallback>
                <a:r>
                  <a:rPr lang="en-US" sz="1380" b="1" dirty="0">
                    <a:solidFill>
                      <a:srgbClr val="C55A11"/>
                    </a:solidFill>
                    <a:latin typeface="Arial" pitchFamily="34" charset="0"/>
                    <a:ea typeface="Arial" pitchFamily="34" charset="-122"/>
                    <a:cs typeface="Arial" pitchFamily="34" charset="-120"/>
                  </a:rPr>
                  <a:t>Vs</a:t>
                </a:r>
              </mc:Fallback>
            </mc:AlternateContent>
            <a:r>
              <a:rPr lang="en-US" sz="1380" b="1" dirty="0">
                <a:solidFill>
                  <a:srgbClr val="C55A11"/>
                </a:solidFill>
                <a:latin typeface="Arial" pitchFamily="34" charset="0"/>
                <a:ea typeface="Arial" pitchFamily="34" charset="-122"/>
                <a:cs typeface="Arial" pitchFamily="34" charset="-120"/>
              </a:rPr>
              <a:t>(z)</a:t>
            </a:r>
            <a:endParaRPr lang="en-US" sz="1380" dirty="0"/>
          </a:p>
        </p:txBody>
      </p:sp>
      <p:sp>
        <p:nvSpPr>
          <p:cNvPr id="52" name="Obj [o321]"/>
          <p:cNvSpPr/>
          <p:nvPr/>
        </p:nvSpPr>
        <p:spPr>
          <a:xfrm>
            <a:off x="5612130" y="2431757"/>
            <a:ext cx="0" cy="1672756"/>
          </a:xfrm>
          <a:prstGeom prst="line">
            <a:avLst/>
          </a:prstGeom>
          <a:noFill/>
          <a:ln w="26401">
            <a:solidFill>
              <a:srgbClr val="C55A11"/>
            </a:solidFill>
            <a:prstDash val="solid"/>
          </a:ln>
        </p:spPr>
      </p:sp>
      <p:sp>
        <p:nvSpPr>
          <p:cNvPr id="53" name="Obj [o322]"/>
          <p:cNvSpPr/>
          <p:nvPr/>
        </p:nvSpPr>
        <p:spPr>
          <a:xfrm>
            <a:off x="1202138" y="4104513"/>
            <a:ext cx="4409992" cy="0"/>
          </a:xfrm>
          <a:prstGeom prst="line">
            <a:avLst/>
          </a:prstGeom>
          <a:noFill/>
          <a:ln w="26401">
            <a:solidFill>
              <a:srgbClr val="C55A11"/>
            </a:solidFill>
            <a:prstDash val="solid"/>
          </a:ln>
        </p:spPr>
      </p:sp>
      <p:sp>
        <p:nvSpPr>
          <p:cNvPr id="54" name="Obj [o323]"/>
          <p:cNvSpPr/>
          <p:nvPr/>
        </p:nvSpPr>
        <p:spPr>
          <a:xfrm>
            <a:off x="1202138" y="3762358"/>
            <a:ext cx="0" cy="342155"/>
          </a:xfrm>
          <a:prstGeom prst="line">
            <a:avLst/>
          </a:prstGeom>
          <a:noFill/>
          <a:ln w="26401">
            <a:solidFill>
              <a:srgbClr val="C55A11"/>
            </a:solidFill>
            <a:prstDash val="solid"/>
            <a:headEnd type="triangle"/>
          </a:ln>
        </p:spPr>
      </p:sp>
      <p:sp>
        <p:nvSpPr>
          <p:cNvPr id="55" name="Obj [o32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el procedimiento general de inversión (Foti et al., 2014, a confirmar).</a:t>
            </a:r>
            <a:endParaRPr lang="en-US" sz="800" dirty="0"/>
          </a:p>
        </p:txBody>
      </p:sp>
      <p:sp>
        <p:nvSpPr>
          <p:cNvPr id="56" name="Obj [o32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inversión tiene límites: depende de supuestos y se apoya en otras mediciones</a:t>
            </a:r>
            <a:endParaRPr lang="en-US" sz="1400" dirty="0"/>
          </a:p>
        </p:txBody>
      </p:sp>
      <p:sp>
        <p:nvSpPr>
          <p:cNvPr id="57" name="Obj [o326]"/>
          <p:cNvSpPr/>
          <p:nvPr/>
        </p:nvSpPr>
        <p:spPr>
          <a:xfrm>
            <a:off x="441794" y="1671414"/>
            <a:ext cx="3345511" cy="380172"/>
          </a:xfrm>
          <a:prstGeom prst="rect">
            <a:avLst/>
          </a:prstGeom>
          <a:solidFill>
            <a:srgbClr val="1F4E79"/>
          </a:solidFill>
          <a:ln w="6350">
            <a:solidFill>
              <a:srgbClr val="1F4E79"/>
            </a:solidFill>
            <a:prstDash val="solid"/>
          </a:ln>
        </p:spPr>
      </p:sp>
      <p:sp>
        <p:nvSpPr>
          <p:cNvPr id="58" name="Obj [o327]"/>
          <p:cNvSpPr txBox="1"/>
          <p:nvPr/>
        </p:nvSpPr>
        <p:spPr>
          <a:xfrm>
            <a:off x="44179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Capas profundas</a:t>
            </a:r>
            <a:endParaRPr lang="en-US" sz="1726" dirty="0"/>
          </a:p>
        </p:txBody>
      </p:sp>
      <p:sp>
        <p:nvSpPr>
          <p:cNvPr id="59" name="Obj [o328]"/>
          <p:cNvSpPr/>
          <p:nvPr/>
        </p:nvSpPr>
        <p:spPr>
          <a:xfrm>
            <a:off x="441794" y="2051586"/>
            <a:ext cx="3345511" cy="760343"/>
          </a:xfrm>
          <a:prstGeom prst="rect">
            <a:avLst/>
          </a:prstGeom>
          <a:solidFill>
            <a:srgbClr val="FFFFFF"/>
          </a:solidFill>
          <a:ln w="15840">
            <a:solidFill>
              <a:srgbClr val="1F4E79"/>
            </a:solidFill>
            <a:prstDash val="solid"/>
          </a:ln>
        </p:spPr>
      </p:sp>
      <p:sp>
        <p:nvSpPr>
          <p:cNvPr id="60" name="Obj [o329]"/>
          <p:cNvSpPr txBox="1"/>
          <p:nvPr/>
        </p:nvSpPr>
        <p:spPr>
          <a:xfrm>
            <a:off x="55584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Dependen de las bajas frecuencias y se resuelven peor</a:t>
            </a:r>
            <a:endParaRPr lang="en-US" sz="1553" dirty="0"/>
          </a:p>
        </p:txBody>
      </p:sp>
      <p:sp>
        <p:nvSpPr>
          <p:cNvPr id="61" name="Obj [o330]"/>
          <p:cNvSpPr/>
          <p:nvPr/>
        </p:nvSpPr>
        <p:spPr>
          <a:xfrm>
            <a:off x="3939374" y="1671414"/>
            <a:ext cx="3345511" cy="380172"/>
          </a:xfrm>
          <a:prstGeom prst="rect">
            <a:avLst/>
          </a:prstGeom>
          <a:solidFill>
            <a:srgbClr val="1F4E79"/>
          </a:solidFill>
          <a:ln w="6350">
            <a:solidFill>
              <a:srgbClr val="1F4E79"/>
            </a:solidFill>
            <a:prstDash val="solid"/>
          </a:ln>
        </p:spPr>
      </p:sp>
      <p:sp>
        <p:nvSpPr>
          <p:cNvPr id="62" name="Obj [o331]"/>
          <p:cNvSpPr txBox="1"/>
          <p:nvPr/>
        </p:nvSpPr>
        <p:spPr>
          <a:xfrm>
            <a:off x="393937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Supuestos</a:t>
            </a:r>
            <a:endParaRPr lang="en-US" sz="1726" dirty="0"/>
          </a:p>
        </p:txBody>
      </p:sp>
      <p:sp>
        <p:nvSpPr>
          <p:cNvPr id="63" name="Obj [o332]"/>
          <p:cNvSpPr/>
          <p:nvPr/>
        </p:nvSpPr>
        <p:spPr>
          <a:xfrm>
            <a:off x="3939374" y="2051586"/>
            <a:ext cx="3345511" cy="760343"/>
          </a:xfrm>
          <a:prstGeom prst="rect">
            <a:avLst/>
          </a:prstGeom>
          <a:solidFill>
            <a:srgbClr val="FFFFFF"/>
          </a:solidFill>
          <a:ln w="15840">
            <a:solidFill>
              <a:srgbClr val="1F4E79"/>
            </a:solidFill>
            <a:prstDash val="solid"/>
          </a:ln>
        </p:spPr>
      </p:sp>
      <p:sp>
        <p:nvSpPr>
          <p:cNvPr id="64" name="Obj [o333]"/>
          <p:cNvSpPr txBox="1"/>
          <p:nvPr/>
        </p:nvSpPr>
        <p:spPr>
          <a:xfrm>
            <a:off x="405342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número de capas y modelo inicial se suponen</a:t>
            </a:r>
            <a:endParaRPr lang="en-US" sz="1553" dirty="0"/>
          </a:p>
        </p:txBody>
      </p:sp>
      <p:sp>
        <p:nvSpPr>
          <p:cNvPr id="66" name="Obj [o334]"/>
          <p:cNvSpPr/>
          <p:nvPr/>
        </p:nvSpPr>
        <p:spPr>
          <a:xfrm>
            <a:off x="441794" y="2963998"/>
            <a:ext cx="3345511" cy="380172"/>
          </a:xfrm>
          <a:prstGeom prst="rect">
            <a:avLst/>
          </a:prstGeom>
          <a:solidFill>
            <a:srgbClr val="1F4E79"/>
          </a:solidFill>
          <a:ln w="6350">
            <a:solidFill>
              <a:srgbClr val="1F4E79"/>
            </a:solidFill>
            <a:prstDash val="solid"/>
          </a:ln>
        </p:spPr>
      </p:sp>
      <p:sp>
        <p:nvSpPr>
          <p:cNvPr id="67" name="Obj [o335]"/>
          <p:cNvSpPr txBox="1"/>
          <p:nvPr/>
        </p:nvSpPr>
        <p:spPr>
          <a:xfrm>
            <a:off x="44179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No unicidad</a:t>
            </a:r>
            <a:endParaRPr lang="en-US" sz="1726" dirty="0"/>
          </a:p>
        </p:txBody>
      </p:sp>
      <p:sp>
        <p:nvSpPr>
          <p:cNvPr id="68" name="Obj [o336]"/>
          <p:cNvSpPr/>
          <p:nvPr/>
        </p:nvSpPr>
        <p:spPr>
          <a:xfrm>
            <a:off x="441794" y="3344170"/>
            <a:ext cx="3345511" cy="760343"/>
          </a:xfrm>
          <a:prstGeom prst="rect">
            <a:avLst/>
          </a:prstGeom>
          <a:solidFill>
            <a:srgbClr val="FFFFFF"/>
          </a:solidFill>
          <a:ln w="15840">
            <a:solidFill>
              <a:srgbClr val="1F4E79"/>
            </a:solidFill>
            <a:prstDash val="solid"/>
          </a:ln>
        </p:spPr>
      </p:sp>
      <p:sp>
        <p:nvSpPr>
          <p:cNvPr id="69" name="Obj [o337]"/>
          <p:cNvSpPr txBox="1"/>
          <p:nvPr/>
        </p:nvSpPr>
        <p:spPr>
          <a:xfrm>
            <a:off x="55584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Perfiles distintos pueden dar curvas casi iguales</a:t>
            </a:r>
            <a:endParaRPr lang="en-US" sz="1553" dirty="0"/>
          </a:p>
        </p:txBody>
      </p:sp>
      <p:sp>
        <p:nvSpPr>
          <p:cNvPr id="70" name="Obj [o338]"/>
          <p:cNvSpPr/>
          <p:nvPr/>
        </p:nvSpPr>
        <p:spPr>
          <a:xfrm>
            <a:off x="3939374" y="2963998"/>
            <a:ext cx="3345511" cy="380172"/>
          </a:xfrm>
          <a:prstGeom prst="rect">
            <a:avLst/>
          </a:prstGeom>
          <a:solidFill>
            <a:srgbClr val="C55A11"/>
          </a:solidFill>
          <a:ln w="6350">
            <a:solidFill>
              <a:srgbClr val="C55A11"/>
            </a:solidFill>
            <a:prstDash val="solid"/>
          </a:ln>
        </p:spPr>
      </p:sp>
      <p:sp>
        <p:nvSpPr>
          <p:cNvPr id="71" name="Obj [o339]"/>
          <p:cNvSpPr txBox="1"/>
          <p:nvPr/>
        </p:nvSpPr>
        <p:spPr>
          <a:xfrm>
            <a:off x="393937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Otras mediciones</a:t>
            </a:r>
            <a:endParaRPr lang="en-US" sz="1726" dirty="0"/>
          </a:p>
        </p:txBody>
      </p:sp>
      <p:sp>
        <p:nvSpPr>
          <p:cNvPr id="72" name="Obj [o340]"/>
          <p:cNvSpPr/>
          <p:nvPr/>
        </p:nvSpPr>
        <p:spPr>
          <a:xfrm>
            <a:off x="3939374" y="3344170"/>
            <a:ext cx="3345511" cy="760343"/>
          </a:xfrm>
          <a:prstGeom prst="rect">
            <a:avLst/>
          </a:prstGeom>
          <a:solidFill>
            <a:srgbClr val="FFFFFF"/>
          </a:solidFill>
          <a:ln w="15840">
            <a:solidFill>
              <a:srgbClr val="C55A11"/>
            </a:solidFill>
            <a:prstDash val="solid"/>
          </a:ln>
        </p:spPr>
      </p:sp>
      <p:sp>
        <p:nvSpPr>
          <p:cNvPr id="73" name="Obj [o341]"/>
          <p:cNvSpPr txBox="1"/>
          <p:nvPr/>
        </p:nvSpPr>
        <p:spPr>
          <a:xfrm>
            <a:off x="405342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553" dirty="0"/>
          </a:p>
        </p:txBody>
      </p:sp>
      <p:sp>
        <p:nvSpPr>
          <p:cNvPr id="74" name="Obj [o34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supuesta conocida).</a:t>
            </a:r>
            <a:endParaRPr lang="en-US" sz="800" dirty="0"/>
          </a:p>
        </p:txBody>
      </p:sp>
      <p:sp>
        <p:nvSpPr>
          <p:cNvPr id="7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grpId="0" fill="hold" nodeType="withEffect">
                                  <p:stCondLst>
                                    <p:cond delay="205"/>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25"/>
                                        <p:tgtEl>
                                          <p:spTgt spid="5">
                                            <p:txEl>
                                              <p:pRg st="0" end="0"/>
                                            </p:txEl>
                                          </p:spTgt>
                                        </p:tgtEl>
                                      </p:cBhvr>
                                    </p:animEffect>
                                  </p:childTnLst>
                                </p:cTn>
                              </p:par>
                              <p:par>
                                <p:cTn id="16" presetID="10" presetClass="entr" presetSubtype="0" grpId="0" fill="hold" nodeType="withEffect">
                                  <p:stCondLst>
                                    <p:cond delay="367"/>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25"/>
                                        <p:tgtEl>
                                          <p:spTgt spid="5">
                                            <p:txEl>
                                              <p:pRg st="1" end="1"/>
                                            </p:txEl>
                                          </p:spTgt>
                                        </p:tgtEl>
                                      </p:cBhvr>
                                    </p:animEffect>
                                  </p:childTnLst>
                                </p:cTn>
                              </p:par>
                              <p:par>
                                <p:cTn id="19" presetID="10" presetClass="entr" presetSubtype="0" grpId="0" fill="hold" nodeType="withEffect">
                                  <p:stCondLst>
                                    <p:cond delay="529"/>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25"/>
                                        <p:tgtEl>
                                          <p:spTgt spid="5">
                                            <p:txEl>
                                              <p:pRg st="2" end="2"/>
                                            </p:txEl>
                                          </p:spTgt>
                                        </p:tgtEl>
                                      </p:cBhvr>
                                    </p:animEffect>
                                  </p:childTnLst>
                                </p:cTn>
                              </p:par>
                              <p:par>
                                <p:cTn id="22" presetID="10" presetClass="entr" presetSubtype="0" grpId="0" fill="hold" nodeType="withEffect">
                                  <p:stCondLst>
                                    <p:cond delay="691"/>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25"/>
                                        <p:tgtEl>
                                          <p:spTgt spid="5">
                                            <p:txEl>
                                              <p:pRg st="3" end="3"/>
                                            </p:txEl>
                                          </p:spTgt>
                                        </p:tgtEl>
                                      </p:cBhvr>
                                    </p:animEffect>
                                  </p:childTnLst>
                                </p:cTn>
                              </p:par>
                              <p:par>
                                <p:cTn id="25" presetID="10" presetClass="entr" presetSubtype="0" fill="hold" nodeType="withEffect">
                                  <p:stCondLst>
                                    <p:cond delay="24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25"/>
                                        <p:tgtEl>
                                          <p:spTgt spid="11"/>
                                        </p:tgtEl>
                                      </p:cBhvr>
                                    </p:animEffect>
                                  </p:childTnLst>
                                </p:cTn>
                              </p:par>
                              <p:par>
                                <p:cTn id="28" presetID="22" presetClass="entr" presetSubtype="8" fill="hold" nodeType="withEffect">
                                  <p:stCondLst>
                                    <p:cond delay="24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250"/>
                                        <p:tgtEl>
                                          <p:spTgt spid="12"/>
                                        </p:tgtEl>
                                      </p:cBhvr>
                                    </p:animEffect>
                                  </p:childTnLst>
                                </p:cTn>
                              </p:par>
                              <p:par>
                                <p:cTn id="31" presetID="10" presetClass="entr" presetSubtype="0" fill="hold" nodeType="withEffect">
                                  <p:stCondLst>
                                    <p:cond delay="2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25"/>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175"/>
                                        <p:tgtEl>
                                          <p:spTgt spid="3"/>
                                        </p:tgtEl>
                                      </p:cBhvr>
                                    </p:animEffect>
                                    <p:set>
                                      <p:cBhvr>
                                        <p:cTn id="38" dur="1" fill="hold">
                                          <p:stCondLst>
                                            <p:cond delay="174"/>
                                          </p:stCondLst>
                                        </p:cTn>
                                        <p:tgtEl>
                                          <p:spTgt spid="3"/>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175"/>
                                        <p:tgtEl>
                                          <p:spTgt spid="5">
                                            <p:txEl>
                                              <p:pRg st="0" end="0"/>
                                            </p:txEl>
                                          </p:spTgt>
                                        </p:tgtEl>
                                      </p:cBhvr>
                                    </p:animEffect>
                                    <p:set>
                                      <p:cBhvr>
                                        <p:cTn id="41" dur="1" fill="hold">
                                          <p:stCondLst>
                                            <p:cond delay="174"/>
                                          </p:stCondLst>
                                        </p:cTn>
                                        <p:tgtEl>
                                          <p:spTgt spid="5">
                                            <p:txEl>
                                              <p:pRg st="0" end="0"/>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175"/>
                                        <p:tgtEl>
                                          <p:spTgt spid="5">
                                            <p:txEl>
                                              <p:pRg st="1" end="1"/>
                                            </p:txEl>
                                          </p:spTgt>
                                        </p:tgtEl>
                                      </p:cBhvr>
                                    </p:animEffect>
                                    <p:set>
                                      <p:cBhvr>
                                        <p:cTn id="44" dur="1" fill="hold">
                                          <p:stCondLst>
                                            <p:cond delay="174"/>
                                          </p:stCondLst>
                                        </p:cTn>
                                        <p:tgtEl>
                                          <p:spTgt spid="5">
                                            <p:txEl>
                                              <p:pRg st="1" end="1"/>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175"/>
                                        <p:tgtEl>
                                          <p:spTgt spid="5">
                                            <p:txEl>
                                              <p:pRg st="2" end="2"/>
                                            </p:txEl>
                                          </p:spTgt>
                                        </p:tgtEl>
                                      </p:cBhvr>
                                    </p:animEffect>
                                    <p:set>
                                      <p:cBhvr>
                                        <p:cTn id="47" dur="1" fill="hold">
                                          <p:stCondLst>
                                            <p:cond delay="174"/>
                                          </p:stCondLst>
                                        </p:cTn>
                                        <p:tgtEl>
                                          <p:spTgt spid="5">
                                            <p:txEl>
                                              <p:pRg st="2" end="2"/>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175"/>
                                        <p:tgtEl>
                                          <p:spTgt spid="5">
                                            <p:txEl>
                                              <p:pRg st="3" end="3"/>
                                            </p:txEl>
                                          </p:spTgt>
                                        </p:tgtEl>
                                      </p:cBhvr>
                                    </p:animEffect>
                                    <p:set>
                                      <p:cBhvr>
                                        <p:cTn id="50" dur="1" fill="hold">
                                          <p:stCondLst>
                                            <p:cond delay="174"/>
                                          </p:stCondLst>
                                        </p:cTn>
                                        <p:tgtEl>
                                          <p:spTgt spid="5">
                                            <p:txEl>
                                              <p:pRg st="3" end="3"/>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11"/>
                                        </p:tgtEl>
                                      </p:cBhvr>
                                    </p:animEffect>
                                    <p:set>
                                      <p:cBhvr>
                                        <p:cTn id="53" dur="1" fill="hold">
                                          <p:stCondLst>
                                            <p:cond delay="174"/>
                                          </p:stCondLst>
                                        </p:cTn>
                                        <p:tgtEl>
                                          <p:spTgt spid="11"/>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175"/>
                                        <p:tgtEl>
                                          <p:spTgt spid="12"/>
                                        </p:tgtEl>
                                      </p:cBhvr>
                                    </p:animEffect>
                                    <p:set>
                                      <p:cBhvr>
                                        <p:cTn id="56" dur="1" fill="hold">
                                          <p:stCondLst>
                                            <p:cond delay="174"/>
                                          </p:stCondLst>
                                        </p:cTn>
                                        <p:tgtEl>
                                          <p:spTgt spid="12"/>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75"/>
                                        <p:tgtEl>
                                          <p:spTgt spid="13"/>
                                        </p:tgtEl>
                                      </p:cBhvr>
                                    </p:animEffect>
                                    <p:set>
                                      <p:cBhvr>
                                        <p:cTn id="59" dur="1" fill="hold">
                                          <p:stCondLst>
                                            <p:cond delay="174"/>
                                          </p:stCondLst>
                                        </p:cTn>
                                        <p:tgtEl>
                                          <p:spTgt spid="13"/>
                                        </p:tgtEl>
                                        <p:attrNameLst>
                                          <p:attrName>style.visibility</p:attrName>
                                        </p:attrNameLst>
                                      </p:cBhvr>
                                      <p:to>
                                        <p:strVal val="hidden"/>
                                      </p:to>
                                    </p:set>
                                  </p:childTnLst>
                                </p:cTn>
                              </p:par>
                              <p:par>
                                <p:cTn id="60" presetID="0" presetClass="path" presetSubtype="0" accel="50000" decel="50000" fill="hold" nodeType="withEffect">
                                  <p:stCondLst>
                                    <p:cond delay="0"/>
                                  </p:stCondLst>
                                  <p:childTnLst>
                                    <p:animMotion origin="layout" path="M 0 0 L 0.59405 -0.22667 E" pathEditMode="relative" rAng="0" ptsTypes="AA">
                                      <p:cBhvr>
                                        <p:cTn id="61" dur="375" fill="hold"/>
                                        <p:tgtEl>
                                          <p:spTgt spid="4"/>
                                        </p:tgtEl>
                                        <p:attrNameLst>
                                          <p:attrName>ppt_x</p:attrName>
                                          <p:attrName>ppt_y</p:attrName>
                                        </p:attrNameLst>
                                      </p:cBhvr>
                                      <p:rCtr x="29702" y="-11333"/>
                                    </p:animMotion>
                                  </p:childTnLst>
                                </p:cTn>
                              </p:par>
                              <p:par>
                                <p:cTn id="62" presetID="6" presetClass="emph" presetSubtype="0" accel="50000" decel="50000" fill="hold" nodeType="withEffect">
                                  <p:stCondLst>
                                    <p:cond delay="0"/>
                                  </p:stCondLst>
                                  <p:childTnLst>
                                    <p:animScale>
                                      <p:cBhvr>
                                        <p:cTn id="63" dur="375" fill="hold"/>
                                        <p:tgtEl>
                                          <p:spTgt spid="4"/>
                                        </p:tgtEl>
                                      </p:cBhvr>
                                      <p:by x="26179" y="26179"/>
                                    </p:animScale>
                                  </p:childTnLst>
                                </p:cTn>
                              </p:par>
                              <p:par>
                                <p:cTn id="64" presetID="10" presetClass="entr" presetSubtype="0" fill="hold" nodeType="withEffect">
                                  <p:stCondLst>
                                    <p:cond delay="225"/>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225"/>
                                        <p:tgtEl>
                                          <p:spTgt spid="16"/>
                                        </p:tgtEl>
                                      </p:cBhvr>
                                    </p:animEffect>
                                  </p:childTnLst>
                                </p:cTn>
                              </p:par>
                              <p:par>
                                <p:cTn id="67" presetID="53" presetClass="entr" presetSubtype="16" fill="hold" nodeType="withEffect">
                                  <p:stCondLst>
                                    <p:cond delay="260"/>
                                  </p:stCondLst>
                                  <p:childTnLst>
                                    <p:set>
                                      <p:cBhvr>
                                        <p:cTn id="68" dur="1" fill="hold">
                                          <p:stCondLst>
                                            <p:cond delay="0"/>
                                          </p:stCondLst>
                                        </p:cTn>
                                        <p:tgtEl>
                                          <p:spTgt spid="17"/>
                                        </p:tgtEl>
                                        <p:attrNameLst>
                                          <p:attrName>style.visibility</p:attrName>
                                        </p:attrNameLst>
                                      </p:cBhvr>
                                      <p:to>
                                        <p:strVal val="visible"/>
                                      </p:to>
                                    </p:set>
                                    <p:anim calcmode="lin" valueType="num">
                                      <p:cBhvr>
                                        <p:cTn id="69" dur="300" fill="hold"/>
                                        <p:tgtEl>
                                          <p:spTgt spid="17"/>
                                        </p:tgtEl>
                                        <p:attrNameLst>
                                          <p:attrName>ppt_w</p:attrName>
                                        </p:attrNameLst>
                                      </p:cBhvr>
                                      <p:tavLst>
                                        <p:tav tm="0">
                                          <p:val>
                                            <p:fltVal val="0"/>
                                          </p:val>
                                        </p:tav>
                                        <p:tav tm="100000">
                                          <p:val>
                                            <p:strVal val="#ppt_w"/>
                                          </p:val>
                                        </p:tav>
                                      </p:tavLst>
                                    </p:anim>
                                    <p:anim calcmode="lin" valueType="num">
                                      <p:cBhvr>
                                        <p:cTn id="70" dur="300" fill="hold"/>
                                        <p:tgtEl>
                                          <p:spTgt spid="17"/>
                                        </p:tgtEl>
                                        <p:attrNameLst>
                                          <p:attrName>ppt_h</p:attrName>
                                        </p:attrNameLst>
                                      </p:cBhvr>
                                      <p:tavLst>
                                        <p:tav tm="0">
                                          <p:val>
                                            <p:fltVal val="0"/>
                                          </p:val>
                                        </p:tav>
                                        <p:tav tm="100000">
                                          <p:val>
                                            <p:strVal val="#ppt_h"/>
                                          </p:val>
                                        </p:tav>
                                      </p:tavLst>
                                    </p:anim>
                                    <p:animEffect transition="in" filter="fade">
                                      <p:cBhvr>
                                        <p:cTn id="71" dur="300"/>
                                        <p:tgtEl>
                                          <p:spTgt spid="17"/>
                                        </p:tgtEl>
                                      </p:cBhvr>
                                    </p:animEffect>
                                  </p:childTnLst>
                                </p:cTn>
                              </p:par>
                              <p:par>
                                <p:cTn id="72" presetID="10" presetClass="entr" presetSubtype="0" fill="hold" nodeType="withEffect">
                                  <p:stCondLst>
                                    <p:cond delay="295"/>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225"/>
                                        <p:tgtEl>
                                          <p:spTgt spid="18"/>
                                        </p:tgtEl>
                                      </p:cBhvr>
                                    </p:animEffect>
                                  </p:childTnLst>
                                </p:cTn>
                              </p:par>
                              <p:par>
                                <p:cTn id="75" presetID="22" presetClass="entr" presetSubtype="4" fill="hold" nodeType="withEffect">
                                  <p:stCondLst>
                                    <p:cond delay="295"/>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250"/>
                                        <p:tgtEl>
                                          <p:spTgt spid="19"/>
                                        </p:tgtEl>
                                      </p:cBhvr>
                                    </p:animEffect>
                                  </p:childTnLst>
                                </p:cTn>
                              </p:par>
                              <p:par>
                                <p:cTn id="78" presetID="10" presetClass="entr" presetSubtype="0" grpId="0" fill="hold" nodeType="withEffect">
                                  <p:stCondLst>
                                    <p:cond delay="330"/>
                                  </p:stCondLst>
                                  <p:childTnLst>
                                    <p:set>
                                      <p:cBhvr>
                                        <p:cTn id="79" dur="1" fill="hold">
                                          <p:stCondLst>
                                            <p:cond delay="0"/>
                                          </p:stCondLst>
                                        </p:cTn>
                                        <p:tgtEl>
                                          <p:spTgt spid="20">
                                            <p:txEl>
                                              <p:pRg st="0" end="0"/>
                                            </p:txEl>
                                          </p:spTgt>
                                        </p:tgtEl>
                                        <p:attrNameLst>
                                          <p:attrName>style.visibility</p:attrName>
                                        </p:attrNameLst>
                                      </p:cBhvr>
                                      <p:to>
                                        <p:strVal val="visible"/>
                                      </p:to>
                                    </p:set>
                                    <p:animEffect transition="in" filter="fade">
                                      <p:cBhvr>
                                        <p:cTn id="80" dur="225"/>
                                        <p:tgtEl>
                                          <p:spTgt spid="20">
                                            <p:txEl>
                                              <p:pRg st="0" end="0"/>
                                            </p:txEl>
                                          </p:spTgt>
                                        </p:tgtEl>
                                      </p:cBhvr>
                                    </p:animEffect>
                                  </p:childTnLst>
                                </p:cTn>
                              </p:par>
                              <p:par>
                                <p:cTn id="81" presetID="10" presetClass="entr" presetSubtype="0" grpId="0" fill="hold" nodeType="withEffect">
                                  <p:stCondLst>
                                    <p:cond delay="520"/>
                                  </p:stCondLst>
                                  <p:childTnLst>
                                    <p:set>
                                      <p:cBhvr>
                                        <p:cTn id="82" dur="1" fill="hold">
                                          <p:stCondLst>
                                            <p:cond delay="0"/>
                                          </p:stCondLst>
                                        </p:cTn>
                                        <p:tgtEl>
                                          <p:spTgt spid="20">
                                            <p:txEl>
                                              <p:pRg st="1" end="1"/>
                                            </p:txEl>
                                          </p:spTgt>
                                        </p:tgtEl>
                                        <p:attrNameLst>
                                          <p:attrName>style.visibility</p:attrName>
                                        </p:attrNameLst>
                                      </p:cBhvr>
                                      <p:to>
                                        <p:strVal val="visible"/>
                                      </p:to>
                                    </p:set>
                                    <p:animEffect transition="in" filter="fade">
                                      <p:cBhvr>
                                        <p:cTn id="83" dur="225"/>
                                        <p:tgtEl>
                                          <p:spTgt spid="20">
                                            <p:txEl>
                                              <p:pRg st="1" end="1"/>
                                            </p:txEl>
                                          </p:spTgt>
                                        </p:tgtEl>
                                      </p:cBhvr>
                                    </p:animEffect>
                                  </p:childTnLst>
                                </p:cTn>
                              </p:par>
                              <p:par>
                                <p:cTn id="84" presetID="10" presetClass="entr" presetSubtype="0" fill="hold" nodeType="withEffect">
                                  <p:stCondLst>
                                    <p:cond delay="29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225"/>
                                        <p:tgtEl>
                                          <p:spTgt spid="2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175"/>
                                        <p:tgtEl>
                                          <p:spTgt spid="16"/>
                                        </p:tgtEl>
                                      </p:cBhvr>
                                    </p:animEffect>
                                    <p:set>
                                      <p:cBhvr>
                                        <p:cTn id="91" dur="1" fill="hold">
                                          <p:stCondLst>
                                            <p:cond delay="174"/>
                                          </p:stCondLst>
                                        </p:cTn>
                                        <p:tgtEl>
                                          <p:spTgt spid="16"/>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175"/>
                                        <p:tgtEl>
                                          <p:spTgt spid="18"/>
                                        </p:tgtEl>
                                      </p:cBhvr>
                                    </p:animEffect>
                                    <p:set>
                                      <p:cBhvr>
                                        <p:cTn id="94" dur="1" fill="hold">
                                          <p:stCondLst>
                                            <p:cond delay="174"/>
                                          </p:stCondLst>
                                        </p:cTn>
                                        <p:tgtEl>
                                          <p:spTgt spid="18"/>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175"/>
                                        <p:tgtEl>
                                          <p:spTgt spid="19"/>
                                        </p:tgtEl>
                                      </p:cBhvr>
                                    </p:animEffect>
                                    <p:set>
                                      <p:cBhvr>
                                        <p:cTn id="97" dur="1" fill="hold">
                                          <p:stCondLst>
                                            <p:cond delay="174"/>
                                          </p:stCondLst>
                                        </p:cTn>
                                        <p:tgtEl>
                                          <p:spTgt spid="19"/>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175"/>
                                        <p:tgtEl>
                                          <p:spTgt spid="20">
                                            <p:txEl>
                                              <p:pRg st="0" end="0"/>
                                            </p:txEl>
                                          </p:spTgt>
                                        </p:tgtEl>
                                      </p:cBhvr>
                                    </p:animEffect>
                                    <p:set>
                                      <p:cBhvr>
                                        <p:cTn id="100" dur="1" fill="hold">
                                          <p:stCondLst>
                                            <p:cond delay="174"/>
                                          </p:stCondLst>
                                        </p:cTn>
                                        <p:tgtEl>
                                          <p:spTgt spid="20">
                                            <p:txEl>
                                              <p:pRg st="0" end="0"/>
                                            </p:txEl>
                                          </p:spTgt>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175"/>
                                        <p:tgtEl>
                                          <p:spTgt spid="20">
                                            <p:txEl>
                                              <p:pRg st="1" end="1"/>
                                            </p:txEl>
                                          </p:spTgt>
                                        </p:tgtEl>
                                      </p:cBhvr>
                                    </p:animEffect>
                                    <p:set>
                                      <p:cBhvr>
                                        <p:cTn id="103" dur="1" fill="hold">
                                          <p:stCondLst>
                                            <p:cond delay="174"/>
                                          </p:stCondLst>
                                        </p:cTn>
                                        <p:tgtEl>
                                          <p:spTgt spid="20">
                                            <p:txEl>
                                              <p:pRg st="1" end="1"/>
                                            </p:txEl>
                                          </p:spTgt>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175"/>
                                        <p:tgtEl>
                                          <p:spTgt spid="23"/>
                                        </p:tgtEl>
                                      </p:cBhvr>
                                    </p:animEffect>
                                    <p:set>
                                      <p:cBhvr>
                                        <p:cTn id="106" dur="1" fill="hold">
                                          <p:stCondLst>
                                            <p:cond delay="174"/>
                                          </p:stCondLst>
                                        </p:cTn>
                                        <p:tgtEl>
                                          <p:spTgt spid="23"/>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1967 -0.07181 E" pathEditMode="relative" rAng="0" ptsTypes="AA">
                                      <p:cBhvr>
                                        <p:cTn id="108" dur="375" fill="hold"/>
                                        <p:tgtEl>
                                          <p:spTgt spid="17"/>
                                        </p:tgtEl>
                                        <p:attrNameLst>
                                          <p:attrName>ppt_x</p:attrName>
                                          <p:attrName>ppt_y</p:attrName>
                                        </p:attrNameLst>
                                      </p:cBhvr>
                                      <p:rCtr x="30983" y="-3590"/>
                                    </p:animMotion>
                                  </p:childTnLst>
                                </p:cTn>
                              </p:par>
                              <p:par>
                                <p:cTn id="109" presetID="6" presetClass="emph" presetSubtype="0" accel="50000" decel="50000" fill="hold" nodeType="withEffect">
                                  <p:stCondLst>
                                    <p:cond delay="0"/>
                                  </p:stCondLst>
                                  <p:childTnLst>
                                    <p:animScale>
                                      <p:cBhvr>
                                        <p:cTn id="110" dur="375" fill="hold"/>
                                        <p:tgtEl>
                                          <p:spTgt spid="17"/>
                                        </p:tgtEl>
                                      </p:cBhvr>
                                      <p:by x="25841" y="25841"/>
                                    </p:animScale>
                                  </p:childTnLst>
                                </p:cTn>
                              </p:par>
                              <p:par>
                                <p:cTn id="111" presetID="10" presetClass="entr" presetSubtype="0" fill="hold" nodeType="withEffect">
                                  <p:stCondLst>
                                    <p:cond delay="225"/>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225"/>
                                        <p:tgtEl>
                                          <p:spTgt spid="24"/>
                                        </p:tgtEl>
                                      </p:cBhvr>
                                    </p:animEffect>
                                  </p:childTnLst>
                                </p:cTn>
                              </p:par>
                              <p:par>
                                <p:cTn id="114" presetID="10" presetClass="entr" presetSubtype="0" grpId="0" fill="hold" nodeType="withEffect">
                                  <p:stCondLst>
                                    <p:cond delay="260"/>
                                  </p:stCondLst>
                                  <p:childTnLst>
                                    <p:set>
                                      <p:cBhvr>
                                        <p:cTn id="115" dur="1" fill="hold">
                                          <p:stCondLst>
                                            <p:cond delay="0"/>
                                          </p:stCondLst>
                                        </p:cTn>
                                        <p:tgtEl>
                                          <p:spTgt spid="26">
                                            <p:txEl>
                                              <p:pRg st="0" end="0"/>
                                            </p:txEl>
                                          </p:spTgt>
                                        </p:tgtEl>
                                        <p:attrNameLst>
                                          <p:attrName>style.visibility</p:attrName>
                                        </p:attrNameLst>
                                      </p:cBhvr>
                                      <p:to>
                                        <p:strVal val="visible"/>
                                      </p:to>
                                    </p:set>
                                    <p:animEffect transition="in" filter="fade">
                                      <p:cBhvr>
                                        <p:cTn id="116" dur="225"/>
                                        <p:tgtEl>
                                          <p:spTgt spid="26">
                                            <p:txEl>
                                              <p:pRg st="0" end="0"/>
                                            </p:txEl>
                                          </p:spTgt>
                                        </p:tgtEl>
                                      </p:cBhvr>
                                    </p:animEffect>
                                  </p:childTnLst>
                                </p:cTn>
                              </p:par>
                              <p:par>
                                <p:cTn id="117" presetID="10" presetClass="entr" presetSubtype="0" grpId="0" fill="hold" nodeType="withEffect">
                                  <p:stCondLst>
                                    <p:cond delay="450"/>
                                  </p:stCondLst>
                                  <p:childTnLst>
                                    <p:set>
                                      <p:cBhvr>
                                        <p:cTn id="118" dur="1" fill="hold">
                                          <p:stCondLst>
                                            <p:cond delay="0"/>
                                          </p:stCondLst>
                                        </p:cTn>
                                        <p:tgtEl>
                                          <p:spTgt spid="26">
                                            <p:txEl>
                                              <p:pRg st="1" end="1"/>
                                            </p:txEl>
                                          </p:spTgt>
                                        </p:tgtEl>
                                        <p:attrNameLst>
                                          <p:attrName>style.visibility</p:attrName>
                                        </p:attrNameLst>
                                      </p:cBhvr>
                                      <p:to>
                                        <p:strVal val="visible"/>
                                      </p:to>
                                    </p:set>
                                    <p:animEffect transition="in" filter="fade">
                                      <p:cBhvr>
                                        <p:cTn id="119" dur="225"/>
                                        <p:tgtEl>
                                          <p:spTgt spid="26">
                                            <p:txEl>
                                              <p:pRg st="1" end="1"/>
                                            </p:txEl>
                                          </p:spTgt>
                                        </p:tgtEl>
                                      </p:cBhvr>
                                    </p:animEffect>
                                  </p:childTnLst>
                                </p:cTn>
                              </p:par>
                              <p:par>
                                <p:cTn id="120" presetID="10" presetClass="entr" presetSubtype="0" grpId="0" fill="hold" nodeType="withEffect">
                                  <p:stCondLst>
                                    <p:cond delay="640"/>
                                  </p:stCondLst>
                                  <p:childTnLst>
                                    <p:set>
                                      <p:cBhvr>
                                        <p:cTn id="121" dur="1" fill="hold">
                                          <p:stCondLst>
                                            <p:cond delay="0"/>
                                          </p:stCondLst>
                                        </p:cTn>
                                        <p:tgtEl>
                                          <p:spTgt spid="26">
                                            <p:txEl>
                                              <p:pRg st="2" end="2"/>
                                            </p:txEl>
                                          </p:spTgt>
                                        </p:tgtEl>
                                        <p:attrNameLst>
                                          <p:attrName>style.visibility</p:attrName>
                                        </p:attrNameLst>
                                      </p:cBhvr>
                                      <p:to>
                                        <p:strVal val="visible"/>
                                      </p:to>
                                    </p:set>
                                    <p:animEffect transition="in" filter="fade">
                                      <p:cBhvr>
                                        <p:cTn id="122" dur="225"/>
                                        <p:tgtEl>
                                          <p:spTgt spid="26">
                                            <p:txEl>
                                              <p:pRg st="2" end="2"/>
                                            </p:txEl>
                                          </p:spTgt>
                                        </p:tgtEl>
                                      </p:cBhvr>
                                    </p:animEffect>
                                  </p:childTnLst>
                                </p:cTn>
                              </p:par>
                              <p:par>
                                <p:cTn id="123" presetID="22" presetClass="entr" presetSubtype="8" fill="hold" nodeType="withEffect">
                                  <p:stCondLst>
                                    <p:cond delay="295"/>
                                  </p:stCondLst>
                                  <p:childTnLst>
                                    <p:set>
                                      <p:cBhvr>
                                        <p:cTn id="124" dur="1" fill="hold">
                                          <p:stCondLst>
                                            <p:cond delay="0"/>
                                          </p:stCondLst>
                                        </p:cTn>
                                        <p:tgtEl>
                                          <p:spTgt spid="25"/>
                                        </p:tgtEl>
                                        <p:attrNameLst>
                                          <p:attrName>style.visibility</p:attrName>
                                        </p:attrNameLst>
                                      </p:cBhvr>
                                      <p:to>
                                        <p:strVal val="visible"/>
                                      </p:to>
                                    </p:set>
                                    <p:animEffect transition="in" filter="wipe(left)">
                                      <p:cBhvr>
                                        <p:cTn id="125" dur="250"/>
                                        <p:tgtEl>
                                          <p:spTgt spid="25"/>
                                        </p:tgtEl>
                                      </p:cBhvr>
                                    </p:animEffect>
                                  </p:childTnLst>
                                </p:cTn>
                              </p:par>
                              <p:par>
                                <p:cTn id="126" presetID="10" presetClass="entr" presetSubtype="0" fill="hold" nodeType="withEffect">
                                  <p:stCondLst>
                                    <p:cond delay="29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225"/>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nodeType="clickEffect">
                                  <p:stCondLst>
                                    <p:cond delay="0"/>
                                  </p:stCondLst>
                                  <p:childTnLst>
                                    <p:animEffect transition="out" filter="fade">
                                      <p:cBhvr>
                                        <p:cTn id="132" dur="175"/>
                                        <p:tgtEl>
                                          <p:spTgt spid="24"/>
                                        </p:tgtEl>
                                      </p:cBhvr>
                                    </p:animEffect>
                                    <p:set>
                                      <p:cBhvr>
                                        <p:cTn id="133" dur="1" fill="hold">
                                          <p:stCondLst>
                                            <p:cond delay="174"/>
                                          </p:stCondLst>
                                        </p:cTn>
                                        <p:tgtEl>
                                          <p:spTgt spid="24"/>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175"/>
                                        <p:tgtEl>
                                          <p:spTgt spid="25"/>
                                        </p:tgtEl>
                                      </p:cBhvr>
                                    </p:animEffect>
                                    <p:set>
                                      <p:cBhvr>
                                        <p:cTn id="136" dur="1" fill="hold">
                                          <p:stCondLst>
                                            <p:cond delay="174"/>
                                          </p:stCondLst>
                                        </p:cTn>
                                        <p:tgtEl>
                                          <p:spTgt spid="25"/>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175"/>
                                        <p:tgtEl>
                                          <p:spTgt spid="26">
                                            <p:txEl>
                                              <p:pRg st="0" end="0"/>
                                            </p:txEl>
                                          </p:spTgt>
                                        </p:tgtEl>
                                      </p:cBhvr>
                                    </p:animEffect>
                                    <p:set>
                                      <p:cBhvr>
                                        <p:cTn id="139" dur="1" fill="hold">
                                          <p:stCondLst>
                                            <p:cond delay="174"/>
                                          </p:stCondLst>
                                        </p:cTn>
                                        <p:tgtEl>
                                          <p:spTgt spid="26">
                                            <p:txEl>
                                              <p:pRg st="0" end="0"/>
                                            </p:txEl>
                                          </p:spTgt>
                                        </p:tgtEl>
                                        <p:attrNameLst>
                                          <p:attrName>style.visibility</p:attrName>
                                        </p:attrNameLst>
                                      </p:cBhvr>
                                      <p:to>
                                        <p:strVal val="hidden"/>
                                      </p:to>
                                    </p:set>
                                  </p:childTnLst>
                                </p:cTn>
                              </p:par>
                              <p:par>
                                <p:cTn id="140" presetID="10" presetClass="exit" presetSubtype="0" grpId="0" fill="hold" nodeType="withEffect">
                                  <p:stCondLst>
                                    <p:cond delay="0"/>
                                  </p:stCondLst>
                                  <p:childTnLst>
                                    <p:animEffect transition="out" filter="fade">
                                      <p:cBhvr>
                                        <p:cTn id="141" dur="175"/>
                                        <p:tgtEl>
                                          <p:spTgt spid="26">
                                            <p:txEl>
                                              <p:pRg st="1" end="1"/>
                                            </p:txEl>
                                          </p:spTgt>
                                        </p:tgtEl>
                                      </p:cBhvr>
                                    </p:animEffect>
                                    <p:set>
                                      <p:cBhvr>
                                        <p:cTn id="142" dur="1" fill="hold">
                                          <p:stCondLst>
                                            <p:cond delay="174"/>
                                          </p:stCondLst>
                                        </p:cTn>
                                        <p:tgtEl>
                                          <p:spTgt spid="26">
                                            <p:txEl>
                                              <p:pRg st="1" end="1"/>
                                            </p:txEl>
                                          </p:spTgt>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175"/>
                                        <p:tgtEl>
                                          <p:spTgt spid="26">
                                            <p:txEl>
                                              <p:pRg st="2" end="2"/>
                                            </p:txEl>
                                          </p:spTgt>
                                        </p:tgtEl>
                                      </p:cBhvr>
                                    </p:animEffect>
                                    <p:set>
                                      <p:cBhvr>
                                        <p:cTn id="145" dur="1" fill="hold">
                                          <p:stCondLst>
                                            <p:cond delay="174"/>
                                          </p:stCondLst>
                                        </p:cTn>
                                        <p:tgtEl>
                                          <p:spTgt spid="26">
                                            <p:txEl>
                                              <p:pRg st="2" end="2"/>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175"/>
                                        <p:tgtEl>
                                          <p:spTgt spid="27"/>
                                        </p:tgtEl>
                                      </p:cBhvr>
                                    </p:animEffect>
                                    <p:set>
                                      <p:cBhvr>
                                        <p:cTn id="148" dur="1" fill="hold">
                                          <p:stCondLst>
                                            <p:cond delay="174"/>
                                          </p:stCondLst>
                                        </p:cTn>
                                        <p:tgtEl>
                                          <p:spTgt spid="27"/>
                                        </p:tgtEl>
                                        <p:attrNameLst>
                                          <p:attrName>style.visibility</p:attrName>
                                        </p:attrNameLst>
                                      </p:cBhvr>
                                      <p:to>
                                        <p:strVal val="hidden"/>
                                      </p:to>
                                    </p:set>
                                  </p:childTnLst>
                                </p:cTn>
                              </p:par>
                              <p:par>
                                <p:cTn id="149" presetID="10" presetClass="entr" presetSubtype="0" fill="hold" nodeType="withEffect">
                                  <p:stCondLst>
                                    <p:cond delay="225"/>
                                  </p:stCondLst>
                                  <p:childTnLst>
                                    <p:set>
                                      <p:cBhvr>
                                        <p:cTn id="150" dur="1" fill="hold">
                                          <p:stCondLst>
                                            <p:cond delay="0"/>
                                          </p:stCondLst>
                                        </p:cTn>
                                        <p:tgtEl>
                                          <p:spTgt spid="28"/>
                                        </p:tgtEl>
                                        <p:attrNameLst>
                                          <p:attrName>style.visibility</p:attrName>
                                        </p:attrNameLst>
                                      </p:cBhvr>
                                      <p:to>
                                        <p:strVal val="visible"/>
                                      </p:to>
                                    </p:set>
                                    <p:animEffect transition="in" filter="fade">
                                      <p:cBhvr>
                                        <p:cTn id="151" dur="225"/>
                                        <p:tgtEl>
                                          <p:spTgt spid="28"/>
                                        </p:tgtEl>
                                      </p:cBhvr>
                                    </p:animEffect>
                                  </p:childTnLst>
                                </p:cTn>
                              </p:par>
                              <p:par>
                                <p:cTn id="152" presetID="10" presetClass="entr" presetSubtype="0" fill="hold" nodeType="withEffect">
                                  <p:stCondLst>
                                    <p:cond delay="260"/>
                                  </p:stCondLst>
                                  <p:childTnLst>
                                    <p:set>
                                      <p:cBhvr>
                                        <p:cTn id="153" dur="1" fill="hold">
                                          <p:stCondLst>
                                            <p:cond delay="0"/>
                                          </p:stCondLst>
                                        </p:cTn>
                                        <p:tgtEl>
                                          <p:spTgt spid="29"/>
                                        </p:tgtEl>
                                        <p:attrNameLst>
                                          <p:attrName>style.visibility</p:attrName>
                                        </p:attrNameLst>
                                      </p:cBhvr>
                                      <p:to>
                                        <p:strVal val="visible"/>
                                      </p:to>
                                    </p:set>
                                    <p:animEffect transition="in" filter="fade">
                                      <p:cBhvr>
                                        <p:cTn id="154" dur="225"/>
                                        <p:tgtEl>
                                          <p:spTgt spid="29"/>
                                        </p:tgtEl>
                                      </p:cBhvr>
                                    </p:animEffect>
                                  </p:childTnLst>
                                </p:cTn>
                              </p:par>
                              <p:par>
                                <p:cTn id="155" presetID="22" presetClass="entr" presetSubtype="4" fill="hold" nodeType="withEffect">
                                  <p:stCondLst>
                                    <p:cond delay="260"/>
                                  </p:stCondLst>
                                  <p:childTnLst>
                                    <p:set>
                                      <p:cBhvr>
                                        <p:cTn id="156" dur="1" fill="hold">
                                          <p:stCondLst>
                                            <p:cond delay="0"/>
                                          </p:stCondLst>
                                        </p:cTn>
                                        <p:tgtEl>
                                          <p:spTgt spid="30"/>
                                        </p:tgtEl>
                                        <p:attrNameLst>
                                          <p:attrName>style.visibility</p:attrName>
                                        </p:attrNameLst>
                                      </p:cBhvr>
                                      <p:to>
                                        <p:strVal val="visible"/>
                                      </p:to>
                                    </p:set>
                                    <p:animEffect transition="in" filter="wipe(down)">
                                      <p:cBhvr>
                                        <p:cTn id="157" dur="250"/>
                                        <p:tgtEl>
                                          <p:spTgt spid="30"/>
                                        </p:tgtEl>
                                      </p:cBhvr>
                                    </p:animEffect>
                                  </p:childTnLst>
                                </p:cTn>
                              </p:par>
                              <p:par>
                                <p:cTn id="158" presetID="10" presetClass="entr" presetSubtype="0" fill="hold" nodeType="withEffect">
                                  <p:stCondLst>
                                    <p:cond delay="295"/>
                                  </p:stCondLst>
                                  <p:childTnLst>
                                    <p:set>
                                      <p:cBhvr>
                                        <p:cTn id="159" dur="1" fill="hold">
                                          <p:stCondLst>
                                            <p:cond delay="0"/>
                                          </p:stCondLst>
                                        </p:cTn>
                                        <p:tgtEl>
                                          <p:spTgt spid="31"/>
                                        </p:tgtEl>
                                        <p:attrNameLst>
                                          <p:attrName>style.visibility</p:attrName>
                                        </p:attrNameLst>
                                      </p:cBhvr>
                                      <p:to>
                                        <p:strVal val="visible"/>
                                      </p:to>
                                    </p:set>
                                    <p:animEffect transition="in" filter="fade">
                                      <p:cBhvr>
                                        <p:cTn id="160" dur="225"/>
                                        <p:tgtEl>
                                          <p:spTgt spid="31"/>
                                        </p:tgtEl>
                                      </p:cBhvr>
                                    </p:animEffect>
                                  </p:childTnLst>
                                </p:cTn>
                              </p:par>
                              <p:par>
                                <p:cTn id="161" presetID="22" presetClass="entr" presetSubtype="4" fill="hold" nodeType="withEffect">
                                  <p:stCondLst>
                                    <p:cond delay="295"/>
                                  </p:stCondLst>
                                  <p:childTnLst>
                                    <p:set>
                                      <p:cBhvr>
                                        <p:cTn id="162" dur="1" fill="hold">
                                          <p:stCondLst>
                                            <p:cond delay="0"/>
                                          </p:stCondLst>
                                        </p:cTn>
                                        <p:tgtEl>
                                          <p:spTgt spid="32"/>
                                        </p:tgtEl>
                                        <p:attrNameLst>
                                          <p:attrName>style.visibility</p:attrName>
                                        </p:attrNameLst>
                                      </p:cBhvr>
                                      <p:to>
                                        <p:strVal val="visible"/>
                                      </p:to>
                                    </p:set>
                                    <p:animEffect transition="in" filter="wipe(down)">
                                      <p:cBhvr>
                                        <p:cTn id="163" dur="250"/>
                                        <p:tgtEl>
                                          <p:spTgt spid="32"/>
                                        </p:tgtEl>
                                      </p:cBhvr>
                                    </p:animEffect>
                                  </p:childTnLst>
                                </p:cTn>
                              </p:par>
                              <p:par>
                                <p:cTn id="164" presetID="10" presetClass="entr" presetSubtype="0" fill="hold" nodeType="withEffect">
                                  <p:stCondLst>
                                    <p:cond delay="330"/>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225"/>
                                        <p:tgtEl>
                                          <p:spTgt spid="33"/>
                                        </p:tgtEl>
                                      </p:cBhvr>
                                    </p:animEffect>
                                  </p:childTnLst>
                                </p:cTn>
                              </p:par>
                              <p:par>
                                <p:cTn id="167" presetID="22" presetClass="entr" presetSubtype="4" fill="hold" nodeType="withEffect">
                                  <p:stCondLst>
                                    <p:cond delay="330"/>
                                  </p:stCondLst>
                                  <p:childTnLst>
                                    <p:set>
                                      <p:cBhvr>
                                        <p:cTn id="168" dur="1" fill="hold">
                                          <p:stCondLst>
                                            <p:cond delay="0"/>
                                          </p:stCondLst>
                                        </p:cTn>
                                        <p:tgtEl>
                                          <p:spTgt spid="34"/>
                                        </p:tgtEl>
                                        <p:attrNameLst>
                                          <p:attrName>style.visibility</p:attrName>
                                        </p:attrNameLst>
                                      </p:cBhvr>
                                      <p:to>
                                        <p:strVal val="visible"/>
                                      </p:to>
                                    </p:set>
                                    <p:animEffect transition="in" filter="wipe(down)">
                                      <p:cBhvr>
                                        <p:cTn id="169" dur="250"/>
                                        <p:tgtEl>
                                          <p:spTgt spid="34"/>
                                        </p:tgtEl>
                                      </p:cBhvr>
                                    </p:animEffect>
                                  </p:childTnLst>
                                </p:cTn>
                              </p:par>
                              <p:par>
                                <p:cTn id="170" presetID="10" presetClass="entr" presetSubtype="0" fill="hold" nodeType="withEffect">
                                  <p:stCondLst>
                                    <p:cond delay="365"/>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225"/>
                                        <p:tgtEl>
                                          <p:spTgt spid="35"/>
                                        </p:tgtEl>
                                      </p:cBhvr>
                                    </p:animEffect>
                                  </p:childTnLst>
                                </p:cTn>
                              </p:par>
                              <p:par>
                                <p:cTn id="173" presetID="22" presetClass="entr" presetSubtype="4" fill="hold" nodeType="withEffect">
                                  <p:stCondLst>
                                    <p:cond delay="365"/>
                                  </p:stCondLst>
                                  <p:childTnLst>
                                    <p:set>
                                      <p:cBhvr>
                                        <p:cTn id="174" dur="1" fill="hold">
                                          <p:stCondLst>
                                            <p:cond delay="0"/>
                                          </p:stCondLst>
                                        </p:cTn>
                                        <p:tgtEl>
                                          <p:spTgt spid="36"/>
                                        </p:tgtEl>
                                        <p:attrNameLst>
                                          <p:attrName>style.visibility</p:attrName>
                                        </p:attrNameLst>
                                      </p:cBhvr>
                                      <p:to>
                                        <p:strVal val="visible"/>
                                      </p:to>
                                    </p:set>
                                    <p:animEffect transition="in" filter="wipe(down)">
                                      <p:cBhvr>
                                        <p:cTn id="175" dur="250"/>
                                        <p:tgtEl>
                                          <p:spTgt spid="36"/>
                                        </p:tgtEl>
                                      </p:cBhvr>
                                    </p:animEffect>
                                  </p:childTnLst>
                                </p:cTn>
                              </p:par>
                              <p:par>
                                <p:cTn id="176" presetID="10" presetClass="entr" presetSubtype="0" fill="hold" nodeType="withEffect">
                                  <p:stCondLst>
                                    <p:cond delay="40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225"/>
                                        <p:tgtEl>
                                          <p:spTgt spid="38"/>
                                        </p:tgtEl>
                                      </p:cBhvr>
                                    </p:animEffect>
                                  </p:childTnLst>
                                </p:cTn>
                              </p:par>
                              <p:par>
                                <p:cTn id="179" presetID="10" presetClass="entr" presetSubtype="0" fill="hold" nodeType="withEffect">
                                  <p:stCondLst>
                                    <p:cond delay="435"/>
                                  </p:stCondLst>
                                  <p:childTnLst>
                                    <p:set>
                                      <p:cBhvr>
                                        <p:cTn id="180" dur="1" fill="hold">
                                          <p:stCondLst>
                                            <p:cond delay="0"/>
                                          </p:stCondLst>
                                        </p:cTn>
                                        <p:tgtEl>
                                          <p:spTgt spid="39"/>
                                        </p:tgtEl>
                                        <p:attrNameLst>
                                          <p:attrName>style.visibility</p:attrName>
                                        </p:attrNameLst>
                                      </p:cBhvr>
                                      <p:to>
                                        <p:strVal val="visible"/>
                                      </p:to>
                                    </p:set>
                                    <p:animEffect transition="in" filter="fade">
                                      <p:cBhvr>
                                        <p:cTn id="181" dur="225"/>
                                        <p:tgtEl>
                                          <p:spTgt spid="39"/>
                                        </p:tgtEl>
                                      </p:cBhvr>
                                    </p:animEffect>
                                  </p:childTnLst>
                                </p:cTn>
                              </p:par>
                              <p:par>
                                <p:cTn id="182" presetID="10" presetClass="entr" presetSubtype="0" fill="hold" nodeType="withEffect">
                                  <p:stCondLst>
                                    <p:cond delay="470"/>
                                  </p:stCondLst>
                                  <p:childTnLst>
                                    <p:set>
                                      <p:cBhvr>
                                        <p:cTn id="183" dur="1" fill="hold">
                                          <p:stCondLst>
                                            <p:cond delay="0"/>
                                          </p:stCondLst>
                                        </p:cTn>
                                        <p:tgtEl>
                                          <p:spTgt spid="40"/>
                                        </p:tgtEl>
                                        <p:attrNameLst>
                                          <p:attrName>style.visibility</p:attrName>
                                        </p:attrNameLst>
                                      </p:cBhvr>
                                      <p:to>
                                        <p:strVal val="visible"/>
                                      </p:to>
                                    </p:set>
                                    <p:animEffect transition="in" filter="fade">
                                      <p:cBhvr>
                                        <p:cTn id="184" dur="225"/>
                                        <p:tgtEl>
                                          <p:spTgt spid="40"/>
                                        </p:tgtEl>
                                      </p:cBhvr>
                                    </p:animEffect>
                                  </p:childTnLst>
                                </p:cTn>
                              </p:par>
                              <p:par>
                                <p:cTn id="185" presetID="22" presetClass="entr" presetSubtype="4" fill="hold" nodeType="withEffect">
                                  <p:stCondLst>
                                    <p:cond delay="505"/>
                                  </p:stCondLst>
                                  <p:childTnLst>
                                    <p:set>
                                      <p:cBhvr>
                                        <p:cTn id="186" dur="1" fill="hold">
                                          <p:stCondLst>
                                            <p:cond delay="0"/>
                                          </p:stCondLst>
                                        </p:cTn>
                                        <p:tgtEl>
                                          <p:spTgt spid="41"/>
                                        </p:tgtEl>
                                        <p:attrNameLst>
                                          <p:attrName>style.visibility</p:attrName>
                                        </p:attrNameLst>
                                      </p:cBhvr>
                                      <p:to>
                                        <p:strVal val="visible"/>
                                      </p:to>
                                    </p:set>
                                    <p:animEffect transition="in" filter="wipe(down)">
                                      <p:cBhvr>
                                        <p:cTn id="187" dur="250"/>
                                        <p:tgtEl>
                                          <p:spTgt spid="41"/>
                                        </p:tgtEl>
                                      </p:cBhvr>
                                    </p:animEffect>
                                  </p:childTnLst>
                                </p:cTn>
                              </p:par>
                              <p:par>
                                <p:cTn id="188" presetID="10" presetClass="entr" presetSubtype="0" fill="hold" nodeType="withEffect">
                                  <p:stCondLst>
                                    <p:cond delay="54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225"/>
                                        <p:tgtEl>
                                          <p:spTgt spid="42"/>
                                        </p:tgtEl>
                                      </p:cBhvr>
                                    </p:animEffect>
                                  </p:childTnLst>
                                </p:cTn>
                              </p:par>
                              <p:par>
                                <p:cTn id="191" presetID="22" presetClass="entr" presetSubtype="4" fill="hold" nodeType="withEffect">
                                  <p:stCondLst>
                                    <p:cond delay="540"/>
                                  </p:stCondLst>
                                  <p:childTnLst>
                                    <p:set>
                                      <p:cBhvr>
                                        <p:cTn id="192" dur="1" fill="hold">
                                          <p:stCondLst>
                                            <p:cond delay="0"/>
                                          </p:stCondLst>
                                        </p:cTn>
                                        <p:tgtEl>
                                          <p:spTgt spid="43"/>
                                        </p:tgtEl>
                                        <p:attrNameLst>
                                          <p:attrName>style.visibility</p:attrName>
                                        </p:attrNameLst>
                                      </p:cBhvr>
                                      <p:to>
                                        <p:strVal val="visible"/>
                                      </p:to>
                                    </p:set>
                                    <p:animEffect transition="in" filter="wipe(down)">
                                      <p:cBhvr>
                                        <p:cTn id="193" dur="250"/>
                                        <p:tgtEl>
                                          <p:spTgt spid="43"/>
                                        </p:tgtEl>
                                      </p:cBhvr>
                                    </p:animEffect>
                                  </p:childTnLst>
                                </p:cTn>
                              </p:par>
                              <p:par>
                                <p:cTn id="194" presetID="10" presetClass="entr" presetSubtype="0" fill="hold" nodeType="withEffect">
                                  <p:stCondLst>
                                    <p:cond delay="575"/>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225"/>
                                        <p:tgtEl>
                                          <p:spTgt spid="45"/>
                                        </p:tgtEl>
                                      </p:cBhvr>
                                    </p:animEffect>
                                  </p:childTnLst>
                                </p:cTn>
                              </p:par>
                              <p:par>
                                <p:cTn id="197" presetID="22" presetClass="entr" presetSubtype="4" fill="hold" nodeType="withEffect">
                                  <p:stCondLst>
                                    <p:cond delay="575"/>
                                  </p:stCondLst>
                                  <p:childTnLst>
                                    <p:set>
                                      <p:cBhvr>
                                        <p:cTn id="198" dur="1" fill="hold">
                                          <p:stCondLst>
                                            <p:cond delay="0"/>
                                          </p:stCondLst>
                                        </p:cTn>
                                        <p:tgtEl>
                                          <p:spTgt spid="46"/>
                                        </p:tgtEl>
                                        <p:attrNameLst>
                                          <p:attrName>style.visibility</p:attrName>
                                        </p:attrNameLst>
                                      </p:cBhvr>
                                      <p:to>
                                        <p:strVal val="visible"/>
                                      </p:to>
                                    </p:set>
                                    <p:animEffect transition="in" filter="wipe(down)">
                                      <p:cBhvr>
                                        <p:cTn id="199" dur="250"/>
                                        <p:tgtEl>
                                          <p:spTgt spid="46"/>
                                        </p:tgtEl>
                                      </p:cBhvr>
                                    </p:animEffect>
                                  </p:childTnLst>
                                </p:cTn>
                              </p:par>
                              <p:par>
                                <p:cTn id="200" presetID="10" presetClass="entr" presetSubtype="0" fill="hold" nodeType="withEffect">
                                  <p:stCondLst>
                                    <p:cond delay="610"/>
                                  </p:stCondLst>
                                  <p:childTnLst>
                                    <p:set>
                                      <p:cBhvr>
                                        <p:cTn id="201" dur="1" fill="hold">
                                          <p:stCondLst>
                                            <p:cond delay="0"/>
                                          </p:stCondLst>
                                        </p:cTn>
                                        <p:tgtEl>
                                          <p:spTgt spid="47"/>
                                        </p:tgtEl>
                                        <p:attrNameLst>
                                          <p:attrName>style.visibility</p:attrName>
                                        </p:attrNameLst>
                                      </p:cBhvr>
                                      <p:to>
                                        <p:strVal val="visible"/>
                                      </p:to>
                                    </p:set>
                                    <p:animEffect transition="in" filter="fade">
                                      <p:cBhvr>
                                        <p:cTn id="202" dur="225"/>
                                        <p:tgtEl>
                                          <p:spTgt spid="47"/>
                                        </p:tgtEl>
                                      </p:cBhvr>
                                    </p:animEffect>
                                  </p:childTnLst>
                                </p:cTn>
                              </p:par>
                              <p:par>
                                <p:cTn id="203" presetID="10" presetClass="entr" presetSubtype="0" fill="hold" nodeType="withEffect">
                                  <p:stCondLst>
                                    <p:cond delay="645"/>
                                  </p:stCondLst>
                                  <p:childTnLst>
                                    <p:set>
                                      <p:cBhvr>
                                        <p:cTn id="204" dur="1" fill="hold">
                                          <p:stCondLst>
                                            <p:cond delay="0"/>
                                          </p:stCondLst>
                                        </p:cTn>
                                        <p:tgtEl>
                                          <p:spTgt spid="48"/>
                                        </p:tgtEl>
                                        <p:attrNameLst>
                                          <p:attrName>style.visibility</p:attrName>
                                        </p:attrNameLst>
                                      </p:cBhvr>
                                      <p:to>
                                        <p:strVal val="visible"/>
                                      </p:to>
                                    </p:set>
                                    <p:animEffect transition="in" filter="fade">
                                      <p:cBhvr>
                                        <p:cTn id="205" dur="225"/>
                                        <p:tgtEl>
                                          <p:spTgt spid="48"/>
                                        </p:tgtEl>
                                      </p:cBhvr>
                                    </p:animEffect>
                                  </p:childTnLst>
                                </p:cTn>
                              </p:par>
                              <p:par>
                                <p:cTn id="206" presetID="10" presetClass="entr" presetSubtype="0" fill="hold" nodeType="withEffect">
                                  <p:stCondLst>
                                    <p:cond delay="680"/>
                                  </p:stCondLst>
                                  <p:childTnLst>
                                    <p:set>
                                      <p:cBhvr>
                                        <p:cTn id="207" dur="1" fill="hold">
                                          <p:stCondLst>
                                            <p:cond delay="0"/>
                                          </p:stCondLst>
                                        </p:cTn>
                                        <p:tgtEl>
                                          <p:spTgt spid="49"/>
                                        </p:tgtEl>
                                        <p:attrNameLst>
                                          <p:attrName>style.visibility</p:attrName>
                                        </p:attrNameLst>
                                      </p:cBhvr>
                                      <p:to>
                                        <p:strVal val="visible"/>
                                      </p:to>
                                    </p:set>
                                    <p:animEffect transition="in" filter="fade">
                                      <p:cBhvr>
                                        <p:cTn id="208" dur="225"/>
                                        <p:tgtEl>
                                          <p:spTgt spid="49"/>
                                        </p:tgtEl>
                                      </p:cBhvr>
                                    </p:animEffect>
                                  </p:childTnLst>
                                </p:cTn>
                              </p:par>
                              <p:par>
                                <p:cTn id="209" presetID="22" presetClass="entr" presetSubtype="4" fill="hold" nodeType="withEffect">
                                  <p:stCondLst>
                                    <p:cond delay="715"/>
                                  </p:stCondLst>
                                  <p:childTnLst>
                                    <p:set>
                                      <p:cBhvr>
                                        <p:cTn id="210" dur="1" fill="hold">
                                          <p:stCondLst>
                                            <p:cond delay="0"/>
                                          </p:stCondLst>
                                        </p:cTn>
                                        <p:tgtEl>
                                          <p:spTgt spid="50"/>
                                        </p:tgtEl>
                                        <p:attrNameLst>
                                          <p:attrName>style.visibility</p:attrName>
                                        </p:attrNameLst>
                                      </p:cBhvr>
                                      <p:to>
                                        <p:strVal val="visible"/>
                                      </p:to>
                                    </p:set>
                                    <p:animEffect transition="in" filter="wipe(down)">
                                      <p:cBhvr>
                                        <p:cTn id="211" dur="250"/>
                                        <p:tgtEl>
                                          <p:spTgt spid="50"/>
                                        </p:tgtEl>
                                      </p:cBhvr>
                                    </p:animEffect>
                                  </p:childTnLst>
                                </p:cTn>
                              </p:par>
                              <p:par>
                                <p:cTn id="212" presetID="10" presetClass="entr" presetSubtype="0" fill="hold" nodeType="withEffect">
                                  <p:stCondLst>
                                    <p:cond delay="740"/>
                                  </p:stCondLst>
                                  <p:childTnLst>
                                    <p:set>
                                      <p:cBhvr>
                                        <p:cTn id="213" dur="1" fill="hold">
                                          <p:stCondLst>
                                            <p:cond delay="0"/>
                                          </p:stCondLst>
                                        </p:cTn>
                                        <p:tgtEl>
                                          <p:spTgt spid="52"/>
                                        </p:tgtEl>
                                        <p:attrNameLst>
                                          <p:attrName>style.visibility</p:attrName>
                                        </p:attrNameLst>
                                      </p:cBhvr>
                                      <p:to>
                                        <p:strVal val="visible"/>
                                      </p:to>
                                    </p:set>
                                    <p:animEffect transition="in" filter="fade">
                                      <p:cBhvr>
                                        <p:cTn id="214" dur="225"/>
                                        <p:tgtEl>
                                          <p:spTgt spid="52"/>
                                        </p:tgtEl>
                                      </p:cBhvr>
                                    </p:animEffect>
                                  </p:childTnLst>
                                </p:cTn>
                              </p:par>
                              <p:par>
                                <p:cTn id="215" presetID="10" presetClass="entr" presetSubtype="0" fill="hold" nodeType="withEffect">
                                  <p:stCondLst>
                                    <p:cond delay="740"/>
                                  </p:stCondLst>
                                  <p:childTnLst>
                                    <p:set>
                                      <p:cBhvr>
                                        <p:cTn id="216" dur="1" fill="hold">
                                          <p:stCondLst>
                                            <p:cond delay="0"/>
                                          </p:stCondLst>
                                        </p:cTn>
                                        <p:tgtEl>
                                          <p:spTgt spid="53"/>
                                        </p:tgtEl>
                                        <p:attrNameLst>
                                          <p:attrName>style.visibility</p:attrName>
                                        </p:attrNameLst>
                                      </p:cBhvr>
                                      <p:to>
                                        <p:strVal val="visible"/>
                                      </p:to>
                                    </p:set>
                                    <p:animEffect transition="in" filter="fade">
                                      <p:cBhvr>
                                        <p:cTn id="217" dur="225"/>
                                        <p:tgtEl>
                                          <p:spTgt spid="53"/>
                                        </p:tgtEl>
                                      </p:cBhvr>
                                    </p:animEffect>
                                  </p:childTnLst>
                                </p:cTn>
                              </p:par>
                              <p:par>
                                <p:cTn id="218" presetID="10" presetClass="entr" presetSubtype="0" fill="hold" nodeType="withEffect">
                                  <p:stCondLst>
                                    <p:cond delay="740"/>
                                  </p:stCondLst>
                                  <p:childTnLst>
                                    <p:set>
                                      <p:cBhvr>
                                        <p:cTn id="219" dur="1" fill="hold">
                                          <p:stCondLst>
                                            <p:cond delay="0"/>
                                          </p:stCondLst>
                                        </p:cTn>
                                        <p:tgtEl>
                                          <p:spTgt spid="54"/>
                                        </p:tgtEl>
                                        <p:attrNameLst>
                                          <p:attrName>style.visibility</p:attrName>
                                        </p:attrNameLst>
                                      </p:cBhvr>
                                      <p:to>
                                        <p:strVal val="visible"/>
                                      </p:to>
                                    </p:set>
                                    <p:animEffect transition="in" filter="fade">
                                      <p:cBhvr>
                                        <p:cTn id="220" dur="225"/>
                                        <p:tgtEl>
                                          <p:spTgt spid="54"/>
                                        </p:tgtEl>
                                      </p:cBhvr>
                                    </p:animEffect>
                                  </p:childTnLst>
                                </p:cTn>
                              </p:par>
                              <p:par>
                                <p:cTn id="221" presetID="10" presetClass="entr" presetSubtype="0" fill="hold" nodeType="withEffect">
                                  <p:stCondLst>
                                    <p:cond delay="290"/>
                                  </p:stCondLst>
                                  <p:childTnLst>
                                    <p:set>
                                      <p:cBhvr>
                                        <p:cTn id="222" dur="1" fill="hold">
                                          <p:stCondLst>
                                            <p:cond delay="0"/>
                                          </p:stCondLst>
                                        </p:cTn>
                                        <p:tgtEl>
                                          <p:spTgt spid="55"/>
                                        </p:tgtEl>
                                        <p:attrNameLst>
                                          <p:attrName>style.visibility</p:attrName>
                                        </p:attrNameLst>
                                      </p:cBhvr>
                                      <p:to>
                                        <p:strVal val="visible"/>
                                      </p:to>
                                    </p:set>
                                    <p:animEffect transition="in" filter="fade">
                                      <p:cBhvr>
                                        <p:cTn id="223" dur="225"/>
                                        <p:tgtEl>
                                          <p:spTgt spid="55"/>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xit" presetSubtype="0" fill="hold" nodeType="clickEffect">
                                  <p:stCondLst>
                                    <p:cond delay="0"/>
                                  </p:stCondLst>
                                  <p:childTnLst>
                                    <p:animEffect transition="out" filter="fade">
                                      <p:cBhvr>
                                        <p:cTn id="227" dur="175"/>
                                        <p:tgtEl>
                                          <p:spTgt spid="28"/>
                                        </p:tgtEl>
                                      </p:cBhvr>
                                    </p:animEffect>
                                    <p:set>
                                      <p:cBhvr>
                                        <p:cTn id="228" dur="1" fill="hold">
                                          <p:stCondLst>
                                            <p:cond delay="174"/>
                                          </p:stCondLst>
                                        </p:cTn>
                                        <p:tgtEl>
                                          <p:spTgt spid="28"/>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175"/>
                                        <p:tgtEl>
                                          <p:spTgt spid="29"/>
                                        </p:tgtEl>
                                      </p:cBhvr>
                                    </p:animEffect>
                                    <p:set>
                                      <p:cBhvr>
                                        <p:cTn id="231" dur="1" fill="hold">
                                          <p:stCondLst>
                                            <p:cond delay="174"/>
                                          </p:stCondLst>
                                        </p:cTn>
                                        <p:tgtEl>
                                          <p:spTgt spid="29"/>
                                        </p:tgtEl>
                                        <p:attrNameLst>
                                          <p:attrName>style.visibility</p:attrName>
                                        </p:attrNameLst>
                                      </p:cBhvr>
                                      <p:to>
                                        <p:strVal val="hidden"/>
                                      </p:to>
                                    </p:set>
                                  </p:childTnLst>
                                </p:cTn>
                              </p:par>
                              <p:par>
                                <p:cTn id="232" presetID="10" presetClass="exit" presetSubtype="0" fill="hold" nodeType="withEffect">
                                  <p:stCondLst>
                                    <p:cond delay="0"/>
                                  </p:stCondLst>
                                  <p:childTnLst>
                                    <p:animEffect transition="out" filter="fade">
                                      <p:cBhvr>
                                        <p:cTn id="233" dur="175"/>
                                        <p:tgtEl>
                                          <p:spTgt spid="30"/>
                                        </p:tgtEl>
                                      </p:cBhvr>
                                    </p:animEffect>
                                    <p:set>
                                      <p:cBhvr>
                                        <p:cTn id="234" dur="1" fill="hold">
                                          <p:stCondLst>
                                            <p:cond delay="174"/>
                                          </p:stCondLst>
                                        </p:cTn>
                                        <p:tgtEl>
                                          <p:spTgt spid="30"/>
                                        </p:tgtEl>
                                        <p:attrNameLst>
                                          <p:attrName>style.visibility</p:attrName>
                                        </p:attrNameLst>
                                      </p:cBhvr>
                                      <p:to>
                                        <p:strVal val="hidden"/>
                                      </p:to>
                                    </p:set>
                                  </p:childTnLst>
                                </p:cTn>
                              </p:par>
                              <p:par>
                                <p:cTn id="235" presetID="10" presetClass="exit" presetSubtype="0" fill="hold" nodeType="withEffect">
                                  <p:stCondLst>
                                    <p:cond delay="0"/>
                                  </p:stCondLst>
                                  <p:childTnLst>
                                    <p:animEffect transition="out" filter="fade">
                                      <p:cBhvr>
                                        <p:cTn id="236" dur="175"/>
                                        <p:tgtEl>
                                          <p:spTgt spid="31"/>
                                        </p:tgtEl>
                                      </p:cBhvr>
                                    </p:animEffect>
                                    <p:set>
                                      <p:cBhvr>
                                        <p:cTn id="237" dur="1" fill="hold">
                                          <p:stCondLst>
                                            <p:cond delay="174"/>
                                          </p:stCondLst>
                                        </p:cTn>
                                        <p:tgtEl>
                                          <p:spTgt spid="31"/>
                                        </p:tgtEl>
                                        <p:attrNameLst>
                                          <p:attrName>style.visibility</p:attrName>
                                        </p:attrNameLst>
                                      </p:cBhvr>
                                      <p:to>
                                        <p:strVal val="hidden"/>
                                      </p:to>
                                    </p:set>
                                  </p:childTnLst>
                                </p:cTn>
                              </p:par>
                              <p:par>
                                <p:cTn id="238" presetID="10" presetClass="exit" presetSubtype="0" fill="hold" nodeType="withEffect">
                                  <p:stCondLst>
                                    <p:cond delay="0"/>
                                  </p:stCondLst>
                                  <p:childTnLst>
                                    <p:animEffect transition="out" filter="fade">
                                      <p:cBhvr>
                                        <p:cTn id="239" dur="175"/>
                                        <p:tgtEl>
                                          <p:spTgt spid="32"/>
                                        </p:tgtEl>
                                      </p:cBhvr>
                                    </p:animEffect>
                                    <p:set>
                                      <p:cBhvr>
                                        <p:cTn id="240" dur="1" fill="hold">
                                          <p:stCondLst>
                                            <p:cond delay="174"/>
                                          </p:stCondLst>
                                        </p:cTn>
                                        <p:tgtEl>
                                          <p:spTgt spid="32"/>
                                        </p:tgtEl>
                                        <p:attrNameLst>
                                          <p:attrName>style.visibility</p:attrName>
                                        </p:attrNameLst>
                                      </p:cBhvr>
                                      <p:to>
                                        <p:strVal val="hidden"/>
                                      </p:to>
                                    </p:set>
                                  </p:childTnLst>
                                </p:cTn>
                              </p:par>
                              <p:par>
                                <p:cTn id="241" presetID="10" presetClass="exit" presetSubtype="0" fill="hold" nodeType="withEffect">
                                  <p:stCondLst>
                                    <p:cond delay="0"/>
                                  </p:stCondLst>
                                  <p:childTnLst>
                                    <p:animEffect transition="out" filter="fade">
                                      <p:cBhvr>
                                        <p:cTn id="242" dur="175"/>
                                        <p:tgtEl>
                                          <p:spTgt spid="33"/>
                                        </p:tgtEl>
                                      </p:cBhvr>
                                    </p:animEffect>
                                    <p:set>
                                      <p:cBhvr>
                                        <p:cTn id="243" dur="1" fill="hold">
                                          <p:stCondLst>
                                            <p:cond delay="174"/>
                                          </p:stCondLst>
                                        </p:cTn>
                                        <p:tgtEl>
                                          <p:spTgt spid="33"/>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175"/>
                                        <p:tgtEl>
                                          <p:spTgt spid="34"/>
                                        </p:tgtEl>
                                      </p:cBhvr>
                                    </p:animEffect>
                                    <p:set>
                                      <p:cBhvr>
                                        <p:cTn id="246" dur="1" fill="hold">
                                          <p:stCondLst>
                                            <p:cond delay="174"/>
                                          </p:stCondLst>
                                        </p:cTn>
                                        <p:tgtEl>
                                          <p:spTgt spid="34"/>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175"/>
                                        <p:tgtEl>
                                          <p:spTgt spid="35"/>
                                        </p:tgtEl>
                                      </p:cBhvr>
                                    </p:animEffect>
                                    <p:set>
                                      <p:cBhvr>
                                        <p:cTn id="249" dur="1" fill="hold">
                                          <p:stCondLst>
                                            <p:cond delay="174"/>
                                          </p:stCondLst>
                                        </p:cTn>
                                        <p:tgtEl>
                                          <p:spTgt spid="35"/>
                                        </p:tgtEl>
                                        <p:attrNameLst>
                                          <p:attrName>style.visibility</p:attrName>
                                        </p:attrNameLst>
                                      </p:cBhvr>
                                      <p:to>
                                        <p:strVal val="hidden"/>
                                      </p:to>
                                    </p:set>
                                  </p:childTnLst>
                                </p:cTn>
                              </p:par>
                              <p:par>
                                <p:cTn id="250" presetID="10" presetClass="exit" presetSubtype="0" fill="hold" nodeType="withEffect">
                                  <p:stCondLst>
                                    <p:cond delay="0"/>
                                  </p:stCondLst>
                                  <p:childTnLst>
                                    <p:animEffect transition="out" filter="fade">
                                      <p:cBhvr>
                                        <p:cTn id="251" dur="175"/>
                                        <p:tgtEl>
                                          <p:spTgt spid="36"/>
                                        </p:tgtEl>
                                      </p:cBhvr>
                                    </p:animEffect>
                                    <p:set>
                                      <p:cBhvr>
                                        <p:cTn id="252" dur="1" fill="hold">
                                          <p:stCondLst>
                                            <p:cond delay="174"/>
                                          </p:stCondLst>
                                        </p:cTn>
                                        <p:tgtEl>
                                          <p:spTgt spid="36"/>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175"/>
                                        <p:tgtEl>
                                          <p:spTgt spid="38"/>
                                        </p:tgtEl>
                                      </p:cBhvr>
                                    </p:animEffect>
                                    <p:set>
                                      <p:cBhvr>
                                        <p:cTn id="255" dur="1" fill="hold">
                                          <p:stCondLst>
                                            <p:cond delay="174"/>
                                          </p:stCondLst>
                                        </p:cTn>
                                        <p:tgtEl>
                                          <p:spTgt spid="38"/>
                                        </p:tgtEl>
                                        <p:attrNameLst>
                                          <p:attrName>style.visibility</p:attrName>
                                        </p:attrNameLst>
                                      </p:cBhvr>
                                      <p:to>
                                        <p:strVal val="hidden"/>
                                      </p:to>
                                    </p:set>
                                  </p:childTnLst>
                                </p:cTn>
                              </p:par>
                              <p:par>
                                <p:cTn id="256" presetID="10" presetClass="exit" presetSubtype="0" fill="hold" nodeType="withEffect">
                                  <p:stCondLst>
                                    <p:cond delay="0"/>
                                  </p:stCondLst>
                                  <p:childTnLst>
                                    <p:animEffect transition="out" filter="fade">
                                      <p:cBhvr>
                                        <p:cTn id="257" dur="175"/>
                                        <p:tgtEl>
                                          <p:spTgt spid="39"/>
                                        </p:tgtEl>
                                      </p:cBhvr>
                                    </p:animEffect>
                                    <p:set>
                                      <p:cBhvr>
                                        <p:cTn id="258" dur="1" fill="hold">
                                          <p:stCondLst>
                                            <p:cond delay="174"/>
                                          </p:stCondLst>
                                        </p:cTn>
                                        <p:tgtEl>
                                          <p:spTgt spid="39"/>
                                        </p:tgtEl>
                                        <p:attrNameLst>
                                          <p:attrName>style.visibility</p:attrName>
                                        </p:attrNameLst>
                                      </p:cBhvr>
                                      <p:to>
                                        <p:strVal val="hidden"/>
                                      </p:to>
                                    </p:set>
                                  </p:childTnLst>
                                </p:cTn>
                              </p:par>
                              <p:par>
                                <p:cTn id="259" presetID="10" presetClass="exit" presetSubtype="0" fill="hold" nodeType="withEffect">
                                  <p:stCondLst>
                                    <p:cond delay="0"/>
                                  </p:stCondLst>
                                  <p:childTnLst>
                                    <p:animEffect transition="out" filter="fade">
                                      <p:cBhvr>
                                        <p:cTn id="260" dur="175"/>
                                        <p:tgtEl>
                                          <p:spTgt spid="40"/>
                                        </p:tgtEl>
                                      </p:cBhvr>
                                    </p:animEffect>
                                    <p:set>
                                      <p:cBhvr>
                                        <p:cTn id="261" dur="1" fill="hold">
                                          <p:stCondLst>
                                            <p:cond delay="174"/>
                                          </p:stCondLst>
                                        </p:cTn>
                                        <p:tgtEl>
                                          <p:spTgt spid="40"/>
                                        </p:tgtEl>
                                        <p:attrNameLst>
                                          <p:attrName>style.visibility</p:attrName>
                                        </p:attrNameLst>
                                      </p:cBhvr>
                                      <p:to>
                                        <p:strVal val="hidden"/>
                                      </p:to>
                                    </p:set>
                                  </p:childTnLst>
                                </p:cTn>
                              </p:par>
                              <p:par>
                                <p:cTn id="262" presetID="10" presetClass="exit" presetSubtype="0" fill="hold" nodeType="withEffect">
                                  <p:stCondLst>
                                    <p:cond delay="0"/>
                                  </p:stCondLst>
                                  <p:childTnLst>
                                    <p:animEffect transition="out" filter="fade">
                                      <p:cBhvr>
                                        <p:cTn id="263" dur="175"/>
                                        <p:tgtEl>
                                          <p:spTgt spid="41"/>
                                        </p:tgtEl>
                                      </p:cBhvr>
                                    </p:animEffect>
                                    <p:set>
                                      <p:cBhvr>
                                        <p:cTn id="264" dur="1" fill="hold">
                                          <p:stCondLst>
                                            <p:cond delay="174"/>
                                          </p:stCondLst>
                                        </p:cTn>
                                        <p:tgtEl>
                                          <p:spTgt spid="41"/>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175"/>
                                        <p:tgtEl>
                                          <p:spTgt spid="42"/>
                                        </p:tgtEl>
                                      </p:cBhvr>
                                    </p:animEffect>
                                    <p:set>
                                      <p:cBhvr>
                                        <p:cTn id="267" dur="1" fill="hold">
                                          <p:stCondLst>
                                            <p:cond delay="174"/>
                                          </p:stCondLst>
                                        </p:cTn>
                                        <p:tgtEl>
                                          <p:spTgt spid="42"/>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175"/>
                                        <p:tgtEl>
                                          <p:spTgt spid="43"/>
                                        </p:tgtEl>
                                      </p:cBhvr>
                                    </p:animEffect>
                                    <p:set>
                                      <p:cBhvr>
                                        <p:cTn id="270" dur="1" fill="hold">
                                          <p:stCondLst>
                                            <p:cond delay="174"/>
                                          </p:stCondLst>
                                        </p:cTn>
                                        <p:tgtEl>
                                          <p:spTgt spid="43"/>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175"/>
                                        <p:tgtEl>
                                          <p:spTgt spid="45"/>
                                        </p:tgtEl>
                                      </p:cBhvr>
                                    </p:animEffect>
                                    <p:set>
                                      <p:cBhvr>
                                        <p:cTn id="273" dur="1" fill="hold">
                                          <p:stCondLst>
                                            <p:cond delay="174"/>
                                          </p:stCondLst>
                                        </p:cTn>
                                        <p:tgtEl>
                                          <p:spTgt spid="45"/>
                                        </p:tgtEl>
                                        <p:attrNameLst>
                                          <p:attrName>style.visibility</p:attrName>
                                        </p:attrNameLst>
                                      </p:cBhvr>
                                      <p:to>
                                        <p:strVal val="hidden"/>
                                      </p:to>
                                    </p:set>
                                  </p:childTnLst>
                                </p:cTn>
                              </p:par>
                              <p:par>
                                <p:cTn id="274" presetID="10" presetClass="exit" presetSubtype="0" fill="hold" nodeType="withEffect">
                                  <p:stCondLst>
                                    <p:cond delay="0"/>
                                  </p:stCondLst>
                                  <p:childTnLst>
                                    <p:animEffect transition="out" filter="fade">
                                      <p:cBhvr>
                                        <p:cTn id="275" dur="175"/>
                                        <p:tgtEl>
                                          <p:spTgt spid="46"/>
                                        </p:tgtEl>
                                      </p:cBhvr>
                                    </p:animEffect>
                                    <p:set>
                                      <p:cBhvr>
                                        <p:cTn id="276" dur="1" fill="hold">
                                          <p:stCondLst>
                                            <p:cond delay="174"/>
                                          </p:stCondLst>
                                        </p:cTn>
                                        <p:tgtEl>
                                          <p:spTgt spid="46"/>
                                        </p:tgtEl>
                                        <p:attrNameLst>
                                          <p:attrName>style.visibility</p:attrName>
                                        </p:attrNameLst>
                                      </p:cBhvr>
                                      <p:to>
                                        <p:strVal val="hidden"/>
                                      </p:to>
                                    </p:set>
                                  </p:childTnLst>
                                </p:cTn>
                              </p:par>
                              <p:par>
                                <p:cTn id="277" presetID="10" presetClass="exit" presetSubtype="0" fill="hold" nodeType="withEffect">
                                  <p:stCondLst>
                                    <p:cond delay="0"/>
                                  </p:stCondLst>
                                  <p:childTnLst>
                                    <p:animEffect transition="out" filter="fade">
                                      <p:cBhvr>
                                        <p:cTn id="278" dur="175"/>
                                        <p:tgtEl>
                                          <p:spTgt spid="47"/>
                                        </p:tgtEl>
                                      </p:cBhvr>
                                    </p:animEffect>
                                    <p:set>
                                      <p:cBhvr>
                                        <p:cTn id="279" dur="1" fill="hold">
                                          <p:stCondLst>
                                            <p:cond delay="174"/>
                                          </p:stCondLst>
                                        </p:cTn>
                                        <p:tgtEl>
                                          <p:spTgt spid="47"/>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175"/>
                                        <p:tgtEl>
                                          <p:spTgt spid="48"/>
                                        </p:tgtEl>
                                      </p:cBhvr>
                                    </p:animEffect>
                                    <p:set>
                                      <p:cBhvr>
                                        <p:cTn id="282" dur="1" fill="hold">
                                          <p:stCondLst>
                                            <p:cond delay="174"/>
                                          </p:stCondLst>
                                        </p:cTn>
                                        <p:tgtEl>
                                          <p:spTgt spid="48"/>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175"/>
                                        <p:tgtEl>
                                          <p:spTgt spid="49"/>
                                        </p:tgtEl>
                                      </p:cBhvr>
                                    </p:animEffect>
                                    <p:set>
                                      <p:cBhvr>
                                        <p:cTn id="285" dur="1" fill="hold">
                                          <p:stCondLst>
                                            <p:cond delay="174"/>
                                          </p:stCondLst>
                                        </p:cTn>
                                        <p:tgtEl>
                                          <p:spTgt spid="49"/>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175"/>
                                        <p:tgtEl>
                                          <p:spTgt spid="50"/>
                                        </p:tgtEl>
                                      </p:cBhvr>
                                    </p:animEffect>
                                    <p:set>
                                      <p:cBhvr>
                                        <p:cTn id="288" dur="1" fill="hold">
                                          <p:stCondLst>
                                            <p:cond delay="174"/>
                                          </p:stCondLst>
                                        </p:cTn>
                                        <p:tgtEl>
                                          <p:spTgt spid="50"/>
                                        </p:tgtEl>
                                        <p:attrNameLst>
                                          <p:attrName>style.visibility</p:attrName>
                                        </p:attrNameLst>
                                      </p:cBhvr>
                                      <p:to>
                                        <p:strVal val="hidden"/>
                                      </p:to>
                                    </p:set>
                                  </p:childTnLst>
                                </p:cTn>
                              </p:par>
                              <p:par>
                                <p:cTn id="289" presetID="10" presetClass="exit" presetSubtype="0" fill="hold" nodeType="withEffect">
                                  <p:stCondLst>
                                    <p:cond delay="0"/>
                                  </p:stCondLst>
                                  <p:childTnLst>
                                    <p:animEffect transition="out" filter="fade">
                                      <p:cBhvr>
                                        <p:cTn id="290" dur="175"/>
                                        <p:tgtEl>
                                          <p:spTgt spid="52"/>
                                        </p:tgtEl>
                                      </p:cBhvr>
                                    </p:animEffect>
                                    <p:set>
                                      <p:cBhvr>
                                        <p:cTn id="291" dur="1" fill="hold">
                                          <p:stCondLst>
                                            <p:cond delay="174"/>
                                          </p:stCondLst>
                                        </p:cTn>
                                        <p:tgtEl>
                                          <p:spTgt spid="52"/>
                                        </p:tgtEl>
                                        <p:attrNameLst>
                                          <p:attrName>style.visibility</p:attrName>
                                        </p:attrNameLst>
                                      </p:cBhvr>
                                      <p:to>
                                        <p:strVal val="hidden"/>
                                      </p:to>
                                    </p:set>
                                  </p:childTnLst>
                                </p:cTn>
                              </p:par>
                              <p:par>
                                <p:cTn id="292" presetID="10" presetClass="exit" presetSubtype="0" fill="hold" nodeType="withEffect">
                                  <p:stCondLst>
                                    <p:cond delay="0"/>
                                  </p:stCondLst>
                                  <p:childTnLst>
                                    <p:animEffect transition="out" filter="fade">
                                      <p:cBhvr>
                                        <p:cTn id="293" dur="175"/>
                                        <p:tgtEl>
                                          <p:spTgt spid="53"/>
                                        </p:tgtEl>
                                      </p:cBhvr>
                                    </p:animEffect>
                                    <p:set>
                                      <p:cBhvr>
                                        <p:cTn id="294" dur="1" fill="hold">
                                          <p:stCondLst>
                                            <p:cond delay="174"/>
                                          </p:stCondLst>
                                        </p:cTn>
                                        <p:tgtEl>
                                          <p:spTgt spid="53"/>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175"/>
                                        <p:tgtEl>
                                          <p:spTgt spid="54"/>
                                        </p:tgtEl>
                                      </p:cBhvr>
                                    </p:animEffect>
                                    <p:set>
                                      <p:cBhvr>
                                        <p:cTn id="297" dur="1" fill="hold">
                                          <p:stCondLst>
                                            <p:cond delay="174"/>
                                          </p:stCondLst>
                                        </p:cTn>
                                        <p:tgtEl>
                                          <p:spTgt spid="54"/>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175"/>
                                        <p:tgtEl>
                                          <p:spTgt spid="55"/>
                                        </p:tgtEl>
                                      </p:cBhvr>
                                    </p:animEffect>
                                    <p:set>
                                      <p:cBhvr>
                                        <p:cTn id="300" dur="1" fill="hold">
                                          <p:stCondLst>
                                            <p:cond delay="174"/>
                                          </p:stCondLst>
                                        </p:cTn>
                                        <p:tgtEl>
                                          <p:spTgt spid="55"/>
                                        </p:tgtEl>
                                        <p:attrNameLst>
                                          <p:attrName>style.visibility</p:attrName>
                                        </p:attrNameLst>
                                      </p:cBhvr>
                                      <p:to>
                                        <p:strVal val="hidden"/>
                                      </p:to>
                                    </p:set>
                                  </p:childTnLst>
                                </p:cTn>
                              </p:par>
                              <p:par>
                                <p:cTn id="301" presetID="10" presetClass="entr" presetSubtype="0" fill="hold" nodeType="withEffect">
                                  <p:stCondLst>
                                    <p:cond delay="225"/>
                                  </p:stCondLst>
                                  <p:childTnLst>
                                    <p:set>
                                      <p:cBhvr>
                                        <p:cTn id="302" dur="1" fill="hold">
                                          <p:stCondLst>
                                            <p:cond delay="0"/>
                                          </p:stCondLst>
                                        </p:cTn>
                                        <p:tgtEl>
                                          <p:spTgt spid="56"/>
                                        </p:tgtEl>
                                        <p:attrNameLst>
                                          <p:attrName>style.visibility</p:attrName>
                                        </p:attrNameLst>
                                      </p:cBhvr>
                                      <p:to>
                                        <p:strVal val="visible"/>
                                      </p:to>
                                    </p:set>
                                    <p:animEffect transition="in" filter="fade">
                                      <p:cBhvr>
                                        <p:cTn id="303" dur="225"/>
                                        <p:tgtEl>
                                          <p:spTgt spid="56"/>
                                        </p:tgtEl>
                                      </p:cBhvr>
                                    </p:animEffect>
                                  </p:childTnLst>
                                </p:cTn>
                              </p:par>
                              <p:par>
                                <p:cTn id="304" presetID="10" presetClass="entr" presetSubtype="0" fill="hold" nodeType="withEffect">
                                  <p:stCondLst>
                                    <p:cond delay="260"/>
                                  </p:stCondLst>
                                  <p:childTnLst>
                                    <p:set>
                                      <p:cBhvr>
                                        <p:cTn id="305" dur="1" fill="hold">
                                          <p:stCondLst>
                                            <p:cond delay="0"/>
                                          </p:stCondLst>
                                        </p:cTn>
                                        <p:tgtEl>
                                          <p:spTgt spid="57"/>
                                        </p:tgtEl>
                                        <p:attrNameLst>
                                          <p:attrName>style.visibility</p:attrName>
                                        </p:attrNameLst>
                                      </p:cBhvr>
                                      <p:to>
                                        <p:strVal val="visible"/>
                                      </p:to>
                                    </p:set>
                                    <p:animEffect transition="in" filter="fade">
                                      <p:cBhvr>
                                        <p:cTn id="306" dur="225"/>
                                        <p:tgtEl>
                                          <p:spTgt spid="57"/>
                                        </p:tgtEl>
                                      </p:cBhvr>
                                    </p:animEffect>
                                  </p:childTnLst>
                                </p:cTn>
                              </p:par>
                              <p:par>
                                <p:cTn id="307" presetID="22" presetClass="entr" presetSubtype="8" fill="hold" nodeType="withEffect">
                                  <p:stCondLst>
                                    <p:cond delay="260"/>
                                  </p:stCondLst>
                                  <p:childTnLst>
                                    <p:set>
                                      <p:cBhvr>
                                        <p:cTn id="308" dur="1" fill="hold">
                                          <p:stCondLst>
                                            <p:cond delay="0"/>
                                          </p:stCondLst>
                                        </p:cTn>
                                        <p:tgtEl>
                                          <p:spTgt spid="58"/>
                                        </p:tgtEl>
                                        <p:attrNameLst>
                                          <p:attrName>style.visibility</p:attrName>
                                        </p:attrNameLst>
                                      </p:cBhvr>
                                      <p:to>
                                        <p:strVal val="visible"/>
                                      </p:to>
                                    </p:set>
                                    <p:animEffect transition="in" filter="wipe(left)">
                                      <p:cBhvr>
                                        <p:cTn id="309" dur="250"/>
                                        <p:tgtEl>
                                          <p:spTgt spid="58"/>
                                        </p:tgtEl>
                                      </p:cBhvr>
                                    </p:animEffect>
                                  </p:childTnLst>
                                </p:cTn>
                              </p:par>
                              <p:par>
                                <p:cTn id="310" presetID="10" presetClass="entr" presetSubtype="0" fill="hold" nodeType="withEffect">
                                  <p:stCondLst>
                                    <p:cond delay="295"/>
                                  </p:stCondLst>
                                  <p:childTnLst>
                                    <p:set>
                                      <p:cBhvr>
                                        <p:cTn id="311" dur="1" fill="hold">
                                          <p:stCondLst>
                                            <p:cond delay="0"/>
                                          </p:stCondLst>
                                        </p:cTn>
                                        <p:tgtEl>
                                          <p:spTgt spid="59"/>
                                        </p:tgtEl>
                                        <p:attrNameLst>
                                          <p:attrName>style.visibility</p:attrName>
                                        </p:attrNameLst>
                                      </p:cBhvr>
                                      <p:to>
                                        <p:strVal val="visible"/>
                                      </p:to>
                                    </p:set>
                                    <p:animEffect transition="in" filter="fade">
                                      <p:cBhvr>
                                        <p:cTn id="312" dur="225"/>
                                        <p:tgtEl>
                                          <p:spTgt spid="59"/>
                                        </p:tgtEl>
                                      </p:cBhvr>
                                    </p:animEffect>
                                  </p:childTnLst>
                                </p:cTn>
                              </p:par>
                              <p:par>
                                <p:cTn id="313" presetID="22" presetClass="entr" presetSubtype="8" fill="hold" nodeType="withEffect">
                                  <p:stCondLst>
                                    <p:cond delay="330"/>
                                  </p:stCondLst>
                                  <p:childTnLst>
                                    <p:set>
                                      <p:cBhvr>
                                        <p:cTn id="314" dur="1" fill="hold">
                                          <p:stCondLst>
                                            <p:cond delay="0"/>
                                          </p:stCondLst>
                                        </p:cTn>
                                        <p:tgtEl>
                                          <p:spTgt spid="60"/>
                                        </p:tgtEl>
                                        <p:attrNameLst>
                                          <p:attrName>style.visibility</p:attrName>
                                        </p:attrNameLst>
                                      </p:cBhvr>
                                      <p:to>
                                        <p:strVal val="visible"/>
                                      </p:to>
                                    </p:set>
                                    <p:animEffect transition="in" filter="wipe(left)">
                                      <p:cBhvr>
                                        <p:cTn id="315" dur="250"/>
                                        <p:tgtEl>
                                          <p:spTgt spid="60"/>
                                        </p:tgtEl>
                                      </p:cBhvr>
                                    </p:animEffect>
                                  </p:childTnLst>
                                </p:cTn>
                              </p:par>
                              <p:par>
                                <p:cTn id="316" presetID="10" presetClass="entr" presetSubtype="0" fill="hold" nodeType="withEffect">
                                  <p:stCondLst>
                                    <p:cond delay="365"/>
                                  </p:stCondLst>
                                  <p:childTnLst>
                                    <p:set>
                                      <p:cBhvr>
                                        <p:cTn id="317" dur="1" fill="hold">
                                          <p:stCondLst>
                                            <p:cond delay="0"/>
                                          </p:stCondLst>
                                        </p:cTn>
                                        <p:tgtEl>
                                          <p:spTgt spid="61"/>
                                        </p:tgtEl>
                                        <p:attrNameLst>
                                          <p:attrName>style.visibility</p:attrName>
                                        </p:attrNameLst>
                                      </p:cBhvr>
                                      <p:to>
                                        <p:strVal val="visible"/>
                                      </p:to>
                                    </p:set>
                                    <p:animEffect transition="in" filter="fade">
                                      <p:cBhvr>
                                        <p:cTn id="318" dur="225"/>
                                        <p:tgtEl>
                                          <p:spTgt spid="61"/>
                                        </p:tgtEl>
                                      </p:cBhvr>
                                    </p:animEffect>
                                  </p:childTnLst>
                                </p:cTn>
                              </p:par>
                              <p:par>
                                <p:cTn id="319" presetID="22" presetClass="entr" presetSubtype="8" fill="hold" nodeType="withEffect">
                                  <p:stCondLst>
                                    <p:cond delay="365"/>
                                  </p:stCondLst>
                                  <p:childTnLst>
                                    <p:set>
                                      <p:cBhvr>
                                        <p:cTn id="320" dur="1" fill="hold">
                                          <p:stCondLst>
                                            <p:cond delay="0"/>
                                          </p:stCondLst>
                                        </p:cTn>
                                        <p:tgtEl>
                                          <p:spTgt spid="62"/>
                                        </p:tgtEl>
                                        <p:attrNameLst>
                                          <p:attrName>style.visibility</p:attrName>
                                        </p:attrNameLst>
                                      </p:cBhvr>
                                      <p:to>
                                        <p:strVal val="visible"/>
                                      </p:to>
                                    </p:set>
                                    <p:animEffect transition="in" filter="wipe(left)">
                                      <p:cBhvr>
                                        <p:cTn id="321" dur="250"/>
                                        <p:tgtEl>
                                          <p:spTgt spid="62"/>
                                        </p:tgtEl>
                                      </p:cBhvr>
                                    </p:animEffect>
                                  </p:childTnLst>
                                </p:cTn>
                              </p:par>
                              <p:par>
                                <p:cTn id="322" presetID="10" presetClass="entr" presetSubtype="0" fill="hold" nodeType="withEffect">
                                  <p:stCondLst>
                                    <p:cond delay="400"/>
                                  </p:stCondLst>
                                  <p:childTnLst>
                                    <p:set>
                                      <p:cBhvr>
                                        <p:cTn id="323" dur="1" fill="hold">
                                          <p:stCondLst>
                                            <p:cond delay="0"/>
                                          </p:stCondLst>
                                        </p:cTn>
                                        <p:tgtEl>
                                          <p:spTgt spid="63"/>
                                        </p:tgtEl>
                                        <p:attrNameLst>
                                          <p:attrName>style.visibility</p:attrName>
                                        </p:attrNameLst>
                                      </p:cBhvr>
                                      <p:to>
                                        <p:strVal val="visible"/>
                                      </p:to>
                                    </p:set>
                                    <p:animEffect transition="in" filter="fade">
                                      <p:cBhvr>
                                        <p:cTn id="324" dur="225"/>
                                        <p:tgtEl>
                                          <p:spTgt spid="63"/>
                                        </p:tgtEl>
                                      </p:cBhvr>
                                    </p:animEffect>
                                  </p:childTnLst>
                                </p:cTn>
                              </p:par>
                              <p:par>
                                <p:cTn id="325" presetID="22" presetClass="entr" presetSubtype="8" fill="hold" nodeType="withEffect">
                                  <p:stCondLst>
                                    <p:cond delay="435"/>
                                  </p:stCondLst>
                                  <p:childTnLst>
                                    <p:set>
                                      <p:cBhvr>
                                        <p:cTn id="326" dur="1" fill="hold">
                                          <p:stCondLst>
                                            <p:cond delay="0"/>
                                          </p:stCondLst>
                                        </p:cTn>
                                        <p:tgtEl>
                                          <p:spTgt spid="64"/>
                                        </p:tgtEl>
                                        <p:attrNameLst>
                                          <p:attrName>style.visibility</p:attrName>
                                        </p:attrNameLst>
                                      </p:cBhvr>
                                      <p:to>
                                        <p:strVal val="visible"/>
                                      </p:to>
                                    </p:set>
                                    <p:animEffect transition="in" filter="wipe(left)">
                                      <p:cBhvr>
                                        <p:cTn id="327" dur="250"/>
                                        <p:tgtEl>
                                          <p:spTgt spid="64"/>
                                        </p:tgtEl>
                                      </p:cBhvr>
                                    </p:animEffect>
                                  </p:childTnLst>
                                </p:cTn>
                              </p:par>
                              <p:par>
                                <p:cTn id="328" presetID="10" presetClass="entr" presetSubtype="0" fill="hold" nodeType="withEffect">
                                  <p:stCondLst>
                                    <p:cond delay="470"/>
                                  </p:stCondLst>
                                  <p:childTnLst>
                                    <p:set>
                                      <p:cBhvr>
                                        <p:cTn id="329" dur="1" fill="hold">
                                          <p:stCondLst>
                                            <p:cond delay="0"/>
                                          </p:stCondLst>
                                        </p:cTn>
                                        <p:tgtEl>
                                          <p:spTgt spid="66"/>
                                        </p:tgtEl>
                                        <p:attrNameLst>
                                          <p:attrName>style.visibility</p:attrName>
                                        </p:attrNameLst>
                                      </p:cBhvr>
                                      <p:to>
                                        <p:strVal val="visible"/>
                                      </p:to>
                                    </p:set>
                                    <p:animEffect transition="in" filter="fade">
                                      <p:cBhvr>
                                        <p:cTn id="330" dur="225"/>
                                        <p:tgtEl>
                                          <p:spTgt spid="66"/>
                                        </p:tgtEl>
                                      </p:cBhvr>
                                    </p:animEffect>
                                  </p:childTnLst>
                                </p:cTn>
                              </p:par>
                              <p:par>
                                <p:cTn id="331" presetID="22" presetClass="entr" presetSubtype="8" fill="hold" nodeType="withEffect">
                                  <p:stCondLst>
                                    <p:cond delay="470"/>
                                  </p:stCondLst>
                                  <p:childTnLst>
                                    <p:set>
                                      <p:cBhvr>
                                        <p:cTn id="332" dur="1" fill="hold">
                                          <p:stCondLst>
                                            <p:cond delay="0"/>
                                          </p:stCondLst>
                                        </p:cTn>
                                        <p:tgtEl>
                                          <p:spTgt spid="67"/>
                                        </p:tgtEl>
                                        <p:attrNameLst>
                                          <p:attrName>style.visibility</p:attrName>
                                        </p:attrNameLst>
                                      </p:cBhvr>
                                      <p:to>
                                        <p:strVal val="visible"/>
                                      </p:to>
                                    </p:set>
                                    <p:animEffect transition="in" filter="wipe(left)">
                                      <p:cBhvr>
                                        <p:cTn id="333" dur="250"/>
                                        <p:tgtEl>
                                          <p:spTgt spid="67"/>
                                        </p:tgtEl>
                                      </p:cBhvr>
                                    </p:animEffect>
                                  </p:childTnLst>
                                </p:cTn>
                              </p:par>
                              <p:par>
                                <p:cTn id="334" presetID="10" presetClass="entr" presetSubtype="0" fill="hold" nodeType="withEffect">
                                  <p:stCondLst>
                                    <p:cond delay="505"/>
                                  </p:stCondLst>
                                  <p:childTnLst>
                                    <p:set>
                                      <p:cBhvr>
                                        <p:cTn id="335" dur="1" fill="hold">
                                          <p:stCondLst>
                                            <p:cond delay="0"/>
                                          </p:stCondLst>
                                        </p:cTn>
                                        <p:tgtEl>
                                          <p:spTgt spid="68"/>
                                        </p:tgtEl>
                                        <p:attrNameLst>
                                          <p:attrName>style.visibility</p:attrName>
                                        </p:attrNameLst>
                                      </p:cBhvr>
                                      <p:to>
                                        <p:strVal val="visible"/>
                                      </p:to>
                                    </p:set>
                                    <p:animEffect transition="in" filter="fade">
                                      <p:cBhvr>
                                        <p:cTn id="336" dur="225"/>
                                        <p:tgtEl>
                                          <p:spTgt spid="68"/>
                                        </p:tgtEl>
                                      </p:cBhvr>
                                    </p:animEffect>
                                  </p:childTnLst>
                                </p:cTn>
                              </p:par>
                              <p:par>
                                <p:cTn id="337" presetID="22" presetClass="entr" presetSubtype="8" fill="hold" nodeType="withEffect">
                                  <p:stCondLst>
                                    <p:cond delay="540"/>
                                  </p:stCondLst>
                                  <p:childTnLst>
                                    <p:set>
                                      <p:cBhvr>
                                        <p:cTn id="338" dur="1" fill="hold">
                                          <p:stCondLst>
                                            <p:cond delay="0"/>
                                          </p:stCondLst>
                                        </p:cTn>
                                        <p:tgtEl>
                                          <p:spTgt spid="69"/>
                                        </p:tgtEl>
                                        <p:attrNameLst>
                                          <p:attrName>style.visibility</p:attrName>
                                        </p:attrNameLst>
                                      </p:cBhvr>
                                      <p:to>
                                        <p:strVal val="visible"/>
                                      </p:to>
                                    </p:set>
                                    <p:animEffect transition="in" filter="wipe(left)">
                                      <p:cBhvr>
                                        <p:cTn id="339" dur="250"/>
                                        <p:tgtEl>
                                          <p:spTgt spid="69"/>
                                        </p:tgtEl>
                                      </p:cBhvr>
                                    </p:animEffect>
                                  </p:childTnLst>
                                </p:cTn>
                              </p:par>
                              <p:par>
                                <p:cTn id="340" presetID="10" presetClass="entr" presetSubtype="0" fill="hold" nodeType="withEffect">
                                  <p:stCondLst>
                                    <p:cond delay="575"/>
                                  </p:stCondLst>
                                  <p:childTnLst>
                                    <p:set>
                                      <p:cBhvr>
                                        <p:cTn id="341" dur="1" fill="hold">
                                          <p:stCondLst>
                                            <p:cond delay="0"/>
                                          </p:stCondLst>
                                        </p:cTn>
                                        <p:tgtEl>
                                          <p:spTgt spid="70"/>
                                        </p:tgtEl>
                                        <p:attrNameLst>
                                          <p:attrName>style.visibility</p:attrName>
                                        </p:attrNameLst>
                                      </p:cBhvr>
                                      <p:to>
                                        <p:strVal val="visible"/>
                                      </p:to>
                                    </p:set>
                                    <p:animEffect transition="in" filter="fade">
                                      <p:cBhvr>
                                        <p:cTn id="342" dur="225"/>
                                        <p:tgtEl>
                                          <p:spTgt spid="70"/>
                                        </p:tgtEl>
                                      </p:cBhvr>
                                    </p:animEffect>
                                  </p:childTnLst>
                                </p:cTn>
                              </p:par>
                              <p:par>
                                <p:cTn id="343" presetID="22" presetClass="entr" presetSubtype="8" fill="hold" nodeType="withEffect">
                                  <p:stCondLst>
                                    <p:cond delay="575"/>
                                  </p:stCondLst>
                                  <p:childTnLst>
                                    <p:set>
                                      <p:cBhvr>
                                        <p:cTn id="344" dur="1" fill="hold">
                                          <p:stCondLst>
                                            <p:cond delay="0"/>
                                          </p:stCondLst>
                                        </p:cTn>
                                        <p:tgtEl>
                                          <p:spTgt spid="71"/>
                                        </p:tgtEl>
                                        <p:attrNameLst>
                                          <p:attrName>style.visibility</p:attrName>
                                        </p:attrNameLst>
                                      </p:cBhvr>
                                      <p:to>
                                        <p:strVal val="visible"/>
                                      </p:to>
                                    </p:set>
                                    <p:animEffect transition="in" filter="wipe(left)">
                                      <p:cBhvr>
                                        <p:cTn id="345" dur="250"/>
                                        <p:tgtEl>
                                          <p:spTgt spid="71"/>
                                        </p:tgtEl>
                                      </p:cBhvr>
                                    </p:animEffect>
                                  </p:childTnLst>
                                </p:cTn>
                              </p:par>
                              <p:par>
                                <p:cTn id="346" presetID="10" presetClass="entr" presetSubtype="0" fill="hold" nodeType="withEffect">
                                  <p:stCondLst>
                                    <p:cond delay="610"/>
                                  </p:stCondLst>
                                  <p:childTnLst>
                                    <p:set>
                                      <p:cBhvr>
                                        <p:cTn id="347" dur="1" fill="hold">
                                          <p:stCondLst>
                                            <p:cond delay="0"/>
                                          </p:stCondLst>
                                        </p:cTn>
                                        <p:tgtEl>
                                          <p:spTgt spid="72"/>
                                        </p:tgtEl>
                                        <p:attrNameLst>
                                          <p:attrName>style.visibility</p:attrName>
                                        </p:attrNameLst>
                                      </p:cBhvr>
                                      <p:to>
                                        <p:strVal val="visible"/>
                                      </p:to>
                                    </p:set>
                                    <p:animEffect transition="in" filter="fade">
                                      <p:cBhvr>
                                        <p:cTn id="348" dur="225"/>
                                        <p:tgtEl>
                                          <p:spTgt spid="72"/>
                                        </p:tgtEl>
                                      </p:cBhvr>
                                    </p:animEffect>
                                  </p:childTnLst>
                                </p:cTn>
                              </p:par>
                              <p:par>
                                <p:cTn id="349" presetID="22" presetClass="entr" presetSubtype="8" fill="hold" nodeType="withEffect">
                                  <p:stCondLst>
                                    <p:cond delay="645"/>
                                  </p:stCondLst>
                                  <p:childTnLst>
                                    <p:set>
                                      <p:cBhvr>
                                        <p:cTn id="350" dur="1" fill="hold">
                                          <p:stCondLst>
                                            <p:cond delay="0"/>
                                          </p:stCondLst>
                                        </p:cTn>
                                        <p:tgtEl>
                                          <p:spTgt spid="73"/>
                                        </p:tgtEl>
                                        <p:attrNameLst>
                                          <p:attrName>style.visibility</p:attrName>
                                        </p:attrNameLst>
                                      </p:cBhvr>
                                      <p:to>
                                        <p:strVal val="visible"/>
                                      </p:to>
                                    </p:set>
                                    <p:animEffect transition="in" filter="wipe(left)">
                                      <p:cBhvr>
                                        <p:cTn id="351" dur="250"/>
                                        <p:tgtEl>
                                          <p:spTgt spid="73"/>
                                        </p:tgtEl>
                                      </p:cBhvr>
                                    </p:animEffect>
                                  </p:childTnLst>
                                </p:cTn>
                              </p:par>
                              <p:par>
                                <p:cTn id="352" presetID="10" presetClass="entr" presetSubtype="0" fill="hold" nodeType="withEffect">
                                  <p:stCondLst>
                                    <p:cond delay="290"/>
                                  </p:stCondLst>
                                  <p:childTnLst>
                                    <p:set>
                                      <p:cBhvr>
                                        <p:cTn id="353" dur="1" fill="hold">
                                          <p:stCondLst>
                                            <p:cond delay="0"/>
                                          </p:stCondLst>
                                        </p:cTn>
                                        <p:tgtEl>
                                          <p:spTgt spid="74"/>
                                        </p:tgtEl>
                                        <p:attrNameLst>
                                          <p:attrName>style.visibility</p:attrName>
                                        </p:attrNameLst>
                                      </p:cBhvr>
                                      <p:to>
                                        <p:strVal val="visible"/>
                                      </p:to>
                                    </p:set>
                                    <p:animEffect transition="in" filter="fade">
                                      <p:cBhvr>
                                        <p:cTn id="354" dur="225"/>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0" grpId="0" build="p"/>
      <p:bldP spid="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SASW y MASW: de dos receptores a un registro espacio–tiempo</a:t>
            </a:r>
            <a:endParaRPr lang="en-US" sz="2200" dirty="0"/>
          </a:p>
        </p:txBody>
      </p:sp>
      <p:sp>
        <p:nvSpPr>
          <p:cNvPr id="3" name="Obj [o34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la diferencia de fase entre dos receptores da la velocidad de fase</a:t>
            </a:r>
            <a:endParaRPr lang="en-US" sz="1400" dirty="0"/>
          </a:p>
        </p:txBody>
      </p:sp>
      <p:pic>
        <p:nvPicPr>
          <p:cNvPr id="4" name="Obj [o344]" descr="Arreglo SASW: fuente vertical y dos receptores separados una distancia d">    </p:cNvPr>
          <p:cNvPicPr>
            <a:picLocks noChangeAspect="1"/>
          </p:cNvPicPr>
          <p:nvPr/>
        </p:nvPicPr>
        <p:blipFill>
          <a:blip r:embed="rId1"/>
          <a:stretch>
            <a:fillRect/>
          </a:stretch>
        </p:blipFill>
        <p:spPr>
          <a:xfrm>
            <a:off x="966136" y="1601523"/>
            <a:ext cx="4487298" cy="1976224"/>
          </a:xfrm>
          <a:prstGeom prst="rect">
            <a:avLst/>
          </a:prstGeom>
        </p:spPr>
      </p:pic>
      <p:sp>
        <p:nvSpPr>
          <p:cNvPr id="5" name="Obj [o345]"/>
          <p:cNvSpPr/>
          <p:nvPr/>
        </p:nvSpPr>
        <p:spPr>
          <a:xfrm>
            <a:off x="966136" y="3724977"/>
            <a:ext cx="448729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346]"/>
              <p:cNvSpPr txBox="1"/>
              <p:nvPr/>
            </p:nvSpPr>
            <p:spPr>
              <a:xfrm>
                <a:off x="966136" y="3724977"/>
                <a:ext cx="448729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a:rPr lang="es-ES" sz="2200" i="1">
                              <a:solidFill>
                                <a:srgbClr val="1F4E79"/>
                              </a:solidFill>
                              <a:latin typeface="Cambria Math" panose="02040503050406030204" pitchFamily="18" charset="0"/>
                            </a:rPr>
                            <m:t xml:space="preserve">R</m:t>
                          </m:r>
                        </m:sub>
                      </m:sSub>
                      <m:r>
                        <a:rPr lang="es-ES" sz="2200" i="1">
                          <a:solidFill>
                            <a:srgbClr val="1F4E79"/>
                          </a:solidFill>
                          <a:latin typeface="Cambria Math" panose="02040503050406030204" pitchFamily="18" charset="0"/>
                        </a:rPr>
                        <m:t xml:space="preserve">(f)=</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2πf·d</m:t>
                          </m:r>
                        </m:num>
                        <m:den>
                          <m:r>
                            <a:rPr lang="es-ES" sz="2200" i="1">
                              <a:solidFill>
                                <a:srgbClr val="1F4E79"/>
                              </a:solidFill>
                              <a:latin typeface="Cambria Math" panose="02040503050406030204" pitchFamily="18" charset="0"/>
                            </a:rPr>
                            <m:t xml:space="preserve">Δφ(f)</m:t>
                          </m:r>
                        </m:den>
                      </m:f>
                    </m:oMath>
                  </m:oMathPara>
                </a14:m>
                <a:endParaRPr lang="es-ES"/>
              </a:p>
            </p:txBody>
          </p:sp>
        </mc:Choice>
        <mc:Fallback>
          <p:sp>
            <p:nvSpPr>
              <p:cNvPr id="6" name="Obj [o346]"/>
              <p:cNvSpPr txBox="1"/>
              <p:nvPr/>
            </p:nvSpPr>
            <p:spPr>
              <a:xfrm>
                <a:off x="966136" y="3724977"/>
                <a:ext cx="448729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cR(f) = 2π·f·d / Δφ(f)</a:t>
                </a:r>
                <a:endParaRPr lang="en-US" sz="2159" dirty="0"/>
              </a:p>
            </p:txBody>
          </p:sp>
        </mc:Fallback>
      </mc:AlternateContent>
      <p:sp>
        <p:nvSpPr>
          <p:cNvPr id="7" name="Obj [o347]"/>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Fuente vertical y dos receptores separados una distancia d</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 entre ambos, para cada frecuencia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c</m:t>
                        </m:r>
                      </m:e>
                      <m:sub>
                        <m:r>
                          <a:rPr lang="es-ES" sz="1440" i="1">
                            <a:solidFill>
                              <a:srgbClr val="2D2D2D"/>
                            </a:solidFill>
                            <a:latin typeface="Cambria Math" panose="02040503050406030204" pitchFamily="18" charset="0"/>
                          </a:rPr>
                          <m:t xml:space="preserve">R</m:t>
                        </m:r>
                      </m:sub>
                    </m:sSub>
                  </m:oMath>
                </a14:m>
              </mc:Choice>
              <mc:Fallback>
                <a:r>
                  <a:rPr lang="en-US" sz="1440" dirty="0">
                    <a:solidFill>
                      <a:srgbClr val="2D2D2D"/>
                    </a:solidFill>
                    <a:latin typeface="Arial" pitchFamily="34" charset="0"/>
                    <a:ea typeface="Arial" pitchFamily="34" charset="-122"/>
                    <a:cs typeface="Arial" pitchFamily="34" charset="-120"/>
                  </a:rPr>
                  <a:t>cR</a:t>
                </a:r>
              </mc:Fallback>
            </mc:AlternateContent>
            <a:r>
              <a:rPr lang="en-US" sz="1440" dirty="0">
                <a:solidFill>
                  <a:srgbClr val="2D2D2D"/>
                </a:solidFill>
                <a:latin typeface="Arial" pitchFamily="34" charset="0"/>
                <a:ea typeface="Arial" pitchFamily="34" charset="-122"/>
                <a:cs typeface="Arial" pitchFamily="34" charset="-120"/>
              </a:rPr>
              <a:t>(f)</a:t>
            </a:r>
            <a:endParaRPr lang="en-US" sz="1440" dirty="0"/>
          </a:p>
        </p:txBody>
      </p:sp>
      <p:sp>
        <p:nvSpPr>
          <p:cNvPr id="11" name="Obj [o34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Resumen firmado, sec. 4; Foti et al. (2014).</a:t>
            </a:r>
            <a:endParaRPr lang="en-US" sz="800" dirty="0"/>
          </a:p>
        </p:txBody>
      </p:sp>
      <p:sp>
        <p:nvSpPr>
          <p:cNvPr id="12" name="Obj [o34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es simple, pero deja ambigüedades y poca redundancia espacial</a:t>
            </a:r>
            <a:endParaRPr lang="en-US" sz="1400" dirty="0"/>
          </a:p>
        </p:txBody>
      </p:sp>
      <p:sp>
        <p:nvSpPr>
          <p:cNvPr id="13" name="Obj [o350]"/>
          <p:cNvSpPr/>
          <p:nvPr/>
        </p:nvSpPr>
        <p:spPr>
          <a:xfrm>
            <a:off x="441794" y="1671414"/>
            <a:ext cx="3269477" cy="418189"/>
          </a:xfrm>
          <a:prstGeom prst="rect">
            <a:avLst/>
          </a:prstGeom>
          <a:solidFill>
            <a:srgbClr val="1F4E79"/>
          </a:solidFill>
          <a:ln w="6350">
            <a:solidFill>
              <a:srgbClr val="1F4E79"/>
            </a:solidFill>
            <a:prstDash val="solid"/>
          </a:ln>
        </p:spPr>
      </p:sp>
      <p:sp>
        <p:nvSpPr>
          <p:cNvPr id="14" name="Obj [o351]"/>
          <p:cNvSpPr txBox="1"/>
          <p:nvPr/>
        </p:nvSpPr>
        <p:spPr>
          <a:xfrm>
            <a:off x="441794"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a:t>
            </a:r>
            <a:endParaRPr lang="en-US" sz="1726" dirty="0"/>
          </a:p>
        </p:txBody>
      </p:sp>
      <p:sp>
        <p:nvSpPr>
          <p:cNvPr id="15" name="Obj [o352]"/>
          <p:cNvSpPr/>
          <p:nvPr/>
        </p:nvSpPr>
        <p:spPr>
          <a:xfrm>
            <a:off x="441794" y="2089603"/>
            <a:ext cx="3269477" cy="2281030"/>
          </a:xfrm>
          <a:prstGeom prst="rect">
            <a:avLst/>
          </a:prstGeom>
          <a:solidFill>
            <a:srgbClr val="FFFFFF"/>
          </a:solidFill>
          <a:ln w="15840">
            <a:solidFill>
              <a:srgbClr val="1F4E79"/>
            </a:solidFill>
            <a:prstDash val="solid"/>
          </a:ln>
        </p:spPr>
      </p:sp>
      <p:sp>
        <p:nvSpPr>
          <p:cNvPr id="16" name="Obj [o353]"/>
          <p:cNvSpPr txBox="1"/>
          <p:nvPr/>
        </p:nvSpPr>
        <p:spPr>
          <a:xfrm>
            <a:off x="555846" y="2127620"/>
            <a:ext cx="3041374" cy="2204996"/>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Instrumentación sencilla: solo dos receptores</a:t>
            </a:r>
            <a:endParaRPr lang="en-US" sz="1553" dirty="0"/>
          </a:p>
        </p:txBody>
      </p:sp>
      <p:sp>
        <p:nvSpPr>
          <p:cNvPr id="17" name="Obj [o354]"/>
          <p:cNvSpPr/>
          <p:nvPr/>
        </p:nvSpPr>
        <p:spPr>
          <a:xfrm>
            <a:off x="4015409" y="1671414"/>
            <a:ext cx="3269477" cy="418189"/>
          </a:xfrm>
          <a:prstGeom prst="rect">
            <a:avLst/>
          </a:prstGeom>
          <a:solidFill>
            <a:srgbClr val="C55A11"/>
          </a:solidFill>
          <a:ln w="6350">
            <a:solidFill>
              <a:srgbClr val="C55A11"/>
            </a:solidFill>
            <a:prstDash val="solid"/>
          </a:ln>
        </p:spPr>
      </p:sp>
      <p:sp>
        <p:nvSpPr>
          <p:cNvPr id="18" name="Obj [o355]"/>
          <p:cNvSpPr txBox="1"/>
          <p:nvPr/>
        </p:nvSpPr>
        <p:spPr>
          <a:xfrm>
            <a:off x="4015409"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19" name="Obj [o356]"/>
          <p:cNvSpPr/>
          <p:nvPr/>
        </p:nvSpPr>
        <p:spPr>
          <a:xfrm>
            <a:off x="4015409" y="2089603"/>
            <a:ext cx="3269477" cy="2281030"/>
          </a:xfrm>
          <a:prstGeom prst="rect">
            <a:avLst/>
          </a:prstGeom>
          <a:solidFill>
            <a:srgbClr val="FFFFFF"/>
          </a:solidFill>
          <a:ln w="15840">
            <a:solidFill>
              <a:srgbClr val="C55A11"/>
            </a:solidFill>
            <a:prstDash val="solid"/>
          </a:ln>
        </p:spPr>
      </p:sp>
      <p:sp>
        <p:nvSpPr>
          <p:cNvPr id="20" name="Obj [o357]"/>
          <p:cNvSpPr txBox="1"/>
          <p:nvPr/>
        </p:nvSpPr>
        <p:spPr>
          <a:xfrm>
            <a:off x="4129460" y="2127620"/>
            <a:ext cx="3041374" cy="2204996"/>
          </a:xfrm>
          <a:prstGeom prst="rect">
            <a:avLst/>
          </a:prstGeom>
          <a:noFill/>
          <a:ln/>
        </p:spPr>
        <p:txBody>
          <a:bodyPr wrap="square" lIns="0" tIns="0" rIns="0" bIns="0" rtlCol="0" anchor="ctr"/>
          <a:lstStyle/>
          <a:p>
            <a:pPr indent="0" marL="0">
              <a:buNone/>
            </a:pPr>
            <a:endParaRPr lang="en-US" sz="1553" dirty="0"/>
          </a:p>
        </p:txBody>
      </p:sp>
      <p:sp>
        <p:nvSpPr>
          <p:cNvPr id="21" name="Obj [o358]"/>
          <p:cNvSpPr txBox="1"/>
          <p:nvPr/>
        </p:nvSpPr>
        <p:spPr>
          <a:xfrm>
            <a:off x="4167477" y="2165637"/>
            <a:ext cx="2965340" cy="2128962"/>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Δ</m:t>
                    </m:r>
                    <m:r>
                      <a:rPr lang="es-ES" sz="1553" i="1">
                        <a:solidFill>
                          <a:srgbClr val="2D2D2D"/>
                        </a:solidFill>
                        <a:latin typeface="Cambria Math" panose="02040503050406030204" pitchFamily="18" charset="0"/>
                      </a:rPr>
                      <m:t xml:space="preserve">φ</m:t>
                    </m:r>
                  </m:oMath>
                </a14:m>
              </mc:Choice>
              <mc:Fallback>
                <a:r>
                  <a:rPr lang="en-US" sz="1553" dirty="0">
                    <a:solidFill>
                      <a:srgbClr val="2D2D2D"/>
                    </a:solidFill>
                    <a:latin typeface="Arial" pitchFamily="34" charset="0"/>
                    <a:ea typeface="Arial" pitchFamily="34" charset="-122"/>
                    <a:cs typeface="Arial" pitchFamily="34" charset="-120"/>
                  </a:rPr>
                  <a:t>Δφ</a:t>
                </a:r>
              </mc:Fallback>
            </mc:AlternateContent>
            <a:r>
              <a:rPr lang="en-US" sz="1553" dirty="0">
                <a:solidFill>
                  <a:srgbClr val="2D2D2D"/>
                </a:solidFill>
                <a:latin typeface="Arial" pitchFamily="34" charset="0"/>
                <a:ea typeface="Arial" pitchFamily="34" charset="-122"/>
                <a:cs typeface="Arial" pitchFamily="34" charset="-120"/>
              </a:rPr>
              <a:t> + 2πN</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redundancia para separar contribuciones superpuestas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Se repite con distintas separaciones</a:t>
            </a:r>
            <a:endParaRPr lang="en-US" sz="1553" dirty="0"/>
          </a:p>
        </p:txBody>
      </p:sp>
      <p:sp>
        <p:nvSpPr>
          <p:cNvPr id="23" name="Obj [o35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 Foti et al. (2014) (a confirmar).</a:t>
            </a:r>
            <a:endParaRPr lang="en-US" sz="800" dirty="0"/>
          </a:p>
        </p:txBody>
      </p:sp>
      <p:sp>
        <p:nvSpPr>
          <p:cNvPr id="24" name="Obj [o36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MASW extiende el principio a múltiples posiciones a lo largo del terreno</a:t>
            </a:r>
            <a:endParaRPr lang="en-US" sz="1400" dirty="0"/>
          </a:p>
        </p:txBody>
      </p:sp>
      <p:pic>
        <p:nvPicPr>
          <p:cNvPr id="25" name="Obj [o361]" descr="Arreglo MASW: fuente y una línea de geófonos con espaciamiento dx">    </p:cNvPr>
          <p:cNvPicPr>
            <a:picLocks noChangeAspect="1"/>
          </p:cNvPicPr>
          <p:nvPr/>
        </p:nvPicPr>
        <p:blipFill>
          <a:blip r:embed="rId2"/>
          <a:stretch>
            <a:fillRect/>
          </a:stretch>
        </p:blipFill>
        <p:spPr>
          <a:xfrm>
            <a:off x="441794" y="1595380"/>
            <a:ext cx="4257923" cy="1995649"/>
          </a:xfrm>
          <a:prstGeom prst="rect">
            <a:avLst/>
          </a:prstGeom>
        </p:spPr>
      </p:pic>
      <p:sp>
        <p:nvSpPr>
          <p:cNvPr id="26" name="Obj [o362]"/>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Un transductor y un canal por posición</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La redundancia espacial permite reconocer patrones coherentes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Se distinguen contribuciones superpuestas</a:t>
            </a:r>
            <a:endParaRPr lang="en-US" sz="1380" dirty="0"/>
          </a:p>
        </p:txBody>
      </p:sp>
      <p:sp>
        <p:nvSpPr>
          <p:cNvPr id="27" name="Obj [o36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Park et al. (1998, 1999); Foti et al. (2018).</a:t>
            </a:r>
            <a:endParaRPr lang="en-US" sz="800" dirty="0"/>
          </a:p>
        </p:txBody>
      </p:sp>
      <p:sp>
        <p:nvSpPr>
          <p:cNvPr id="28" name="Obj [o36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registro MASW es una matriz espacio–tiempo: una traza por posición</a:t>
            </a:r>
            <a:endParaRPr lang="en-US" sz="1400" dirty="0"/>
          </a:p>
        </p:txBody>
      </p:sp>
      <p:pic>
        <p:nvPicPr>
          <p:cNvPr id="29" name="Obj [o365]" descr="Registro sintético: trazas por posición, con el tiempo de llegada creciendo con la distancia">    </p:cNvPr>
          <p:cNvPicPr>
            <a:picLocks noChangeAspect="1"/>
          </p:cNvPicPr>
          <p:nvPr/>
        </p:nvPicPr>
        <p:blipFill>
          <a:blip r:embed="rId3"/>
          <a:stretch>
            <a:fillRect/>
          </a:stretch>
        </p:blipFill>
        <p:spPr>
          <a:xfrm>
            <a:off x="441794" y="1633397"/>
            <a:ext cx="4105855" cy="2585168"/>
          </a:xfrm>
          <a:prstGeom prst="rect">
            <a:avLst/>
          </a:prstGeom>
        </p:spPr>
      </p:pic>
      <p:sp>
        <p:nvSpPr>
          <p:cNvPr id="30" name="Obj [o366]"/>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1" name="Obj [o367]"/>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z</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t</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m:t>
                      </m:r>
                    </m:oMath>
                  </m:oMathPara>
                </a14:m>
                <a:endParaRPr lang="es-ES"/>
              </a:p>
            </p:txBody>
          </p:sp>
        </mc:Choice>
        <mc:Fallback>
          <p:sp>
            <p:nvSpPr>
              <p:cNvPr id="31" name="Obj [o367]"/>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U[m, n] = uz(xm, tn)</a:t>
                </a:r>
                <a:endParaRPr lang="en-US" sz="2071" dirty="0"/>
              </a:p>
            </p:txBody>
          </p:sp>
        </mc:Fallback>
      </mc:AlternateContent>
      <p:sp>
        <p:nvSpPr>
          <p:cNvPr id="32" name="Obj [o368]"/>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Cada fila es la traza de una posición</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El conjunto es un registro espacio–tiempo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380" dirty="0"/>
          </a:p>
        </p:txBody>
      </p:sp>
      <p:sp>
        <p:nvSpPr>
          <p:cNvPr id="33" name="Obj [o3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Registro sintético propio (ilustrativo), con la curva de la slide 41. Resumen firmado, ec. (6).</a:t>
            </a:r>
            <a:endParaRPr lang="en-US" sz="800" dirty="0"/>
          </a:p>
        </p:txBody>
      </p:sp>
      <p:sp>
        <p:nvSpPr>
          <p:cNvPr id="34" name="Obj [o37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dimensión espacial puede sintetizarse con adquisiciones sucesivas</a:t>
            </a:r>
            <a:endParaRPr lang="en-US" sz="1400" dirty="0"/>
          </a:p>
        </p:txBody>
      </p:sp>
      <p:pic>
        <p:nvPicPr>
          <p:cNvPr id="35" name="Obj [o371]" descr="Arreglo convencional con un receptor por posición y arreglo sintetizado con un receptor fijo y la fuente en posiciones sucesivas">    </p:cNvPr>
          <p:cNvPicPr>
            <a:picLocks noChangeAspect="1"/>
          </p:cNvPicPr>
          <p:nvPr/>
        </p:nvPicPr>
        <p:blipFill>
          <a:blip r:embed="rId4"/>
          <a:stretch>
            <a:fillRect/>
          </a:stretch>
        </p:blipFill>
        <p:spPr>
          <a:xfrm>
            <a:off x="441794" y="1633397"/>
            <a:ext cx="4562061" cy="2423595"/>
          </a:xfrm>
          <a:prstGeom prst="rect">
            <a:avLst/>
          </a:prstGeom>
        </p:spPr>
      </p:pic>
      <p:sp>
        <p:nvSpPr>
          <p:cNvPr id="36" name="Obj [o372]"/>
          <p:cNvSpPr txBox="1"/>
          <p:nvPr/>
        </p:nvSpPr>
        <p:spPr>
          <a:xfrm>
            <a:off x="5155924" y="1709431"/>
            <a:ext cx="2128962"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Reduce el costo instrumental: menos canales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 la configuración recíproca de mover el receptor</a:t>
            </a:r>
            <a:endParaRPr lang="en-US" sz="1380" dirty="0"/>
          </a:p>
        </p:txBody>
      </p:sp>
      <p:sp>
        <p:nvSpPr>
          <p:cNvPr id="37" name="Obj [o3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Lin y Ashlock (2016), según el resumen firmado (a confirmar en el artículo).</a:t>
            </a:r>
            <a:endParaRPr lang="en-US" sz="800" dirty="0"/>
          </a:p>
        </p:txBody>
      </p:sp>
      <p:sp>
        <p:nvSpPr>
          <p:cNvPr id="3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fill="hold" nodeType="withEffect">
                                  <p:stCondLst>
                                    <p:cond delay="205"/>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25"/>
                                        <p:tgtEl>
                                          <p:spTgt spid="5"/>
                                        </p:tgtEl>
                                      </p:cBhvr>
                                    </p:animEffect>
                                  </p:childTnLst>
                                </p:cTn>
                              </p:par>
                              <p:par>
                                <p:cTn id="16" presetID="22" presetClass="entr" presetSubtype="8" fill="hold" nodeType="withEffect">
                                  <p:stCondLst>
                                    <p:cond delay="205"/>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250"/>
                                        <p:tgtEl>
                                          <p:spTgt spid="6"/>
                                        </p:tgtEl>
                                      </p:cBhvr>
                                    </p:animEffect>
                                  </p:childTnLst>
                                </p:cTn>
                              </p:par>
                              <p:par>
                                <p:cTn id="19" presetID="10" presetClass="entr" presetSubtype="0" grpId="0" fill="hold" nodeType="withEffect">
                                  <p:stCondLst>
                                    <p:cond delay="24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225"/>
                                        <p:tgtEl>
                                          <p:spTgt spid="7">
                                            <p:txEl>
                                              <p:pRg st="0" end="0"/>
                                            </p:txEl>
                                          </p:spTgt>
                                        </p:tgtEl>
                                      </p:cBhvr>
                                    </p:animEffect>
                                  </p:childTnLst>
                                </p:cTn>
                              </p:par>
                              <p:par>
                                <p:cTn id="22" presetID="10" presetClass="entr" presetSubtype="0" grpId="0" fill="hold" nodeType="withEffect">
                                  <p:stCondLst>
                                    <p:cond delay="43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225"/>
                                        <p:tgtEl>
                                          <p:spTgt spid="7">
                                            <p:txEl>
                                              <p:pRg st="1" end="1"/>
                                            </p:txEl>
                                          </p:spTgt>
                                        </p:tgtEl>
                                      </p:cBhvr>
                                    </p:animEffect>
                                  </p:childTnLst>
                                </p:cTn>
                              </p:par>
                              <p:par>
                                <p:cTn id="25" presetID="10" presetClass="entr" presetSubtype="0" grpId="0" fill="hold" nodeType="withEffect">
                                  <p:stCondLst>
                                    <p:cond delay="62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225"/>
                                        <p:tgtEl>
                                          <p:spTgt spid="7">
                                            <p:txEl>
                                              <p:pRg st="2" end="2"/>
                                            </p:txEl>
                                          </p:spTgt>
                                        </p:tgtEl>
                                      </p:cBhvr>
                                    </p:animEffect>
                                  </p:childTnLst>
                                </p:cTn>
                              </p:par>
                              <p:par>
                                <p:cTn id="28" presetID="10" presetClass="entr" presetSubtype="0" fill="hold" nodeType="withEffect">
                                  <p:stCondLst>
                                    <p:cond delay="2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25"/>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175"/>
                                        <p:tgtEl>
                                          <p:spTgt spid="3"/>
                                        </p:tgtEl>
                                      </p:cBhvr>
                                    </p:animEffect>
                                    <p:set>
                                      <p:cBhvr>
                                        <p:cTn id="35" dur="1" fill="hold">
                                          <p:stCondLst>
                                            <p:cond delay="174"/>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175"/>
                                        <p:tgtEl>
                                          <p:spTgt spid="5"/>
                                        </p:tgtEl>
                                      </p:cBhvr>
                                    </p:animEffect>
                                    <p:set>
                                      <p:cBhvr>
                                        <p:cTn id="38" dur="1" fill="hold">
                                          <p:stCondLst>
                                            <p:cond delay="174"/>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75"/>
                                        <p:tgtEl>
                                          <p:spTgt spid="6"/>
                                        </p:tgtEl>
                                      </p:cBhvr>
                                    </p:animEffect>
                                    <p:set>
                                      <p:cBhvr>
                                        <p:cTn id="41" dur="1" fill="hold">
                                          <p:stCondLst>
                                            <p:cond delay="174"/>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175"/>
                                        <p:tgtEl>
                                          <p:spTgt spid="7">
                                            <p:txEl>
                                              <p:pRg st="0" end="0"/>
                                            </p:txEl>
                                          </p:spTgt>
                                        </p:tgtEl>
                                      </p:cBhvr>
                                    </p:animEffect>
                                    <p:set>
                                      <p:cBhvr>
                                        <p:cTn id="44" dur="1" fill="hold">
                                          <p:stCondLst>
                                            <p:cond delay="174"/>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175"/>
                                        <p:tgtEl>
                                          <p:spTgt spid="7">
                                            <p:txEl>
                                              <p:pRg st="1" end="1"/>
                                            </p:txEl>
                                          </p:spTgt>
                                        </p:tgtEl>
                                      </p:cBhvr>
                                    </p:animEffect>
                                    <p:set>
                                      <p:cBhvr>
                                        <p:cTn id="47" dur="1" fill="hold">
                                          <p:stCondLst>
                                            <p:cond delay="174"/>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175"/>
                                        <p:tgtEl>
                                          <p:spTgt spid="7">
                                            <p:txEl>
                                              <p:pRg st="2" end="2"/>
                                            </p:txEl>
                                          </p:spTgt>
                                        </p:tgtEl>
                                      </p:cBhvr>
                                    </p:animEffect>
                                    <p:set>
                                      <p:cBhvr>
                                        <p:cTn id="50" dur="1" fill="hold">
                                          <p:stCondLst>
                                            <p:cond delay="174"/>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11"/>
                                        </p:tgtEl>
                                      </p:cBhvr>
                                    </p:animEffect>
                                    <p:set>
                                      <p:cBhvr>
                                        <p:cTn id="53" dur="1" fill="hold">
                                          <p:stCondLst>
                                            <p:cond delay="174"/>
                                          </p:stCondLst>
                                        </p:cTn>
                                        <p:tgtEl>
                                          <p:spTgt spid="11"/>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14614 E" pathEditMode="relative" rAng="0" ptsTypes="AA">
                                      <p:cBhvr>
                                        <p:cTn id="55" dur="375" fill="hold"/>
                                        <p:tgtEl>
                                          <p:spTgt spid="4"/>
                                        </p:tgtEl>
                                        <p:attrNameLst>
                                          <p:attrName>ppt_x</p:attrName>
                                          <p:attrName>ppt_y</p:attrName>
                                        </p:attrNameLst>
                                      </p:cBhvr>
                                      <p:rCtr x="27073" y="-7307"/>
                                    </p:animMotion>
                                  </p:childTnLst>
                                </p:cTn>
                              </p:par>
                              <p:par>
                                <p:cTn id="56" presetID="6" presetClass="emph" presetSubtype="0" accel="50000" decel="50000" fill="hold" nodeType="withEffect">
                                  <p:stCondLst>
                                    <p:cond delay="0"/>
                                  </p:stCondLst>
                                  <p:childTnLst>
                                    <p:animScale>
                                      <p:cBhvr>
                                        <p:cTn id="57" dur="375" fill="hold"/>
                                        <p:tgtEl>
                                          <p:spTgt spid="4"/>
                                        </p:tgtEl>
                                      </p:cBhvr>
                                      <p:by x="27510" y="27510"/>
                                    </p:animScale>
                                  </p:childTnLst>
                                </p:cTn>
                              </p:par>
                              <p:par>
                                <p:cTn id="58" presetID="10" presetClass="entr" presetSubtype="0" fill="hold" nodeType="withEffect">
                                  <p:stCondLst>
                                    <p:cond delay="225"/>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225"/>
                                        <p:tgtEl>
                                          <p:spTgt spid="12"/>
                                        </p:tgtEl>
                                      </p:cBhvr>
                                    </p:animEffect>
                                  </p:childTnLst>
                                </p:cTn>
                              </p:par>
                              <p:par>
                                <p:cTn id="61" presetID="10" presetClass="entr" presetSubtype="0" fill="hold" nodeType="withEffect">
                                  <p:stCondLst>
                                    <p:cond delay="26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225"/>
                                        <p:tgtEl>
                                          <p:spTgt spid="13"/>
                                        </p:tgtEl>
                                      </p:cBhvr>
                                    </p:animEffect>
                                  </p:childTnLst>
                                </p:cTn>
                              </p:par>
                              <p:par>
                                <p:cTn id="64" presetID="22" presetClass="entr" presetSubtype="4" fill="hold" nodeType="withEffect">
                                  <p:stCondLst>
                                    <p:cond delay="260"/>
                                  </p:stCondLst>
                                  <p:childTnLst>
                                    <p:set>
                                      <p:cBhvr>
                                        <p:cTn id="65" dur="1" fill="hold">
                                          <p:stCondLst>
                                            <p:cond delay="0"/>
                                          </p:stCondLst>
                                        </p:cTn>
                                        <p:tgtEl>
                                          <p:spTgt spid="14"/>
                                        </p:tgtEl>
                                        <p:attrNameLst>
                                          <p:attrName>style.visibility</p:attrName>
                                        </p:attrNameLst>
                                      </p:cBhvr>
                                      <p:to>
                                        <p:strVal val="visible"/>
                                      </p:to>
                                    </p:set>
                                    <p:animEffect transition="in" filter="wipe(down)">
                                      <p:cBhvr>
                                        <p:cTn id="66" dur="250"/>
                                        <p:tgtEl>
                                          <p:spTgt spid="14"/>
                                        </p:tgtEl>
                                      </p:cBhvr>
                                    </p:animEffect>
                                  </p:childTnLst>
                                </p:cTn>
                              </p:par>
                              <p:par>
                                <p:cTn id="67" presetID="10" presetClass="entr" presetSubtype="0" fill="hold" nodeType="withEffect">
                                  <p:stCondLst>
                                    <p:cond delay="295"/>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225"/>
                                        <p:tgtEl>
                                          <p:spTgt spid="15"/>
                                        </p:tgtEl>
                                      </p:cBhvr>
                                    </p:animEffect>
                                  </p:childTnLst>
                                </p:cTn>
                              </p:par>
                              <p:par>
                                <p:cTn id="70" presetID="22" presetClass="entr" presetSubtype="4" fill="hold" nodeType="withEffect">
                                  <p:stCondLst>
                                    <p:cond delay="330"/>
                                  </p:stCondLst>
                                  <p:childTnLst>
                                    <p:set>
                                      <p:cBhvr>
                                        <p:cTn id="71" dur="1" fill="hold">
                                          <p:stCondLst>
                                            <p:cond delay="0"/>
                                          </p:stCondLst>
                                        </p:cTn>
                                        <p:tgtEl>
                                          <p:spTgt spid="16"/>
                                        </p:tgtEl>
                                        <p:attrNameLst>
                                          <p:attrName>style.visibility</p:attrName>
                                        </p:attrNameLst>
                                      </p:cBhvr>
                                      <p:to>
                                        <p:strVal val="visible"/>
                                      </p:to>
                                    </p:set>
                                    <p:animEffect transition="in" filter="wipe(down)">
                                      <p:cBhvr>
                                        <p:cTn id="72" dur="250"/>
                                        <p:tgtEl>
                                          <p:spTgt spid="16"/>
                                        </p:tgtEl>
                                      </p:cBhvr>
                                    </p:animEffect>
                                  </p:childTnLst>
                                </p:cTn>
                              </p:par>
                              <p:par>
                                <p:cTn id="73" presetID="10" presetClass="entr" presetSubtype="0" fill="hold" nodeType="withEffect">
                                  <p:stCondLst>
                                    <p:cond delay="365"/>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225"/>
                                        <p:tgtEl>
                                          <p:spTgt spid="17"/>
                                        </p:tgtEl>
                                      </p:cBhvr>
                                    </p:animEffect>
                                  </p:childTnLst>
                                </p:cTn>
                              </p:par>
                              <p:par>
                                <p:cTn id="76" presetID="22" presetClass="entr" presetSubtype="4" fill="hold" nodeType="withEffect">
                                  <p:stCondLst>
                                    <p:cond delay="365"/>
                                  </p:stCondLst>
                                  <p:childTnLst>
                                    <p:set>
                                      <p:cBhvr>
                                        <p:cTn id="77" dur="1" fill="hold">
                                          <p:stCondLst>
                                            <p:cond delay="0"/>
                                          </p:stCondLst>
                                        </p:cTn>
                                        <p:tgtEl>
                                          <p:spTgt spid="18"/>
                                        </p:tgtEl>
                                        <p:attrNameLst>
                                          <p:attrName>style.visibility</p:attrName>
                                        </p:attrNameLst>
                                      </p:cBhvr>
                                      <p:to>
                                        <p:strVal val="visible"/>
                                      </p:to>
                                    </p:set>
                                    <p:animEffect transition="in" filter="wipe(down)">
                                      <p:cBhvr>
                                        <p:cTn id="78" dur="250"/>
                                        <p:tgtEl>
                                          <p:spTgt spid="18"/>
                                        </p:tgtEl>
                                      </p:cBhvr>
                                    </p:animEffect>
                                  </p:childTnLst>
                                </p:cTn>
                              </p:par>
                              <p:par>
                                <p:cTn id="79" presetID="10" presetClass="entr" presetSubtype="0" fill="hold" nodeType="withEffect">
                                  <p:stCondLst>
                                    <p:cond delay="40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225"/>
                                        <p:tgtEl>
                                          <p:spTgt spid="19"/>
                                        </p:tgtEl>
                                      </p:cBhvr>
                                    </p:animEffect>
                                  </p:childTnLst>
                                </p:cTn>
                              </p:par>
                              <p:par>
                                <p:cTn id="82" presetID="22" presetClass="entr" presetSubtype="4" fill="hold" nodeType="withEffect">
                                  <p:stCondLst>
                                    <p:cond delay="435"/>
                                  </p:stCondLst>
                                  <p:childTnLst>
                                    <p:set>
                                      <p:cBhvr>
                                        <p:cTn id="83" dur="1" fill="hold">
                                          <p:stCondLst>
                                            <p:cond delay="0"/>
                                          </p:stCondLst>
                                        </p:cTn>
                                        <p:tgtEl>
                                          <p:spTgt spid="20"/>
                                        </p:tgtEl>
                                        <p:attrNameLst>
                                          <p:attrName>style.visibility</p:attrName>
                                        </p:attrNameLst>
                                      </p:cBhvr>
                                      <p:to>
                                        <p:strVal val="visible"/>
                                      </p:to>
                                    </p:set>
                                    <p:animEffect transition="in" filter="wipe(down)">
                                      <p:cBhvr>
                                        <p:cTn id="84" dur="250"/>
                                        <p:tgtEl>
                                          <p:spTgt spid="20"/>
                                        </p:tgtEl>
                                      </p:cBhvr>
                                    </p:animEffect>
                                  </p:childTnLst>
                                </p:cTn>
                              </p:par>
                              <p:par>
                                <p:cTn id="85" presetID="10" presetClass="entr" presetSubtype="0" grpId="0" fill="hold" nodeType="withEffect">
                                  <p:stCondLst>
                                    <p:cond delay="470"/>
                                  </p:stCondLst>
                                  <p:childTnLst>
                                    <p:set>
                                      <p:cBhvr>
                                        <p:cTn id="86" dur="1" fill="hold">
                                          <p:stCondLst>
                                            <p:cond delay="0"/>
                                          </p:stCondLst>
                                        </p:cTn>
                                        <p:tgtEl>
                                          <p:spTgt spid="21">
                                            <p:txEl>
                                              <p:pRg st="0" end="0"/>
                                            </p:txEl>
                                          </p:spTgt>
                                        </p:tgtEl>
                                        <p:attrNameLst>
                                          <p:attrName>style.visibility</p:attrName>
                                        </p:attrNameLst>
                                      </p:cBhvr>
                                      <p:to>
                                        <p:strVal val="visible"/>
                                      </p:to>
                                    </p:set>
                                    <p:animEffect transition="in" filter="fade">
                                      <p:cBhvr>
                                        <p:cTn id="87" dur="225"/>
                                        <p:tgtEl>
                                          <p:spTgt spid="21">
                                            <p:txEl>
                                              <p:pRg st="0" end="0"/>
                                            </p:txEl>
                                          </p:spTgt>
                                        </p:tgtEl>
                                      </p:cBhvr>
                                    </p:animEffect>
                                  </p:childTnLst>
                                </p:cTn>
                              </p:par>
                              <p:par>
                                <p:cTn id="88" presetID="10" presetClass="entr" presetSubtype="0" grpId="0" fill="hold" nodeType="withEffect">
                                  <p:stCondLst>
                                    <p:cond delay="660"/>
                                  </p:stCondLst>
                                  <p:childTnLst>
                                    <p:set>
                                      <p:cBhvr>
                                        <p:cTn id="89" dur="1" fill="hold">
                                          <p:stCondLst>
                                            <p:cond delay="0"/>
                                          </p:stCondLst>
                                        </p:cTn>
                                        <p:tgtEl>
                                          <p:spTgt spid="21">
                                            <p:txEl>
                                              <p:pRg st="1" end="1"/>
                                            </p:txEl>
                                          </p:spTgt>
                                        </p:tgtEl>
                                        <p:attrNameLst>
                                          <p:attrName>style.visibility</p:attrName>
                                        </p:attrNameLst>
                                      </p:cBhvr>
                                      <p:to>
                                        <p:strVal val="visible"/>
                                      </p:to>
                                    </p:set>
                                    <p:animEffect transition="in" filter="fade">
                                      <p:cBhvr>
                                        <p:cTn id="90" dur="225"/>
                                        <p:tgtEl>
                                          <p:spTgt spid="21">
                                            <p:txEl>
                                              <p:pRg st="1" end="1"/>
                                            </p:txEl>
                                          </p:spTgt>
                                        </p:tgtEl>
                                      </p:cBhvr>
                                    </p:animEffect>
                                  </p:childTnLst>
                                </p:cTn>
                              </p:par>
                              <p:par>
                                <p:cTn id="91" presetID="10" presetClass="entr" presetSubtype="0" grpId="0" fill="hold" nodeType="withEffect">
                                  <p:stCondLst>
                                    <p:cond delay="850"/>
                                  </p:stCondLst>
                                  <p:childTnLst>
                                    <p:set>
                                      <p:cBhvr>
                                        <p:cTn id="92" dur="1" fill="hold">
                                          <p:stCondLst>
                                            <p:cond delay="0"/>
                                          </p:stCondLst>
                                        </p:cTn>
                                        <p:tgtEl>
                                          <p:spTgt spid="21">
                                            <p:txEl>
                                              <p:pRg st="2" end="2"/>
                                            </p:txEl>
                                          </p:spTgt>
                                        </p:tgtEl>
                                        <p:attrNameLst>
                                          <p:attrName>style.visibility</p:attrName>
                                        </p:attrNameLst>
                                      </p:cBhvr>
                                      <p:to>
                                        <p:strVal val="visible"/>
                                      </p:to>
                                    </p:set>
                                    <p:animEffect transition="in" filter="fade">
                                      <p:cBhvr>
                                        <p:cTn id="93" dur="225"/>
                                        <p:tgtEl>
                                          <p:spTgt spid="21">
                                            <p:txEl>
                                              <p:pRg st="2" end="2"/>
                                            </p:txEl>
                                          </p:spTgt>
                                        </p:tgtEl>
                                      </p:cBhvr>
                                    </p:animEffect>
                                  </p:childTnLst>
                                </p:cTn>
                              </p:par>
                              <p:par>
                                <p:cTn id="94" presetID="10" presetClass="entr" presetSubtype="0" fill="hold" nodeType="withEffect">
                                  <p:stCondLst>
                                    <p:cond delay="29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225"/>
                                        <p:tgtEl>
                                          <p:spTgt spid="23"/>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xit" presetSubtype="0" fill="hold" nodeType="clickEffect">
                                  <p:stCondLst>
                                    <p:cond delay="0"/>
                                  </p:stCondLst>
                                  <p:childTnLst>
                                    <p:animEffect transition="out" filter="fade">
                                      <p:cBhvr>
                                        <p:cTn id="100" dur="175"/>
                                        <p:tgtEl>
                                          <p:spTgt spid="12"/>
                                        </p:tgtEl>
                                      </p:cBhvr>
                                    </p:animEffect>
                                    <p:set>
                                      <p:cBhvr>
                                        <p:cTn id="101" dur="1" fill="hold">
                                          <p:stCondLst>
                                            <p:cond delay="174"/>
                                          </p:stCondLst>
                                        </p:cTn>
                                        <p:tgtEl>
                                          <p:spTgt spid="12"/>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75"/>
                                        <p:tgtEl>
                                          <p:spTgt spid="13"/>
                                        </p:tgtEl>
                                      </p:cBhvr>
                                    </p:animEffect>
                                    <p:set>
                                      <p:cBhvr>
                                        <p:cTn id="104" dur="1" fill="hold">
                                          <p:stCondLst>
                                            <p:cond delay="174"/>
                                          </p:stCondLst>
                                        </p:cTn>
                                        <p:tgtEl>
                                          <p:spTgt spid="13"/>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75"/>
                                        <p:tgtEl>
                                          <p:spTgt spid="14"/>
                                        </p:tgtEl>
                                      </p:cBhvr>
                                    </p:animEffect>
                                    <p:set>
                                      <p:cBhvr>
                                        <p:cTn id="107" dur="1" fill="hold">
                                          <p:stCondLst>
                                            <p:cond delay="174"/>
                                          </p:stCondLst>
                                        </p:cTn>
                                        <p:tgtEl>
                                          <p:spTgt spid="14"/>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75"/>
                                        <p:tgtEl>
                                          <p:spTgt spid="15"/>
                                        </p:tgtEl>
                                      </p:cBhvr>
                                    </p:animEffect>
                                    <p:set>
                                      <p:cBhvr>
                                        <p:cTn id="110" dur="1" fill="hold">
                                          <p:stCondLst>
                                            <p:cond delay="174"/>
                                          </p:stCondLst>
                                        </p:cTn>
                                        <p:tgtEl>
                                          <p:spTgt spid="15"/>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175"/>
                                        <p:tgtEl>
                                          <p:spTgt spid="16"/>
                                        </p:tgtEl>
                                      </p:cBhvr>
                                    </p:animEffect>
                                    <p:set>
                                      <p:cBhvr>
                                        <p:cTn id="113" dur="1" fill="hold">
                                          <p:stCondLst>
                                            <p:cond delay="174"/>
                                          </p:stCondLst>
                                        </p:cTn>
                                        <p:tgtEl>
                                          <p:spTgt spid="16"/>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175"/>
                                        <p:tgtEl>
                                          <p:spTgt spid="17"/>
                                        </p:tgtEl>
                                      </p:cBhvr>
                                    </p:animEffect>
                                    <p:set>
                                      <p:cBhvr>
                                        <p:cTn id="116" dur="1" fill="hold">
                                          <p:stCondLst>
                                            <p:cond delay="174"/>
                                          </p:stCondLst>
                                        </p:cTn>
                                        <p:tgtEl>
                                          <p:spTgt spid="17"/>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75"/>
                                        <p:tgtEl>
                                          <p:spTgt spid="18"/>
                                        </p:tgtEl>
                                      </p:cBhvr>
                                    </p:animEffect>
                                    <p:set>
                                      <p:cBhvr>
                                        <p:cTn id="119" dur="1" fill="hold">
                                          <p:stCondLst>
                                            <p:cond delay="174"/>
                                          </p:stCondLst>
                                        </p:cTn>
                                        <p:tgtEl>
                                          <p:spTgt spid="18"/>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75"/>
                                        <p:tgtEl>
                                          <p:spTgt spid="19"/>
                                        </p:tgtEl>
                                      </p:cBhvr>
                                    </p:animEffect>
                                    <p:set>
                                      <p:cBhvr>
                                        <p:cTn id="122" dur="1" fill="hold">
                                          <p:stCondLst>
                                            <p:cond delay="174"/>
                                          </p:stCondLst>
                                        </p:cTn>
                                        <p:tgtEl>
                                          <p:spTgt spid="19"/>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75"/>
                                        <p:tgtEl>
                                          <p:spTgt spid="20"/>
                                        </p:tgtEl>
                                      </p:cBhvr>
                                    </p:animEffect>
                                    <p:set>
                                      <p:cBhvr>
                                        <p:cTn id="125" dur="1" fill="hold">
                                          <p:stCondLst>
                                            <p:cond delay="174"/>
                                          </p:stCondLst>
                                        </p:cTn>
                                        <p:tgtEl>
                                          <p:spTgt spid="20"/>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175"/>
                                        <p:tgtEl>
                                          <p:spTgt spid="21">
                                            <p:txEl>
                                              <p:pRg st="0" end="0"/>
                                            </p:txEl>
                                          </p:spTgt>
                                        </p:tgtEl>
                                      </p:cBhvr>
                                    </p:animEffect>
                                    <p:set>
                                      <p:cBhvr>
                                        <p:cTn id="128" dur="1" fill="hold">
                                          <p:stCondLst>
                                            <p:cond delay="174"/>
                                          </p:stCondLst>
                                        </p:cTn>
                                        <p:tgtEl>
                                          <p:spTgt spid="21">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175"/>
                                        <p:tgtEl>
                                          <p:spTgt spid="21">
                                            <p:txEl>
                                              <p:pRg st="1" end="1"/>
                                            </p:txEl>
                                          </p:spTgt>
                                        </p:tgtEl>
                                      </p:cBhvr>
                                    </p:animEffect>
                                    <p:set>
                                      <p:cBhvr>
                                        <p:cTn id="131" dur="1" fill="hold">
                                          <p:stCondLst>
                                            <p:cond delay="174"/>
                                          </p:stCondLst>
                                        </p:cTn>
                                        <p:tgtEl>
                                          <p:spTgt spid="21">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175"/>
                                        <p:tgtEl>
                                          <p:spTgt spid="21">
                                            <p:txEl>
                                              <p:pRg st="2" end="2"/>
                                            </p:txEl>
                                          </p:spTgt>
                                        </p:tgtEl>
                                      </p:cBhvr>
                                    </p:animEffect>
                                    <p:set>
                                      <p:cBhvr>
                                        <p:cTn id="134" dur="1" fill="hold">
                                          <p:stCondLst>
                                            <p:cond delay="174"/>
                                          </p:stCondLst>
                                        </p:cTn>
                                        <p:tgtEl>
                                          <p:spTgt spid="21">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175"/>
                                        <p:tgtEl>
                                          <p:spTgt spid="23"/>
                                        </p:tgtEl>
                                      </p:cBhvr>
                                    </p:animEffect>
                                    <p:set>
                                      <p:cBhvr>
                                        <p:cTn id="137" dur="1" fill="hold">
                                          <p:stCondLst>
                                            <p:cond delay="174"/>
                                          </p:stCondLst>
                                        </p:cTn>
                                        <p:tgtEl>
                                          <p:spTgt spid="23"/>
                                        </p:tgtEl>
                                        <p:attrNameLst>
                                          <p:attrName>style.visibility</p:attrName>
                                        </p:attrNameLst>
                                      </p:cBhvr>
                                      <p:to>
                                        <p:strVal val="hidden"/>
                                      </p:to>
                                    </p:set>
                                  </p:childTnLst>
                                </p:cTn>
                              </p:par>
                              <p:par>
                                <p:cTn id="138" presetID="10" presetClass="entr" presetSubtype="0" fill="hold" nodeType="withEffect">
                                  <p:stCondLst>
                                    <p:cond delay="225"/>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225"/>
                                        <p:tgtEl>
                                          <p:spTgt spid="24"/>
                                        </p:tgtEl>
                                      </p:cBhvr>
                                    </p:animEffect>
                                  </p:childTnLst>
                                </p:cTn>
                              </p:par>
                              <p:par>
                                <p:cTn id="141" presetID="53" presetClass="entr" presetSubtype="16" fill="hold" nodeType="withEffect">
                                  <p:stCondLst>
                                    <p:cond delay="260"/>
                                  </p:stCondLst>
                                  <p:childTnLst>
                                    <p:set>
                                      <p:cBhvr>
                                        <p:cTn id="142" dur="1" fill="hold">
                                          <p:stCondLst>
                                            <p:cond delay="0"/>
                                          </p:stCondLst>
                                        </p:cTn>
                                        <p:tgtEl>
                                          <p:spTgt spid="25"/>
                                        </p:tgtEl>
                                        <p:attrNameLst>
                                          <p:attrName>style.visibility</p:attrName>
                                        </p:attrNameLst>
                                      </p:cBhvr>
                                      <p:to>
                                        <p:strVal val="visible"/>
                                      </p:to>
                                    </p:set>
                                    <p:anim calcmode="lin" valueType="num">
                                      <p:cBhvr>
                                        <p:cTn id="143" dur="300" fill="hold"/>
                                        <p:tgtEl>
                                          <p:spTgt spid="25"/>
                                        </p:tgtEl>
                                        <p:attrNameLst>
                                          <p:attrName>ppt_w</p:attrName>
                                        </p:attrNameLst>
                                      </p:cBhvr>
                                      <p:tavLst>
                                        <p:tav tm="0">
                                          <p:val>
                                            <p:fltVal val="0"/>
                                          </p:val>
                                        </p:tav>
                                        <p:tav tm="100000">
                                          <p:val>
                                            <p:strVal val="#ppt_w"/>
                                          </p:val>
                                        </p:tav>
                                      </p:tavLst>
                                    </p:anim>
                                    <p:anim calcmode="lin" valueType="num">
                                      <p:cBhvr>
                                        <p:cTn id="144" dur="300" fill="hold"/>
                                        <p:tgtEl>
                                          <p:spTgt spid="25"/>
                                        </p:tgtEl>
                                        <p:attrNameLst>
                                          <p:attrName>ppt_h</p:attrName>
                                        </p:attrNameLst>
                                      </p:cBhvr>
                                      <p:tavLst>
                                        <p:tav tm="0">
                                          <p:val>
                                            <p:fltVal val="0"/>
                                          </p:val>
                                        </p:tav>
                                        <p:tav tm="100000">
                                          <p:val>
                                            <p:strVal val="#ppt_h"/>
                                          </p:val>
                                        </p:tav>
                                      </p:tavLst>
                                    </p:anim>
                                    <p:animEffect transition="in" filter="fade">
                                      <p:cBhvr>
                                        <p:cTn id="145" dur="300"/>
                                        <p:tgtEl>
                                          <p:spTgt spid="25"/>
                                        </p:tgtEl>
                                      </p:cBhvr>
                                    </p:animEffect>
                                  </p:childTnLst>
                                </p:cTn>
                              </p:par>
                              <p:par>
                                <p:cTn id="146" presetID="10" presetClass="entr" presetSubtype="0" grpId="0" fill="hold" nodeType="withEffect">
                                  <p:stCondLst>
                                    <p:cond delay="295"/>
                                  </p:stCondLst>
                                  <p:childTnLst>
                                    <p:set>
                                      <p:cBhvr>
                                        <p:cTn id="147" dur="1" fill="hold">
                                          <p:stCondLst>
                                            <p:cond delay="0"/>
                                          </p:stCondLst>
                                        </p:cTn>
                                        <p:tgtEl>
                                          <p:spTgt spid="26">
                                            <p:txEl>
                                              <p:pRg st="0" end="0"/>
                                            </p:txEl>
                                          </p:spTgt>
                                        </p:tgtEl>
                                        <p:attrNameLst>
                                          <p:attrName>style.visibility</p:attrName>
                                        </p:attrNameLst>
                                      </p:cBhvr>
                                      <p:to>
                                        <p:strVal val="visible"/>
                                      </p:to>
                                    </p:set>
                                    <p:animEffect transition="in" filter="fade">
                                      <p:cBhvr>
                                        <p:cTn id="148" dur="225"/>
                                        <p:tgtEl>
                                          <p:spTgt spid="26">
                                            <p:txEl>
                                              <p:pRg st="0" end="0"/>
                                            </p:txEl>
                                          </p:spTgt>
                                        </p:tgtEl>
                                      </p:cBhvr>
                                    </p:animEffect>
                                  </p:childTnLst>
                                </p:cTn>
                              </p:par>
                              <p:par>
                                <p:cTn id="149" presetID="10" presetClass="entr" presetSubtype="0" grpId="0" fill="hold" nodeType="withEffect">
                                  <p:stCondLst>
                                    <p:cond delay="485"/>
                                  </p:stCondLst>
                                  <p:childTnLst>
                                    <p:set>
                                      <p:cBhvr>
                                        <p:cTn id="150" dur="1" fill="hold">
                                          <p:stCondLst>
                                            <p:cond delay="0"/>
                                          </p:stCondLst>
                                        </p:cTn>
                                        <p:tgtEl>
                                          <p:spTgt spid="26">
                                            <p:txEl>
                                              <p:pRg st="1" end="1"/>
                                            </p:txEl>
                                          </p:spTgt>
                                        </p:tgtEl>
                                        <p:attrNameLst>
                                          <p:attrName>style.visibility</p:attrName>
                                        </p:attrNameLst>
                                      </p:cBhvr>
                                      <p:to>
                                        <p:strVal val="visible"/>
                                      </p:to>
                                    </p:set>
                                    <p:animEffect transition="in" filter="fade">
                                      <p:cBhvr>
                                        <p:cTn id="151" dur="225"/>
                                        <p:tgtEl>
                                          <p:spTgt spid="26">
                                            <p:txEl>
                                              <p:pRg st="1" end="1"/>
                                            </p:txEl>
                                          </p:spTgt>
                                        </p:tgtEl>
                                      </p:cBhvr>
                                    </p:animEffect>
                                  </p:childTnLst>
                                </p:cTn>
                              </p:par>
                              <p:par>
                                <p:cTn id="152" presetID="10" presetClass="entr" presetSubtype="0" grpId="0" fill="hold" nodeType="withEffect">
                                  <p:stCondLst>
                                    <p:cond delay="675"/>
                                  </p:stCondLst>
                                  <p:childTnLst>
                                    <p:set>
                                      <p:cBhvr>
                                        <p:cTn id="153" dur="1" fill="hold">
                                          <p:stCondLst>
                                            <p:cond delay="0"/>
                                          </p:stCondLst>
                                        </p:cTn>
                                        <p:tgtEl>
                                          <p:spTgt spid="26">
                                            <p:txEl>
                                              <p:pRg st="2" end="2"/>
                                            </p:txEl>
                                          </p:spTgt>
                                        </p:tgtEl>
                                        <p:attrNameLst>
                                          <p:attrName>style.visibility</p:attrName>
                                        </p:attrNameLst>
                                      </p:cBhvr>
                                      <p:to>
                                        <p:strVal val="visible"/>
                                      </p:to>
                                    </p:set>
                                    <p:animEffect transition="in" filter="fade">
                                      <p:cBhvr>
                                        <p:cTn id="154" dur="225"/>
                                        <p:tgtEl>
                                          <p:spTgt spid="26">
                                            <p:txEl>
                                              <p:pRg st="2" end="2"/>
                                            </p:txEl>
                                          </p:spTgt>
                                        </p:tgtEl>
                                      </p:cBhvr>
                                    </p:animEffect>
                                  </p:childTnLst>
                                </p:cTn>
                              </p:par>
                              <p:par>
                                <p:cTn id="155" presetID="10" presetClass="entr" presetSubtype="0" fill="hold" nodeType="withEffect">
                                  <p:stCondLst>
                                    <p:cond delay="29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225"/>
                                        <p:tgtEl>
                                          <p:spTgt spid="27"/>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xit" presetSubtype="0" fill="hold" nodeType="clickEffect">
                                  <p:stCondLst>
                                    <p:cond delay="0"/>
                                  </p:stCondLst>
                                  <p:childTnLst>
                                    <p:animEffect transition="out" filter="fade">
                                      <p:cBhvr>
                                        <p:cTn id="161" dur="175"/>
                                        <p:tgtEl>
                                          <p:spTgt spid="24"/>
                                        </p:tgtEl>
                                      </p:cBhvr>
                                    </p:animEffect>
                                    <p:set>
                                      <p:cBhvr>
                                        <p:cTn id="162" dur="1" fill="hold">
                                          <p:stCondLst>
                                            <p:cond delay="174"/>
                                          </p:stCondLst>
                                        </p:cTn>
                                        <p:tgtEl>
                                          <p:spTgt spid="24"/>
                                        </p:tgtEl>
                                        <p:attrNameLst>
                                          <p:attrName>style.visibility</p:attrName>
                                        </p:attrNameLst>
                                      </p:cBhvr>
                                      <p:to>
                                        <p:strVal val="hidden"/>
                                      </p:to>
                                    </p:set>
                                  </p:childTnLst>
                                </p:cTn>
                              </p:par>
                              <p:par>
                                <p:cTn id="163" presetID="10" presetClass="exit" presetSubtype="0" grpId="0" fill="hold" nodeType="withEffect">
                                  <p:stCondLst>
                                    <p:cond delay="0"/>
                                  </p:stCondLst>
                                  <p:childTnLst>
                                    <p:animEffect transition="out" filter="fade">
                                      <p:cBhvr>
                                        <p:cTn id="164" dur="175"/>
                                        <p:tgtEl>
                                          <p:spTgt spid="26">
                                            <p:txEl>
                                              <p:pRg st="0" end="0"/>
                                            </p:txEl>
                                          </p:spTgt>
                                        </p:tgtEl>
                                      </p:cBhvr>
                                    </p:animEffect>
                                    <p:set>
                                      <p:cBhvr>
                                        <p:cTn id="165" dur="1" fill="hold">
                                          <p:stCondLst>
                                            <p:cond delay="174"/>
                                          </p:stCondLst>
                                        </p:cTn>
                                        <p:tgtEl>
                                          <p:spTgt spid="26">
                                            <p:txEl>
                                              <p:pRg st="0" end="0"/>
                                            </p:txEl>
                                          </p:spTgt>
                                        </p:tgtEl>
                                        <p:attrNameLst>
                                          <p:attrName>style.visibility</p:attrName>
                                        </p:attrNameLst>
                                      </p:cBhvr>
                                      <p:to>
                                        <p:strVal val="hidden"/>
                                      </p:to>
                                    </p:set>
                                  </p:childTnLst>
                                </p:cTn>
                              </p:par>
                              <p:par>
                                <p:cTn id="166" presetID="10" presetClass="exit" presetSubtype="0" grpId="0" fill="hold" nodeType="withEffect">
                                  <p:stCondLst>
                                    <p:cond delay="0"/>
                                  </p:stCondLst>
                                  <p:childTnLst>
                                    <p:animEffect transition="out" filter="fade">
                                      <p:cBhvr>
                                        <p:cTn id="167" dur="175"/>
                                        <p:tgtEl>
                                          <p:spTgt spid="26">
                                            <p:txEl>
                                              <p:pRg st="1" end="1"/>
                                            </p:txEl>
                                          </p:spTgt>
                                        </p:tgtEl>
                                      </p:cBhvr>
                                    </p:animEffect>
                                    <p:set>
                                      <p:cBhvr>
                                        <p:cTn id="168" dur="1" fill="hold">
                                          <p:stCondLst>
                                            <p:cond delay="174"/>
                                          </p:stCondLst>
                                        </p:cTn>
                                        <p:tgtEl>
                                          <p:spTgt spid="26">
                                            <p:txEl>
                                              <p:pRg st="1" end="1"/>
                                            </p:txEl>
                                          </p:spTgt>
                                        </p:tgtEl>
                                        <p:attrNameLst>
                                          <p:attrName>style.visibility</p:attrName>
                                        </p:attrNameLst>
                                      </p:cBhvr>
                                      <p:to>
                                        <p:strVal val="hidden"/>
                                      </p:to>
                                    </p:set>
                                  </p:childTnLst>
                                </p:cTn>
                              </p:par>
                              <p:par>
                                <p:cTn id="169" presetID="10" presetClass="exit" presetSubtype="0" grpId="0" fill="hold" nodeType="withEffect">
                                  <p:stCondLst>
                                    <p:cond delay="0"/>
                                  </p:stCondLst>
                                  <p:childTnLst>
                                    <p:animEffect transition="out" filter="fade">
                                      <p:cBhvr>
                                        <p:cTn id="170" dur="175"/>
                                        <p:tgtEl>
                                          <p:spTgt spid="26">
                                            <p:txEl>
                                              <p:pRg st="2" end="2"/>
                                            </p:txEl>
                                          </p:spTgt>
                                        </p:tgtEl>
                                      </p:cBhvr>
                                    </p:animEffect>
                                    <p:set>
                                      <p:cBhvr>
                                        <p:cTn id="171" dur="1" fill="hold">
                                          <p:stCondLst>
                                            <p:cond delay="174"/>
                                          </p:stCondLst>
                                        </p:cTn>
                                        <p:tgtEl>
                                          <p:spTgt spid="26">
                                            <p:txEl>
                                              <p:pRg st="2" end="2"/>
                                            </p:txEl>
                                          </p:spTgt>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175"/>
                                        <p:tgtEl>
                                          <p:spTgt spid="27"/>
                                        </p:tgtEl>
                                      </p:cBhvr>
                                    </p:animEffect>
                                    <p:set>
                                      <p:cBhvr>
                                        <p:cTn id="174" dur="1" fill="hold">
                                          <p:stCondLst>
                                            <p:cond delay="174"/>
                                          </p:stCondLst>
                                        </p:cTn>
                                        <p:tgtEl>
                                          <p:spTgt spid="27"/>
                                        </p:tgtEl>
                                        <p:attrNameLst>
                                          <p:attrName>style.visibility</p:attrName>
                                        </p:attrNameLst>
                                      </p:cBhvr>
                                      <p:to>
                                        <p:strVal val="hidden"/>
                                      </p:to>
                                    </p:set>
                                  </p:childTnLst>
                                </p:cTn>
                              </p:par>
                              <p:par>
                                <p:cTn id="175" presetID="0" presetClass="path" presetSubtype="0" accel="50000" decel="50000" fill="hold" nodeType="withEffect">
                                  <p:stCondLst>
                                    <p:cond delay="0"/>
                                  </p:stCondLst>
                                  <p:childTnLst>
                                    <p:animMotion origin="layout" path="M 0 0 L 0.61136 0.00250 E" pathEditMode="relative" rAng="0" ptsTypes="AA">
                                      <p:cBhvr>
                                        <p:cTn id="176" dur="375" fill="hold"/>
                                        <p:tgtEl>
                                          <p:spTgt spid="25"/>
                                        </p:tgtEl>
                                        <p:attrNameLst>
                                          <p:attrName>ppt_x</p:attrName>
                                          <p:attrName>ppt_y</p:attrName>
                                        </p:attrNameLst>
                                      </p:cBhvr>
                                      <p:rCtr x="30567" y="124"/>
                                    </p:animMotion>
                                  </p:childTnLst>
                                </p:cTn>
                              </p:par>
                              <p:par>
                                <p:cTn id="177" presetID="6" presetClass="emph" presetSubtype="0" accel="50000" decel="50000" fill="hold" nodeType="withEffect">
                                  <p:stCondLst>
                                    <p:cond delay="0"/>
                                  </p:stCondLst>
                                  <p:childTnLst>
                                    <p:animScale>
                                      <p:cBhvr>
                                        <p:cTn id="178" dur="375" fill="hold"/>
                                        <p:tgtEl>
                                          <p:spTgt spid="25"/>
                                        </p:tgtEl>
                                      </p:cBhvr>
                                      <p:by x="28992" y="28992"/>
                                    </p:animScale>
                                  </p:childTnLst>
                                </p:cTn>
                              </p:par>
                              <p:par>
                                <p:cTn id="179" presetID="10" presetClass="entr" presetSubtype="0" fill="hold" nodeType="withEffect">
                                  <p:stCondLst>
                                    <p:cond delay="225"/>
                                  </p:stCondLst>
                                  <p:childTnLst>
                                    <p:set>
                                      <p:cBhvr>
                                        <p:cTn id="180" dur="1" fill="hold">
                                          <p:stCondLst>
                                            <p:cond delay="0"/>
                                          </p:stCondLst>
                                        </p:cTn>
                                        <p:tgtEl>
                                          <p:spTgt spid="28"/>
                                        </p:tgtEl>
                                        <p:attrNameLst>
                                          <p:attrName>style.visibility</p:attrName>
                                        </p:attrNameLst>
                                      </p:cBhvr>
                                      <p:to>
                                        <p:strVal val="visible"/>
                                      </p:to>
                                    </p:set>
                                    <p:animEffect transition="in" filter="fade">
                                      <p:cBhvr>
                                        <p:cTn id="181" dur="225"/>
                                        <p:tgtEl>
                                          <p:spTgt spid="28"/>
                                        </p:tgtEl>
                                      </p:cBhvr>
                                    </p:animEffect>
                                  </p:childTnLst>
                                </p:cTn>
                              </p:par>
                              <p:par>
                                <p:cTn id="182" presetID="53" presetClass="entr" presetSubtype="16" fill="hold" nodeType="withEffect">
                                  <p:stCondLst>
                                    <p:cond delay="260"/>
                                  </p:stCondLst>
                                  <p:childTnLst>
                                    <p:set>
                                      <p:cBhvr>
                                        <p:cTn id="183" dur="1" fill="hold">
                                          <p:stCondLst>
                                            <p:cond delay="0"/>
                                          </p:stCondLst>
                                        </p:cTn>
                                        <p:tgtEl>
                                          <p:spTgt spid="29"/>
                                        </p:tgtEl>
                                        <p:attrNameLst>
                                          <p:attrName>style.visibility</p:attrName>
                                        </p:attrNameLst>
                                      </p:cBhvr>
                                      <p:to>
                                        <p:strVal val="visible"/>
                                      </p:to>
                                    </p:set>
                                    <p:anim calcmode="lin" valueType="num">
                                      <p:cBhvr>
                                        <p:cTn id="184" dur="300" fill="hold"/>
                                        <p:tgtEl>
                                          <p:spTgt spid="29"/>
                                        </p:tgtEl>
                                        <p:attrNameLst>
                                          <p:attrName>ppt_w</p:attrName>
                                        </p:attrNameLst>
                                      </p:cBhvr>
                                      <p:tavLst>
                                        <p:tav tm="0">
                                          <p:val>
                                            <p:fltVal val="0"/>
                                          </p:val>
                                        </p:tav>
                                        <p:tav tm="100000">
                                          <p:val>
                                            <p:strVal val="#ppt_w"/>
                                          </p:val>
                                        </p:tav>
                                      </p:tavLst>
                                    </p:anim>
                                    <p:anim calcmode="lin" valueType="num">
                                      <p:cBhvr>
                                        <p:cTn id="185" dur="300" fill="hold"/>
                                        <p:tgtEl>
                                          <p:spTgt spid="29"/>
                                        </p:tgtEl>
                                        <p:attrNameLst>
                                          <p:attrName>ppt_h</p:attrName>
                                        </p:attrNameLst>
                                      </p:cBhvr>
                                      <p:tavLst>
                                        <p:tav tm="0">
                                          <p:val>
                                            <p:fltVal val="0"/>
                                          </p:val>
                                        </p:tav>
                                        <p:tav tm="100000">
                                          <p:val>
                                            <p:strVal val="#ppt_h"/>
                                          </p:val>
                                        </p:tav>
                                      </p:tavLst>
                                    </p:anim>
                                    <p:animEffect transition="in" filter="fade">
                                      <p:cBhvr>
                                        <p:cTn id="186" dur="300"/>
                                        <p:tgtEl>
                                          <p:spTgt spid="29"/>
                                        </p:tgtEl>
                                      </p:cBhvr>
                                    </p:animEffect>
                                  </p:childTnLst>
                                </p:cTn>
                              </p:par>
                              <p:par>
                                <p:cTn id="187" presetID="10" presetClass="entr" presetSubtype="0" fill="hold" nodeType="withEffect">
                                  <p:stCondLst>
                                    <p:cond delay="295"/>
                                  </p:stCondLst>
                                  <p:childTnLst>
                                    <p:set>
                                      <p:cBhvr>
                                        <p:cTn id="188" dur="1" fill="hold">
                                          <p:stCondLst>
                                            <p:cond delay="0"/>
                                          </p:stCondLst>
                                        </p:cTn>
                                        <p:tgtEl>
                                          <p:spTgt spid="30"/>
                                        </p:tgtEl>
                                        <p:attrNameLst>
                                          <p:attrName>style.visibility</p:attrName>
                                        </p:attrNameLst>
                                      </p:cBhvr>
                                      <p:to>
                                        <p:strVal val="visible"/>
                                      </p:to>
                                    </p:set>
                                    <p:animEffect transition="in" filter="fade">
                                      <p:cBhvr>
                                        <p:cTn id="189" dur="225"/>
                                        <p:tgtEl>
                                          <p:spTgt spid="30"/>
                                        </p:tgtEl>
                                      </p:cBhvr>
                                    </p:animEffect>
                                  </p:childTnLst>
                                </p:cTn>
                              </p:par>
                              <p:par>
                                <p:cTn id="190" presetID="22" presetClass="entr" presetSubtype="4" fill="hold" nodeType="withEffect">
                                  <p:stCondLst>
                                    <p:cond delay="295"/>
                                  </p:stCondLst>
                                  <p:childTnLst>
                                    <p:set>
                                      <p:cBhvr>
                                        <p:cTn id="191" dur="1" fill="hold">
                                          <p:stCondLst>
                                            <p:cond delay="0"/>
                                          </p:stCondLst>
                                        </p:cTn>
                                        <p:tgtEl>
                                          <p:spTgt spid="31"/>
                                        </p:tgtEl>
                                        <p:attrNameLst>
                                          <p:attrName>style.visibility</p:attrName>
                                        </p:attrNameLst>
                                      </p:cBhvr>
                                      <p:to>
                                        <p:strVal val="visible"/>
                                      </p:to>
                                    </p:set>
                                    <p:animEffect transition="in" filter="wipe(down)">
                                      <p:cBhvr>
                                        <p:cTn id="192" dur="250"/>
                                        <p:tgtEl>
                                          <p:spTgt spid="31"/>
                                        </p:tgtEl>
                                      </p:cBhvr>
                                    </p:animEffect>
                                  </p:childTnLst>
                                </p:cTn>
                              </p:par>
                              <p:par>
                                <p:cTn id="193" presetID="10" presetClass="entr" presetSubtype="0" grpId="0" fill="hold" nodeType="withEffect">
                                  <p:stCondLst>
                                    <p:cond delay="330"/>
                                  </p:stCondLst>
                                  <p:childTnLst>
                                    <p:set>
                                      <p:cBhvr>
                                        <p:cTn id="194" dur="1" fill="hold">
                                          <p:stCondLst>
                                            <p:cond delay="0"/>
                                          </p:stCondLst>
                                        </p:cTn>
                                        <p:tgtEl>
                                          <p:spTgt spid="32">
                                            <p:txEl>
                                              <p:pRg st="0" end="0"/>
                                            </p:txEl>
                                          </p:spTgt>
                                        </p:tgtEl>
                                        <p:attrNameLst>
                                          <p:attrName>style.visibility</p:attrName>
                                        </p:attrNameLst>
                                      </p:cBhvr>
                                      <p:to>
                                        <p:strVal val="visible"/>
                                      </p:to>
                                    </p:set>
                                    <p:animEffect transition="in" filter="fade">
                                      <p:cBhvr>
                                        <p:cTn id="195" dur="225"/>
                                        <p:tgtEl>
                                          <p:spTgt spid="32">
                                            <p:txEl>
                                              <p:pRg st="0" end="0"/>
                                            </p:txEl>
                                          </p:spTgt>
                                        </p:tgtEl>
                                      </p:cBhvr>
                                    </p:animEffect>
                                  </p:childTnLst>
                                </p:cTn>
                              </p:par>
                              <p:par>
                                <p:cTn id="196" presetID="10" presetClass="entr" presetSubtype="0" grpId="0" fill="hold" nodeType="withEffect">
                                  <p:stCondLst>
                                    <p:cond delay="520"/>
                                  </p:stCondLst>
                                  <p:childTnLst>
                                    <p:set>
                                      <p:cBhvr>
                                        <p:cTn id="197" dur="1" fill="hold">
                                          <p:stCondLst>
                                            <p:cond delay="0"/>
                                          </p:stCondLst>
                                        </p:cTn>
                                        <p:tgtEl>
                                          <p:spTgt spid="32">
                                            <p:txEl>
                                              <p:pRg st="1" end="1"/>
                                            </p:txEl>
                                          </p:spTgt>
                                        </p:tgtEl>
                                        <p:attrNameLst>
                                          <p:attrName>style.visibility</p:attrName>
                                        </p:attrNameLst>
                                      </p:cBhvr>
                                      <p:to>
                                        <p:strVal val="visible"/>
                                      </p:to>
                                    </p:set>
                                    <p:animEffect transition="in" filter="fade">
                                      <p:cBhvr>
                                        <p:cTn id="198" dur="225"/>
                                        <p:tgtEl>
                                          <p:spTgt spid="32">
                                            <p:txEl>
                                              <p:pRg st="1" end="1"/>
                                            </p:txEl>
                                          </p:spTgt>
                                        </p:tgtEl>
                                      </p:cBhvr>
                                    </p:animEffect>
                                  </p:childTnLst>
                                </p:cTn>
                              </p:par>
                              <p:par>
                                <p:cTn id="199" presetID="10" presetClass="entr" presetSubtype="0" grpId="0" fill="hold" nodeType="withEffect">
                                  <p:stCondLst>
                                    <p:cond delay="710"/>
                                  </p:stCondLst>
                                  <p:childTnLst>
                                    <p:set>
                                      <p:cBhvr>
                                        <p:cTn id="200" dur="1" fill="hold">
                                          <p:stCondLst>
                                            <p:cond delay="0"/>
                                          </p:stCondLst>
                                        </p:cTn>
                                        <p:tgtEl>
                                          <p:spTgt spid="32">
                                            <p:txEl>
                                              <p:pRg st="2" end="2"/>
                                            </p:txEl>
                                          </p:spTgt>
                                        </p:tgtEl>
                                        <p:attrNameLst>
                                          <p:attrName>style.visibility</p:attrName>
                                        </p:attrNameLst>
                                      </p:cBhvr>
                                      <p:to>
                                        <p:strVal val="visible"/>
                                      </p:to>
                                    </p:set>
                                    <p:animEffect transition="in" filter="fade">
                                      <p:cBhvr>
                                        <p:cTn id="201" dur="225"/>
                                        <p:tgtEl>
                                          <p:spTgt spid="32">
                                            <p:txEl>
                                              <p:pRg st="2" end="2"/>
                                            </p:txEl>
                                          </p:spTgt>
                                        </p:tgtEl>
                                      </p:cBhvr>
                                    </p:animEffect>
                                  </p:childTnLst>
                                </p:cTn>
                              </p:par>
                              <p:par>
                                <p:cTn id="202" presetID="10" presetClass="entr" presetSubtype="0" fill="hold" nodeType="withEffect">
                                  <p:stCondLst>
                                    <p:cond delay="290"/>
                                  </p:stCondLst>
                                  <p:childTnLst>
                                    <p:set>
                                      <p:cBhvr>
                                        <p:cTn id="203" dur="1" fill="hold">
                                          <p:stCondLst>
                                            <p:cond delay="0"/>
                                          </p:stCondLst>
                                        </p:cTn>
                                        <p:tgtEl>
                                          <p:spTgt spid="33"/>
                                        </p:tgtEl>
                                        <p:attrNameLst>
                                          <p:attrName>style.visibility</p:attrName>
                                        </p:attrNameLst>
                                      </p:cBhvr>
                                      <p:to>
                                        <p:strVal val="visible"/>
                                      </p:to>
                                    </p:set>
                                    <p:animEffect transition="in" filter="fade">
                                      <p:cBhvr>
                                        <p:cTn id="204" dur="225"/>
                                        <p:tgtEl>
                                          <p:spTgt spid="33"/>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xit" presetSubtype="0" fill="hold" nodeType="clickEffect">
                                  <p:stCondLst>
                                    <p:cond delay="0"/>
                                  </p:stCondLst>
                                  <p:childTnLst>
                                    <p:animEffect transition="out" filter="fade">
                                      <p:cBhvr>
                                        <p:cTn id="208" dur="175"/>
                                        <p:tgtEl>
                                          <p:spTgt spid="28"/>
                                        </p:tgtEl>
                                      </p:cBhvr>
                                    </p:animEffect>
                                    <p:set>
                                      <p:cBhvr>
                                        <p:cTn id="209" dur="1" fill="hold">
                                          <p:stCondLst>
                                            <p:cond delay="174"/>
                                          </p:stCondLst>
                                        </p:cTn>
                                        <p:tgtEl>
                                          <p:spTgt spid="28"/>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175"/>
                                        <p:tgtEl>
                                          <p:spTgt spid="30"/>
                                        </p:tgtEl>
                                      </p:cBhvr>
                                    </p:animEffect>
                                    <p:set>
                                      <p:cBhvr>
                                        <p:cTn id="212" dur="1" fill="hold">
                                          <p:stCondLst>
                                            <p:cond delay="174"/>
                                          </p:stCondLst>
                                        </p:cTn>
                                        <p:tgtEl>
                                          <p:spTgt spid="30"/>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175"/>
                                        <p:tgtEl>
                                          <p:spTgt spid="31"/>
                                        </p:tgtEl>
                                      </p:cBhvr>
                                    </p:animEffect>
                                    <p:set>
                                      <p:cBhvr>
                                        <p:cTn id="215" dur="1" fill="hold">
                                          <p:stCondLst>
                                            <p:cond delay="174"/>
                                          </p:stCondLst>
                                        </p:cTn>
                                        <p:tgtEl>
                                          <p:spTgt spid="31"/>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175"/>
                                        <p:tgtEl>
                                          <p:spTgt spid="32">
                                            <p:txEl>
                                              <p:pRg st="0" end="0"/>
                                            </p:txEl>
                                          </p:spTgt>
                                        </p:tgtEl>
                                      </p:cBhvr>
                                    </p:animEffect>
                                    <p:set>
                                      <p:cBhvr>
                                        <p:cTn id="218" dur="1" fill="hold">
                                          <p:stCondLst>
                                            <p:cond delay="174"/>
                                          </p:stCondLst>
                                        </p:cTn>
                                        <p:tgtEl>
                                          <p:spTgt spid="32">
                                            <p:txEl>
                                              <p:pRg st="0" end="0"/>
                                            </p:txEl>
                                          </p:spTgt>
                                        </p:tgtEl>
                                        <p:attrNameLst>
                                          <p:attrName>style.visibility</p:attrName>
                                        </p:attrNameLst>
                                      </p:cBhvr>
                                      <p:to>
                                        <p:strVal val="hidden"/>
                                      </p:to>
                                    </p:set>
                                  </p:childTnLst>
                                </p:cTn>
                              </p:par>
                              <p:par>
                                <p:cTn id="219" presetID="10" presetClass="exit" presetSubtype="0" grpId="0" fill="hold" nodeType="withEffect">
                                  <p:stCondLst>
                                    <p:cond delay="0"/>
                                  </p:stCondLst>
                                  <p:childTnLst>
                                    <p:animEffect transition="out" filter="fade">
                                      <p:cBhvr>
                                        <p:cTn id="220" dur="175"/>
                                        <p:tgtEl>
                                          <p:spTgt spid="32">
                                            <p:txEl>
                                              <p:pRg st="1" end="1"/>
                                            </p:txEl>
                                          </p:spTgt>
                                        </p:tgtEl>
                                      </p:cBhvr>
                                    </p:animEffect>
                                    <p:set>
                                      <p:cBhvr>
                                        <p:cTn id="221" dur="1" fill="hold">
                                          <p:stCondLst>
                                            <p:cond delay="174"/>
                                          </p:stCondLst>
                                        </p:cTn>
                                        <p:tgtEl>
                                          <p:spTgt spid="32">
                                            <p:txEl>
                                              <p:pRg st="1" end="1"/>
                                            </p:txEl>
                                          </p:spTgt>
                                        </p:tgtEl>
                                        <p:attrNameLst>
                                          <p:attrName>style.visibility</p:attrName>
                                        </p:attrNameLst>
                                      </p:cBhvr>
                                      <p:to>
                                        <p:strVal val="hidden"/>
                                      </p:to>
                                    </p:set>
                                  </p:childTnLst>
                                </p:cTn>
                              </p:par>
                              <p:par>
                                <p:cTn id="222" presetID="10" presetClass="exit" presetSubtype="0" grpId="0" fill="hold" nodeType="withEffect">
                                  <p:stCondLst>
                                    <p:cond delay="0"/>
                                  </p:stCondLst>
                                  <p:childTnLst>
                                    <p:animEffect transition="out" filter="fade">
                                      <p:cBhvr>
                                        <p:cTn id="223" dur="175"/>
                                        <p:tgtEl>
                                          <p:spTgt spid="32">
                                            <p:txEl>
                                              <p:pRg st="2" end="2"/>
                                            </p:txEl>
                                          </p:spTgt>
                                        </p:tgtEl>
                                      </p:cBhvr>
                                    </p:animEffect>
                                    <p:set>
                                      <p:cBhvr>
                                        <p:cTn id="224" dur="1" fill="hold">
                                          <p:stCondLst>
                                            <p:cond delay="174"/>
                                          </p:stCondLst>
                                        </p:cTn>
                                        <p:tgtEl>
                                          <p:spTgt spid="32">
                                            <p:txEl>
                                              <p:pRg st="2" end="2"/>
                                            </p:txEl>
                                          </p:spTgt>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175"/>
                                        <p:tgtEl>
                                          <p:spTgt spid="33"/>
                                        </p:tgtEl>
                                      </p:cBhvr>
                                    </p:animEffect>
                                    <p:set>
                                      <p:cBhvr>
                                        <p:cTn id="227" dur="1" fill="hold">
                                          <p:stCondLst>
                                            <p:cond delay="174"/>
                                          </p:stCondLst>
                                        </p:cTn>
                                        <p:tgtEl>
                                          <p:spTgt spid="33"/>
                                        </p:tgtEl>
                                        <p:attrNameLst>
                                          <p:attrName>style.visibility</p:attrName>
                                        </p:attrNameLst>
                                      </p:cBhvr>
                                      <p:to>
                                        <p:strVal val="hidden"/>
                                      </p:to>
                                    </p:set>
                                  </p:childTnLst>
                                </p:cTn>
                              </p:par>
                              <p:par>
                                <p:cTn id="228" presetID="0" presetClass="path" presetSubtype="0" accel="50000" decel="50000" fill="hold" nodeType="withEffect">
                                  <p:stCondLst>
                                    <p:cond delay="0"/>
                                  </p:stCondLst>
                                  <p:childTnLst>
                                    <p:animMotion origin="layout" path="M 0 0 L 0.61967 0.08713 E" pathEditMode="relative" rAng="0" ptsTypes="AA">
                                      <p:cBhvr>
                                        <p:cTn id="229" dur="375" fill="hold"/>
                                        <p:tgtEl>
                                          <p:spTgt spid="29"/>
                                        </p:tgtEl>
                                        <p:attrNameLst>
                                          <p:attrName>ppt_x</p:attrName>
                                          <p:attrName>ppt_y</p:attrName>
                                        </p:attrNameLst>
                                      </p:cBhvr>
                                      <p:rCtr x="30983" y="4356"/>
                                    </p:animMotion>
                                  </p:childTnLst>
                                </p:cTn>
                              </p:par>
                              <p:par>
                                <p:cTn id="230" presetID="6" presetClass="emph" presetSubtype="0" accel="50000" decel="50000" fill="hold" nodeType="withEffect">
                                  <p:stCondLst>
                                    <p:cond delay="0"/>
                                  </p:stCondLst>
                                  <p:childTnLst>
                                    <p:animScale>
                                      <p:cBhvr>
                                        <p:cTn id="231" dur="375" fill="hold"/>
                                        <p:tgtEl>
                                          <p:spTgt spid="29"/>
                                        </p:tgtEl>
                                      </p:cBhvr>
                                      <p:by x="27589" y="27589"/>
                                    </p:animScale>
                                  </p:childTnLst>
                                </p:cTn>
                              </p:par>
                              <p:par>
                                <p:cTn id="232" presetID="10" presetClass="entr" presetSubtype="0" fill="hold" nodeType="withEffect">
                                  <p:stCondLst>
                                    <p:cond delay="225"/>
                                  </p:stCondLst>
                                  <p:childTnLst>
                                    <p:set>
                                      <p:cBhvr>
                                        <p:cTn id="233" dur="1" fill="hold">
                                          <p:stCondLst>
                                            <p:cond delay="0"/>
                                          </p:stCondLst>
                                        </p:cTn>
                                        <p:tgtEl>
                                          <p:spTgt spid="34"/>
                                        </p:tgtEl>
                                        <p:attrNameLst>
                                          <p:attrName>style.visibility</p:attrName>
                                        </p:attrNameLst>
                                      </p:cBhvr>
                                      <p:to>
                                        <p:strVal val="visible"/>
                                      </p:to>
                                    </p:set>
                                    <p:animEffect transition="in" filter="fade">
                                      <p:cBhvr>
                                        <p:cTn id="234" dur="225"/>
                                        <p:tgtEl>
                                          <p:spTgt spid="34"/>
                                        </p:tgtEl>
                                      </p:cBhvr>
                                    </p:animEffect>
                                  </p:childTnLst>
                                </p:cTn>
                              </p:par>
                              <p:par>
                                <p:cTn id="235" presetID="53" presetClass="entr" presetSubtype="16" fill="hold" nodeType="withEffect">
                                  <p:stCondLst>
                                    <p:cond delay="260"/>
                                  </p:stCondLst>
                                  <p:childTnLst>
                                    <p:set>
                                      <p:cBhvr>
                                        <p:cTn id="236" dur="1" fill="hold">
                                          <p:stCondLst>
                                            <p:cond delay="0"/>
                                          </p:stCondLst>
                                        </p:cTn>
                                        <p:tgtEl>
                                          <p:spTgt spid="35"/>
                                        </p:tgtEl>
                                        <p:attrNameLst>
                                          <p:attrName>style.visibility</p:attrName>
                                        </p:attrNameLst>
                                      </p:cBhvr>
                                      <p:to>
                                        <p:strVal val="visible"/>
                                      </p:to>
                                    </p:set>
                                    <p:anim calcmode="lin" valueType="num">
                                      <p:cBhvr>
                                        <p:cTn id="237" dur="300" fill="hold"/>
                                        <p:tgtEl>
                                          <p:spTgt spid="35"/>
                                        </p:tgtEl>
                                        <p:attrNameLst>
                                          <p:attrName>ppt_w</p:attrName>
                                        </p:attrNameLst>
                                      </p:cBhvr>
                                      <p:tavLst>
                                        <p:tav tm="0">
                                          <p:val>
                                            <p:fltVal val="0"/>
                                          </p:val>
                                        </p:tav>
                                        <p:tav tm="100000">
                                          <p:val>
                                            <p:strVal val="#ppt_w"/>
                                          </p:val>
                                        </p:tav>
                                      </p:tavLst>
                                    </p:anim>
                                    <p:anim calcmode="lin" valueType="num">
                                      <p:cBhvr>
                                        <p:cTn id="238" dur="300" fill="hold"/>
                                        <p:tgtEl>
                                          <p:spTgt spid="35"/>
                                        </p:tgtEl>
                                        <p:attrNameLst>
                                          <p:attrName>ppt_h</p:attrName>
                                        </p:attrNameLst>
                                      </p:cBhvr>
                                      <p:tavLst>
                                        <p:tav tm="0">
                                          <p:val>
                                            <p:fltVal val="0"/>
                                          </p:val>
                                        </p:tav>
                                        <p:tav tm="100000">
                                          <p:val>
                                            <p:strVal val="#ppt_h"/>
                                          </p:val>
                                        </p:tav>
                                      </p:tavLst>
                                    </p:anim>
                                    <p:animEffect transition="in" filter="fade">
                                      <p:cBhvr>
                                        <p:cTn id="239" dur="300"/>
                                        <p:tgtEl>
                                          <p:spTgt spid="35"/>
                                        </p:tgtEl>
                                      </p:cBhvr>
                                    </p:animEffect>
                                  </p:childTnLst>
                                </p:cTn>
                              </p:par>
                              <p:par>
                                <p:cTn id="240" presetID="10" presetClass="entr" presetSubtype="0" grpId="0" fill="hold" nodeType="withEffect">
                                  <p:stCondLst>
                                    <p:cond delay="295"/>
                                  </p:stCondLst>
                                  <p:childTnLst>
                                    <p:set>
                                      <p:cBhvr>
                                        <p:cTn id="241" dur="1" fill="hold">
                                          <p:stCondLst>
                                            <p:cond delay="0"/>
                                          </p:stCondLst>
                                        </p:cTn>
                                        <p:tgtEl>
                                          <p:spTgt spid="36">
                                            <p:txEl>
                                              <p:pRg st="0" end="0"/>
                                            </p:txEl>
                                          </p:spTgt>
                                        </p:tgtEl>
                                        <p:attrNameLst>
                                          <p:attrName>style.visibility</p:attrName>
                                        </p:attrNameLst>
                                      </p:cBhvr>
                                      <p:to>
                                        <p:strVal val="visible"/>
                                      </p:to>
                                    </p:set>
                                    <p:animEffect transition="in" filter="fade">
                                      <p:cBhvr>
                                        <p:cTn id="242" dur="225"/>
                                        <p:tgtEl>
                                          <p:spTgt spid="36">
                                            <p:txEl>
                                              <p:pRg st="0" end="0"/>
                                            </p:txEl>
                                          </p:spTgt>
                                        </p:tgtEl>
                                      </p:cBhvr>
                                    </p:animEffect>
                                  </p:childTnLst>
                                </p:cTn>
                              </p:par>
                              <p:par>
                                <p:cTn id="243" presetID="10" presetClass="entr" presetSubtype="0" grpId="0" fill="hold" nodeType="withEffect">
                                  <p:stCondLst>
                                    <p:cond delay="485"/>
                                  </p:stCondLst>
                                  <p:childTnLst>
                                    <p:set>
                                      <p:cBhvr>
                                        <p:cTn id="244" dur="1" fill="hold">
                                          <p:stCondLst>
                                            <p:cond delay="0"/>
                                          </p:stCondLst>
                                        </p:cTn>
                                        <p:tgtEl>
                                          <p:spTgt spid="36">
                                            <p:txEl>
                                              <p:pRg st="1" end="1"/>
                                            </p:txEl>
                                          </p:spTgt>
                                        </p:tgtEl>
                                        <p:attrNameLst>
                                          <p:attrName>style.visibility</p:attrName>
                                        </p:attrNameLst>
                                      </p:cBhvr>
                                      <p:to>
                                        <p:strVal val="visible"/>
                                      </p:to>
                                    </p:set>
                                    <p:animEffect transition="in" filter="fade">
                                      <p:cBhvr>
                                        <p:cTn id="245" dur="225"/>
                                        <p:tgtEl>
                                          <p:spTgt spid="36">
                                            <p:txEl>
                                              <p:pRg st="1" end="1"/>
                                            </p:txEl>
                                          </p:spTgt>
                                        </p:tgtEl>
                                      </p:cBhvr>
                                    </p:animEffect>
                                  </p:childTnLst>
                                </p:cTn>
                              </p:par>
                              <p:par>
                                <p:cTn id="246" presetID="10" presetClass="entr" presetSubtype="0" grpId="0" fill="hold" nodeType="withEffect">
                                  <p:stCondLst>
                                    <p:cond delay="675"/>
                                  </p:stCondLst>
                                  <p:childTnLst>
                                    <p:set>
                                      <p:cBhvr>
                                        <p:cTn id="247" dur="1" fill="hold">
                                          <p:stCondLst>
                                            <p:cond delay="0"/>
                                          </p:stCondLst>
                                        </p:cTn>
                                        <p:tgtEl>
                                          <p:spTgt spid="36">
                                            <p:txEl>
                                              <p:pRg st="2" end="2"/>
                                            </p:txEl>
                                          </p:spTgt>
                                        </p:tgtEl>
                                        <p:attrNameLst>
                                          <p:attrName>style.visibility</p:attrName>
                                        </p:attrNameLst>
                                      </p:cBhvr>
                                      <p:to>
                                        <p:strVal val="visible"/>
                                      </p:to>
                                    </p:set>
                                    <p:animEffect transition="in" filter="fade">
                                      <p:cBhvr>
                                        <p:cTn id="248" dur="225"/>
                                        <p:tgtEl>
                                          <p:spTgt spid="36">
                                            <p:txEl>
                                              <p:pRg st="2" end="2"/>
                                            </p:txEl>
                                          </p:spTgt>
                                        </p:tgtEl>
                                      </p:cBhvr>
                                    </p:animEffect>
                                  </p:childTnLst>
                                </p:cTn>
                              </p:par>
                              <p:par>
                                <p:cTn id="249" presetID="10" presetClass="entr" presetSubtype="0" fill="hold" nodeType="withEffect">
                                  <p:stCondLst>
                                    <p:cond delay="290"/>
                                  </p:stCondLst>
                                  <p:childTnLst>
                                    <p:set>
                                      <p:cBhvr>
                                        <p:cTn id="250" dur="1" fill="hold">
                                          <p:stCondLst>
                                            <p:cond delay="0"/>
                                          </p:stCondLst>
                                        </p:cTn>
                                        <p:tgtEl>
                                          <p:spTgt spid="37"/>
                                        </p:tgtEl>
                                        <p:attrNameLst>
                                          <p:attrName>style.visibility</p:attrName>
                                        </p:attrNameLst>
                                      </p:cBhvr>
                                      <p:to>
                                        <p:strVal val="visible"/>
                                      </p:to>
                                    </p:set>
                                    <p:animEffect transition="in" filter="fade">
                                      <p:cBhvr>
                                        <p:cTn id="251" dur="225"/>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1" grpId="0" build="p"/>
      <p:bldP spid="26" grpId="0" build="p"/>
      <p:bldP spid="32" grpId="0" build="p"/>
      <p:bldP spid="3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medición fija requerimientos; el sistema responde con un maestro y nodos</a:t>
            </a:r>
            <a:endParaRPr lang="en-US" sz="2200" dirty="0"/>
          </a:p>
        </p:txBody>
      </p:sp>
      <p:sp>
        <p:nvSpPr>
          <p:cNvPr id="3" name="Obj [o37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medición MASW fija tres requerimientos de adquisición</a:t>
            </a:r>
            <a:endParaRPr lang="en-US" sz="1400" dirty="0"/>
          </a:p>
        </p:txBody>
      </p:sp>
      <p:sp>
        <p:nvSpPr>
          <p:cNvPr id="4" name="Obj [o375]"/>
          <p:cNvSpPr/>
          <p:nvPr/>
        </p:nvSpPr>
        <p:spPr>
          <a:xfrm>
            <a:off x="966136" y="1681654"/>
            <a:ext cx="2323779" cy="480782"/>
          </a:xfrm>
          <a:prstGeom prst="rect">
            <a:avLst/>
          </a:prstGeom>
          <a:solidFill>
            <a:srgbClr val="1F4E79"/>
          </a:solidFill>
          <a:ln w="6350">
            <a:solidFill>
              <a:srgbClr val="1F4E79"/>
            </a:solidFill>
            <a:prstDash val="solid"/>
          </a:ln>
        </p:spPr>
      </p:sp>
      <p:sp>
        <p:nvSpPr>
          <p:cNvPr id="5" name="Obj [o376]"/>
          <p:cNvSpPr txBox="1"/>
          <p:nvPr/>
        </p:nvSpPr>
        <p:spPr>
          <a:xfrm>
            <a:off x="966136"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Tiempo y posición</a:t>
            </a:r>
            <a:endParaRPr lang="en-US" sz="1620" dirty="0"/>
          </a:p>
        </p:txBody>
      </p:sp>
      <p:sp>
        <p:nvSpPr>
          <p:cNvPr id="6" name="Obj [o377]"/>
          <p:cNvSpPr/>
          <p:nvPr/>
        </p:nvSpPr>
        <p:spPr>
          <a:xfrm>
            <a:off x="966136" y="2162436"/>
            <a:ext cx="2323779" cy="1522476"/>
          </a:xfrm>
          <a:prstGeom prst="rect">
            <a:avLst/>
          </a:prstGeom>
          <a:solidFill>
            <a:srgbClr val="FFFFFF"/>
          </a:solidFill>
          <a:ln w="16694">
            <a:solidFill>
              <a:srgbClr val="1F4E79"/>
            </a:solidFill>
            <a:prstDash val="solid"/>
          </a:ln>
        </p:spPr>
      </p:sp>
      <p:sp>
        <p:nvSpPr>
          <p:cNvPr id="7" name="Obj [o378]"/>
          <p:cNvSpPr txBox="1"/>
          <p:nvPr/>
        </p:nvSpPr>
        <p:spPr>
          <a:xfrm>
            <a:off x="108633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Conservar la información temporal y espacial de cada traza</a:t>
            </a:r>
            <a:endParaRPr lang="en-US" sz="1530" dirty="0"/>
          </a:p>
        </p:txBody>
      </p:sp>
      <p:sp>
        <p:nvSpPr>
          <p:cNvPr id="8" name="Obj [o379]"/>
          <p:cNvSpPr/>
          <p:nvPr/>
        </p:nvSpPr>
        <p:spPr>
          <a:xfrm>
            <a:off x="3410110" y="1681654"/>
            <a:ext cx="2323779" cy="480782"/>
          </a:xfrm>
          <a:prstGeom prst="rect">
            <a:avLst/>
          </a:prstGeom>
          <a:solidFill>
            <a:srgbClr val="1F4E79"/>
          </a:solidFill>
          <a:ln w="6350">
            <a:solidFill>
              <a:srgbClr val="1F4E79"/>
            </a:solidFill>
            <a:prstDash val="solid"/>
          </a:ln>
        </p:spPr>
      </p:sp>
      <p:sp>
        <p:nvSpPr>
          <p:cNvPr id="9" name="Obj [o380]"/>
          <p:cNvSpPr txBox="1"/>
          <p:nvPr/>
        </p:nvSpPr>
        <p:spPr>
          <a:xfrm>
            <a:off x="3410110"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Referencia temporal</a:t>
            </a:r>
            <a:endParaRPr lang="en-US" sz="1620" dirty="0"/>
          </a:p>
        </p:txBody>
      </p:sp>
      <p:sp>
        <p:nvSpPr>
          <p:cNvPr id="10" name="Obj [o381]"/>
          <p:cNvSpPr/>
          <p:nvPr/>
        </p:nvSpPr>
        <p:spPr>
          <a:xfrm>
            <a:off x="3410110" y="2162436"/>
            <a:ext cx="2323779" cy="1522476"/>
          </a:xfrm>
          <a:prstGeom prst="rect">
            <a:avLst/>
          </a:prstGeom>
          <a:solidFill>
            <a:srgbClr val="FFFFFF"/>
          </a:solidFill>
          <a:ln w="16694">
            <a:solidFill>
              <a:srgbClr val="1F4E79"/>
            </a:solidFill>
            <a:prstDash val="solid"/>
          </a:ln>
        </p:spPr>
      </p:sp>
      <p:sp>
        <p:nvSpPr>
          <p:cNvPr id="11" name="Obj [o382]"/>
          <p:cNvSpPr txBox="1"/>
          <p:nvPr/>
        </p:nvSpPr>
        <p:spPr>
          <a:xfrm>
            <a:off x="3530306"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Mantener una referencia temporal entre registros</a:t>
            </a:r>
            <a:endParaRPr lang="en-US" sz="1530" dirty="0"/>
          </a:p>
        </p:txBody>
      </p:sp>
      <p:sp>
        <p:nvSpPr>
          <p:cNvPr id="12" name="Obj [o383]"/>
          <p:cNvSpPr/>
          <p:nvPr/>
        </p:nvSpPr>
        <p:spPr>
          <a:xfrm>
            <a:off x="5854085" y="1681654"/>
            <a:ext cx="2323779" cy="480782"/>
          </a:xfrm>
          <a:prstGeom prst="rect">
            <a:avLst/>
          </a:prstGeom>
          <a:solidFill>
            <a:srgbClr val="1F4E79"/>
          </a:solidFill>
          <a:ln w="6350">
            <a:solidFill>
              <a:srgbClr val="1F4E79"/>
            </a:solidFill>
            <a:prstDash val="solid"/>
          </a:ln>
        </p:spPr>
      </p:sp>
      <p:sp>
        <p:nvSpPr>
          <p:cNvPr id="13" name="Obj [o384]"/>
          <p:cNvSpPr txBox="1"/>
          <p:nvPr/>
        </p:nvSpPr>
        <p:spPr>
          <a:xfrm>
            <a:off x="5854085"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Forma de onda</a:t>
            </a:r>
            <a:endParaRPr lang="en-US" sz="1620" dirty="0"/>
          </a:p>
        </p:txBody>
      </p:sp>
      <p:sp>
        <p:nvSpPr>
          <p:cNvPr id="14" name="Obj [o385]"/>
          <p:cNvSpPr/>
          <p:nvPr/>
        </p:nvSpPr>
        <p:spPr>
          <a:xfrm>
            <a:off x="5854085" y="2162436"/>
            <a:ext cx="2323779" cy="1522476"/>
          </a:xfrm>
          <a:prstGeom prst="rect">
            <a:avLst/>
          </a:prstGeom>
          <a:solidFill>
            <a:srgbClr val="FFFFFF"/>
          </a:solidFill>
          <a:ln w="16694">
            <a:solidFill>
              <a:srgbClr val="1F4E79"/>
            </a:solidFill>
            <a:prstDash val="solid"/>
          </a:ln>
        </p:spPr>
      </p:sp>
      <p:sp>
        <p:nvSpPr>
          <p:cNvPr id="15" name="Obj [o386]"/>
          <p:cNvSpPr txBox="1"/>
          <p:nvPr/>
        </p:nvSpPr>
        <p:spPr>
          <a:xfrm>
            <a:off x="597428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Preservar la forma de la onda</a:t>
            </a:r>
            <a:endParaRPr lang="en-US" sz="1530" dirty="0"/>
          </a:p>
        </p:txBody>
      </p:sp>
      <p:sp>
        <p:nvSpPr>
          <p:cNvPr id="16" name="Obj [o387]"/>
          <p:cNvSpPr txBox="1"/>
          <p:nvPr/>
        </p:nvSpPr>
        <p:spPr>
          <a:xfrm>
            <a:off x="966136" y="3805107"/>
            <a:ext cx="7211728" cy="641043"/>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620" dirty="0"/>
          </a:p>
        </p:txBody>
      </p:sp>
      <p:sp>
        <p:nvSpPr>
          <p:cNvPr id="17" name="Obj [o38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a:t>
            </a:r>
            <a:endParaRPr lang="en-US" sz="800" dirty="0"/>
          </a:p>
        </p:txBody>
      </p:sp>
      <p:sp>
        <p:nvSpPr>
          <p:cNvPr id="18" name="Obj [o38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Esos requerimientos se traducen en cinco condiciones de diseño del sistema</a:t>
            </a:r>
            <a:endParaRPr lang="en-US" sz="1400" dirty="0"/>
          </a:p>
        </p:txBody>
      </p:sp>
      <p:sp>
        <p:nvSpPr>
          <p:cNvPr id="19" name="Obj [o390]"/>
          <p:cNvSpPr/>
          <p:nvPr/>
        </p:nvSpPr>
        <p:spPr>
          <a:xfrm>
            <a:off x="966136" y="1601523"/>
            <a:ext cx="2323779" cy="440717"/>
          </a:xfrm>
          <a:prstGeom prst="rect">
            <a:avLst/>
          </a:prstGeom>
          <a:solidFill>
            <a:srgbClr val="1F4E79"/>
          </a:solidFill>
          <a:ln w="6350">
            <a:solidFill>
              <a:srgbClr val="1F4E79"/>
            </a:solidFill>
            <a:prstDash val="solid"/>
          </a:ln>
        </p:spPr>
      </p:sp>
      <p:sp>
        <p:nvSpPr>
          <p:cNvPr id="20" name="Obj [o391]"/>
          <p:cNvSpPr txBox="1"/>
          <p:nvPr/>
        </p:nvSpPr>
        <p:spPr>
          <a:xfrm>
            <a:off x="966136"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Banda y fase</a:t>
            </a:r>
            <a:endParaRPr lang="en-US" sz="1440" dirty="0"/>
          </a:p>
        </p:txBody>
      </p:sp>
      <p:sp>
        <p:nvSpPr>
          <p:cNvPr id="21" name="Obj [o392]"/>
          <p:cNvSpPr/>
          <p:nvPr/>
        </p:nvSpPr>
        <p:spPr>
          <a:xfrm>
            <a:off x="966136" y="2042240"/>
            <a:ext cx="2323779" cy="1121824"/>
          </a:xfrm>
          <a:prstGeom prst="rect">
            <a:avLst/>
          </a:prstGeom>
          <a:solidFill>
            <a:srgbClr val="FFFFFF"/>
          </a:solidFill>
          <a:ln w="16694">
            <a:solidFill>
              <a:srgbClr val="1F4E79"/>
            </a:solidFill>
            <a:prstDash val="solid"/>
          </a:ln>
        </p:spPr>
      </p:sp>
      <p:sp>
        <p:nvSpPr>
          <p:cNvPr id="22" name="Obj [o393]"/>
          <p:cNvSpPr txBox="1"/>
          <p:nvPr/>
        </p:nvSpPr>
        <p:spPr>
          <a:xfrm>
            <a:off x="108633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440" dirty="0"/>
          </a:p>
        </p:txBody>
      </p:sp>
      <p:sp>
        <p:nvSpPr>
          <p:cNvPr id="23" name="Obj [o394]"/>
          <p:cNvSpPr/>
          <p:nvPr/>
        </p:nvSpPr>
        <p:spPr>
          <a:xfrm>
            <a:off x="3410110" y="1601523"/>
            <a:ext cx="2323779" cy="440717"/>
          </a:xfrm>
          <a:prstGeom prst="rect">
            <a:avLst/>
          </a:prstGeom>
          <a:solidFill>
            <a:srgbClr val="1F4E79"/>
          </a:solidFill>
          <a:ln w="6350">
            <a:solidFill>
              <a:srgbClr val="1F4E79"/>
            </a:solidFill>
            <a:prstDash val="solid"/>
          </a:ln>
        </p:spPr>
      </p:sp>
      <p:sp>
        <p:nvSpPr>
          <p:cNvPr id="24" name="Obj [o395]"/>
          <p:cNvSpPr txBox="1"/>
          <p:nvPr/>
        </p:nvSpPr>
        <p:spPr>
          <a:xfrm>
            <a:off x="3410110"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Margen dinámico</a:t>
            </a:r>
            <a:endParaRPr lang="en-US" sz="1440" dirty="0"/>
          </a:p>
        </p:txBody>
      </p:sp>
      <p:sp>
        <p:nvSpPr>
          <p:cNvPr id="25" name="Obj [o396]"/>
          <p:cNvSpPr/>
          <p:nvPr/>
        </p:nvSpPr>
        <p:spPr>
          <a:xfrm>
            <a:off x="3410110" y="2042240"/>
            <a:ext cx="2323779" cy="1121824"/>
          </a:xfrm>
          <a:prstGeom prst="rect">
            <a:avLst/>
          </a:prstGeom>
          <a:solidFill>
            <a:srgbClr val="FFFFFF"/>
          </a:solidFill>
          <a:ln w="16694">
            <a:solidFill>
              <a:srgbClr val="1F4E79"/>
            </a:solidFill>
            <a:prstDash val="solid"/>
          </a:ln>
        </p:spPr>
      </p:sp>
      <p:sp>
        <p:nvSpPr>
          <p:cNvPr id="26" name="Obj [o397]"/>
          <p:cNvSpPr txBox="1"/>
          <p:nvPr/>
        </p:nvSpPr>
        <p:spPr>
          <a:xfrm>
            <a:off x="3530306"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440" dirty="0"/>
          </a:p>
        </p:txBody>
      </p:sp>
      <p:sp>
        <p:nvSpPr>
          <p:cNvPr id="27" name="Obj [o398]"/>
          <p:cNvSpPr/>
          <p:nvPr/>
        </p:nvSpPr>
        <p:spPr>
          <a:xfrm>
            <a:off x="5854085" y="1601523"/>
            <a:ext cx="2323779" cy="440717"/>
          </a:xfrm>
          <a:prstGeom prst="rect">
            <a:avLst/>
          </a:prstGeom>
          <a:solidFill>
            <a:srgbClr val="1F4E79"/>
          </a:solidFill>
          <a:ln w="6350">
            <a:solidFill>
              <a:srgbClr val="1F4E79"/>
            </a:solidFill>
            <a:prstDash val="solid"/>
          </a:ln>
        </p:spPr>
      </p:sp>
      <p:sp>
        <p:nvSpPr>
          <p:cNvPr id="28" name="Obj [o399]"/>
          <p:cNvSpPr txBox="1"/>
          <p:nvPr/>
        </p:nvSpPr>
        <p:spPr>
          <a:xfrm>
            <a:off x="5854085"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Sincronización temporal</a:t>
            </a:r>
            <a:endParaRPr lang="en-US" sz="1440" dirty="0"/>
          </a:p>
        </p:txBody>
      </p:sp>
      <p:sp>
        <p:nvSpPr>
          <p:cNvPr id="29" name="Obj [o400]"/>
          <p:cNvSpPr/>
          <p:nvPr/>
        </p:nvSpPr>
        <p:spPr>
          <a:xfrm>
            <a:off x="5854085" y="2042240"/>
            <a:ext cx="2323779" cy="1121824"/>
          </a:xfrm>
          <a:prstGeom prst="rect">
            <a:avLst/>
          </a:prstGeom>
          <a:solidFill>
            <a:srgbClr val="FFFFFF"/>
          </a:solidFill>
          <a:ln w="16694">
            <a:solidFill>
              <a:srgbClr val="1F4E79"/>
            </a:solidFill>
            <a:prstDash val="solid"/>
          </a:ln>
        </p:spPr>
      </p:sp>
      <p:sp>
        <p:nvSpPr>
          <p:cNvPr id="30" name="Obj [o401]"/>
          <p:cNvSpPr txBox="1"/>
          <p:nvPr/>
        </p:nvSpPr>
        <p:spPr>
          <a:xfrm>
            <a:off x="597428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Referencia de tiempo común entre nodos y con la excitación</a:t>
            </a:r>
            <a:endParaRPr lang="en-US" sz="1440" dirty="0"/>
          </a:p>
        </p:txBody>
      </p:sp>
      <p:sp>
        <p:nvSpPr>
          <p:cNvPr id="31" name="Obj [o402]"/>
          <p:cNvSpPr/>
          <p:nvPr/>
        </p:nvSpPr>
        <p:spPr>
          <a:xfrm>
            <a:off x="966136" y="3324325"/>
            <a:ext cx="3525734" cy="400652"/>
          </a:xfrm>
          <a:prstGeom prst="rect">
            <a:avLst/>
          </a:prstGeom>
          <a:solidFill>
            <a:srgbClr val="1F4E79"/>
          </a:solidFill>
          <a:ln w="6350">
            <a:solidFill>
              <a:srgbClr val="1F4E79"/>
            </a:solidFill>
            <a:prstDash val="solid"/>
          </a:ln>
        </p:spPr>
      </p:sp>
      <p:sp>
        <p:nvSpPr>
          <p:cNvPr id="32" name="Obj [o403]"/>
          <p:cNvSpPr txBox="1"/>
          <p:nvPr/>
        </p:nvSpPr>
        <p:spPr>
          <a:xfrm>
            <a:off x="966136"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Geometría</a:t>
            </a:r>
            <a:endParaRPr lang="en-US" sz="1800" dirty="0"/>
          </a:p>
        </p:txBody>
      </p:sp>
      <p:sp>
        <p:nvSpPr>
          <p:cNvPr id="33" name="Obj [o404]"/>
          <p:cNvSpPr/>
          <p:nvPr/>
        </p:nvSpPr>
        <p:spPr>
          <a:xfrm>
            <a:off x="966136" y="3724977"/>
            <a:ext cx="3525734" cy="761238"/>
          </a:xfrm>
          <a:prstGeom prst="rect">
            <a:avLst/>
          </a:prstGeom>
          <a:solidFill>
            <a:srgbClr val="FFFFFF"/>
          </a:solidFill>
          <a:ln w="16694">
            <a:solidFill>
              <a:srgbClr val="1F4E79"/>
            </a:solidFill>
            <a:prstDash val="solid"/>
          </a:ln>
        </p:spPr>
      </p:sp>
      <p:sp>
        <p:nvSpPr>
          <p:cNvPr id="34" name="Obj [o405]"/>
          <p:cNvSpPr txBox="1"/>
          <p:nvPr/>
        </p:nvSpPr>
        <p:spPr>
          <a:xfrm>
            <a:off x="1086331"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Posición conocida de cada traza respecto de la fuente</a:t>
            </a:r>
            <a:endParaRPr lang="en-US" sz="1620" dirty="0"/>
          </a:p>
        </p:txBody>
      </p:sp>
      <p:sp>
        <p:nvSpPr>
          <p:cNvPr id="35" name="Obj [o406]"/>
          <p:cNvSpPr/>
          <p:nvPr/>
        </p:nvSpPr>
        <p:spPr>
          <a:xfrm>
            <a:off x="4652130" y="3324325"/>
            <a:ext cx="3525734" cy="400652"/>
          </a:xfrm>
          <a:prstGeom prst="rect">
            <a:avLst/>
          </a:prstGeom>
          <a:solidFill>
            <a:srgbClr val="1F4E79"/>
          </a:solidFill>
          <a:ln w="6350">
            <a:solidFill>
              <a:srgbClr val="1F4E79"/>
            </a:solidFill>
            <a:prstDash val="solid"/>
          </a:ln>
        </p:spPr>
      </p:sp>
      <p:sp>
        <p:nvSpPr>
          <p:cNvPr id="36" name="Obj [o407]"/>
          <p:cNvSpPr txBox="1"/>
          <p:nvPr/>
        </p:nvSpPr>
        <p:spPr>
          <a:xfrm>
            <a:off x="4652130"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Operación en campo</a:t>
            </a:r>
            <a:endParaRPr lang="en-US" sz="1800" dirty="0"/>
          </a:p>
        </p:txBody>
      </p:sp>
      <p:sp>
        <p:nvSpPr>
          <p:cNvPr id="37" name="Obj [o408]"/>
          <p:cNvSpPr/>
          <p:nvPr/>
        </p:nvSpPr>
        <p:spPr>
          <a:xfrm>
            <a:off x="4652130" y="3724977"/>
            <a:ext cx="3525734" cy="761238"/>
          </a:xfrm>
          <a:prstGeom prst="rect">
            <a:avLst/>
          </a:prstGeom>
          <a:solidFill>
            <a:srgbClr val="FFFFFF"/>
          </a:solidFill>
          <a:ln w="16694">
            <a:solidFill>
              <a:srgbClr val="1F4E79"/>
            </a:solidFill>
            <a:prstDash val="solid"/>
          </a:ln>
        </p:spPr>
      </p:sp>
      <p:sp>
        <p:nvSpPr>
          <p:cNvPr id="38" name="Obj [o409]"/>
          <p:cNvSpPr txBox="1"/>
          <p:nvPr/>
        </p:nvSpPr>
        <p:spPr>
          <a:xfrm>
            <a:off x="4772326"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620" dirty="0"/>
          </a:p>
        </p:txBody>
      </p:sp>
      <p:sp>
        <p:nvSpPr>
          <p:cNvPr id="39" name="Obj [o41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a:t>
            </a:r>
            <a:endParaRPr lang="en-US" sz="800" dirty="0"/>
          </a:p>
        </p:txBody>
      </p:sp>
      <p:sp>
        <p:nvSpPr>
          <p:cNvPr id="40" name="Obj [o41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plataforma consta de un maestro y de nodos independientes que se comunican por ESP-NOW</a:t>
            </a:r>
            <a:endParaRPr lang="en-US" sz="1400" dirty="0"/>
          </a:p>
        </p:txBody>
      </p:sp>
      <p:pic>
        <p:nvPicPr>
          <p:cNvPr id="41" name="Obj [o412]" descr="Arquitectura del sistema: navegador, maestro ESP32, nodos GEO y nodo HAMMER, cada uno con ESP32 y PSoC 5LP">    </p:cNvPr>
          <p:cNvPicPr>
            <a:picLocks noChangeAspect="1"/>
          </p:cNvPicPr>
          <p:nvPr/>
        </p:nvPicPr>
        <p:blipFill>
          <a:blip r:embed="rId1"/>
          <a:stretch>
            <a:fillRect/>
          </a:stretch>
        </p:blipFill>
        <p:spPr>
          <a:xfrm>
            <a:off x="1046266" y="1601523"/>
            <a:ext cx="7051468" cy="2586200"/>
          </a:xfrm>
          <a:prstGeom prst="rect">
            <a:avLst/>
          </a:prstGeom>
        </p:spPr>
      </p:pic>
      <p:sp>
        <p:nvSpPr>
          <p:cNvPr id="42" name="Obj [o413]"/>
          <p:cNvSpPr txBox="1"/>
          <p:nvPr/>
        </p:nvSpPr>
        <p:spPr>
          <a:xfrm>
            <a:off x="966136" y="4221785"/>
            <a:ext cx="7211728" cy="280456"/>
          </a:xfrm>
          <a:prstGeom prst="rect">
            <a:avLst/>
          </a:prstGeom>
          <a:noFill/>
          <a:ln/>
        </p:spPr>
        <p:txBody>
          <a:bodyPr wrap="square" lIns="0" tIns="0" rIns="0" bIns="0" rtlCol="0" anchor="t"/>
          <a:lstStyle/>
          <a:p>
            <a:pPr indent="0" marL="0">
              <a:buNone/>
            </a:pPr>
            <a:r>
              <a:rPr lang="en-US" sz="135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350" dirty="0"/>
          </a:p>
        </p:txBody>
      </p:sp>
      <p:sp>
        <p:nvSpPr>
          <p:cNvPr id="43" name="Obj [o41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fig. 11 del resumen firmado (sec. 4.7).</a:t>
            </a:r>
            <a:endParaRPr lang="en-US" sz="800" dirty="0"/>
          </a:p>
        </p:txBody>
      </p:sp>
      <p:sp>
        <p:nvSpPr>
          <p:cNvPr id="4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22" presetClass="entr" presetSubtype="8" fill="hold" nodeType="withEffect">
                                  <p:stCondLst>
                                    <p:cond delay="17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50"/>
                                        <p:tgtEl>
                                          <p:spTgt spid="5"/>
                                        </p:tgtEl>
                                      </p:cBhvr>
                                    </p:animEffect>
                                  </p:childTnLst>
                                </p:cTn>
                              </p:par>
                              <p:par>
                                <p:cTn id="14" presetID="10" presetClass="entr" presetSubtype="0" fill="hold" nodeType="withEffect">
                                  <p:stCondLst>
                                    <p:cond delay="20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25"/>
                                        <p:tgtEl>
                                          <p:spTgt spid="6"/>
                                        </p:tgtEl>
                                      </p:cBhvr>
                                    </p:animEffect>
                                  </p:childTnLst>
                                </p:cTn>
                              </p:par>
                              <p:par>
                                <p:cTn id="17" presetID="22" presetClass="entr" presetSubtype="8" fill="hold" nodeType="withEffect">
                                  <p:stCondLst>
                                    <p:cond delay="24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250"/>
                                        <p:tgtEl>
                                          <p:spTgt spid="7"/>
                                        </p:tgtEl>
                                      </p:cBhvr>
                                    </p:animEffect>
                                  </p:childTnLst>
                                </p:cTn>
                              </p:par>
                              <p:par>
                                <p:cTn id="20" presetID="10" presetClass="entr" presetSubtype="0" fill="hold" nodeType="withEffect">
                                  <p:stCondLst>
                                    <p:cond delay="27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25"/>
                                        <p:tgtEl>
                                          <p:spTgt spid="8"/>
                                        </p:tgtEl>
                                      </p:cBhvr>
                                    </p:animEffect>
                                  </p:childTnLst>
                                </p:cTn>
                              </p:par>
                              <p:par>
                                <p:cTn id="23" presetID="22" presetClass="entr" presetSubtype="8" fill="hold" nodeType="withEffect">
                                  <p:stCondLst>
                                    <p:cond delay="275"/>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250"/>
                                        <p:tgtEl>
                                          <p:spTgt spid="9"/>
                                        </p:tgtEl>
                                      </p:cBhvr>
                                    </p:animEffect>
                                  </p:childTnLst>
                                </p:cTn>
                              </p:par>
                              <p:par>
                                <p:cTn id="26" presetID="10" presetClass="entr" presetSubtype="0" fill="hold" nodeType="withEffect">
                                  <p:stCondLst>
                                    <p:cond delay="31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25"/>
                                        <p:tgtEl>
                                          <p:spTgt spid="10"/>
                                        </p:tgtEl>
                                      </p:cBhvr>
                                    </p:animEffect>
                                  </p:childTnLst>
                                </p:cTn>
                              </p:par>
                              <p:par>
                                <p:cTn id="29" presetID="22" presetClass="entr" presetSubtype="8" fill="hold" nodeType="withEffect">
                                  <p:stCondLst>
                                    <p:cond delay="345"/>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250"/>
                                        <p:tgtEl>
                                          <p:spTgt spid="11"/>
                                        </p:tgtEl>
                                      </p:cBhvr>
                                    </p:animEffect>
                                  </p:childTnLst>
                                </p:cTn>
                              </p:par>
                              <p:par>
                                <p:cTn id="32" presetID="10" presetClass="entr" presetSubtype="0" fill="hold" nodeType="withEffect">
                                  <p:stCondLst>
                                    <p:cond delay="38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25"/>
                                        <p:tgtEl>
                                          <p:spTgt spid="12"/>
                                        </p:tgtEl>
                                      </p:cBhvr>
                                    </p:animEffect>
                                  </p:childTnLst>
                                </p:cTn>
                              </p:par>
                              <p:par>
                                <p:cTn id="35" presetID="22" presetClass="entr" presetSubtype="8" fill="hold" nodeType="withEffect">
                                  <p:stCondLst>
                                    <p:cond delay="38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250"/>
                                        <p:tgtEl>
                                          <p:spTgt spid="13"/>
                                        </p:tgtEl>
                                      </p:cBhvr>
                                    </p:animEffect>
                                  </p:childTnLst>
                                </p:cTn>
                              </p:par>
                              <p:par>
                                <p:cTn id="38" presetID="10" presetClass="entr" presetSubtype="0" fill="hold" nodeType="withEffect">
                                  <p:stCondLst>
                                    <p:cond delay="41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25"/>
                                        <p:tgtEl>
                                          <p:spTgt spid="14"/>
                                        </p:tgtEl>
                                      </p:cBhvr>
                                    </p:animEffect>
                                  </p:childTnLst>
                                </p:cTn>
                              </p:par>
                              <p:par>
                                <p:cTn id="41" presetID="22" presetClass="entr" presetSubtype="8" fill="hold" nodeType="withEffect">
                                  <p:stCondLst>
                                    <p:cond delay="45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250"/>
                                        <p:tgtEl>
                                          <p:spTgt spid="15"/>
                                        </p:tgtEl>
                                      </p:cBhvr>
                                    </p:animEffect>
                                  </p:childTnLst>
                                </p:cTn>
                              </p:par>
                              <p:par>
                                <p:cTn id="44" presetID="22" presetClass="entr" presetSubtype="8" fill="hold" nodeType="withEffect">
                                  <p:stCondLst>
                                    <p:cond delay="485"/>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250"/>
                                        <p:tgtEl>
                                          <p:spTgt spid="16"/>
                                        </p:tgtEl>
                                      </p:cBhvr>
                                    </p:animEffect>
                                  </p:childTnLst>
                                </p:cTn>
                              </p:par>
                              <p:par>
                                <p:cTn id="47" presetID="10" presetClass="entr" presetSubtype="0" fill="hold" nodeType="withEffect">
                                  <p:stCondLst>
                                    <p:cond delay="2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25"/>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175"/>
                                        <p:tgtEl>
                                          <p:spTgt spid="3"/>
                                        </p:tgtEl>
                                      </p:cBhvr>
                                    </p:animEffect>
                                    <p:set>
                                      <p:cBhvr>
                                        <p:cTn id="54" dur="1" fill="hold">
                                          <p:stCondLst>
                                            <p:cond delay="174"/>
                                          </p:stCondLst>
                                        </p:cTn>
                                        <p:tgtEl>
                                          <p:spTgt spid="3"/>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175"/>
                                        <p:tgtEl>
                                          <p:spTgt spid="4"/>
                                        </p:tgtEl>
                                      </p:cBhvr>
                                    </p:animEffect>
                                    <p:set>
                                      <p:cBhvr>
                                        <p:cTn id="57" dur="1" fill="hold">
                                          <p:stCondLst>
                                            <p:cond delay="174"/>
                                          </p:stCondLst>
                                        </p:cTn>
                                        <p:tgtEl>
                                          <p:spTgt spid="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175"/>
                                        <p:tgtEl>
                                          <p:spTgt spid="5"/>
                                        </p:tgtEl>
                                      </p:cBhvr>
                                    </p:animEffect>
                                    <p:set>
                                      <p:cBhvr>
                                        <p:cTn id="60" dur="1" fill="hold">
                                          <p:stCondLst>
                                            <p:cond delay="174"/>
                                          </p:stCondLst>
                                        </p:cTn>
                                        <p:tgtEl>
                                          <p:spTgt spid="5"/>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175"/>
                                        <p:tgtEl>
                                          <p:spTgt spid="6"/>
                                        </p:tgtEl>
                                      </p:cBhvr>
                                    </p:animEffect>
                                    <p:set>
                                      <p:cBhvr>
                                        <p:cTn id="63" dur="1" fill="hold">
                                          <p:stCondLst>
                                            <p:cond delay="174"/>
                                          </p:stCondLst>
                                        </p:cTn>
                                        <p:tgtEl>
                                          <p:spTgt spid="6"/>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175"/>
                                        <p:tgtEl>
                                          <p:spTgt spid="7"/>
                                        </p:tgtEl>
                                      </p:cBhvr>
                                    </p:animEffect>
                                    <p:set>
                                      <p:cBhvr>
                                        <p:cTn id="66" dur="1" fill="hold">
                                          <p:stCondLst>
                                            <p:cond delay="174"/>
                                          </p:stCondLst>
                                        </p:cTn>
                                        <p:tgtEl>
                                          <p:spTgt spid="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75"/>
                                        <p:tgtEl>
                                          <p:spTgt spid="8"/>
                                        </p:tgtEl>
                                      </p:cBhvr>
                                    </p:animEffect>
                                    <p:set>
                                      <p:cBhvr>
                                        <p:cTn id="69" dur="1" fill="hold">
                                          <p:stCondLst>
                                            <p:cond delay="174"/>
                                          </p:stCondLst>
                                        </p:cTn>
                                        <p:tgtEl>
                                          <p:spTgt spid="8"/>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75"/>
                                        <p:tgtEl>
                                          <p:spTgt spid="9"/>
                                        </p:tgtEl>
                                      </p:cBhvr>
                                    </p:animEffect>
                                    <p:set>
                                      <p:cBhvr>
                                        <p:cTn id="72" dur="1" fill="hold">
                                          <p:stCondLst>
                                            <p:cond delay="174"/>
                                          </p:stCondLst>
                                        </p:cTn>
                                        <p:tgtEl>
                                          <p:spTgt spid="9"/>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75"/>
                                        <p:tgtEl>
                                          <p:spTgt spid="10"/>
                                        </p:tgtEl>
                                      </p:cBhvr>
                                    </p:animEffect>
                                    <p:set>
                                      <p:cBhvr>
                                        <p:cTn id="75" dur="1" fill="hold">
                                          <p:stCondLst>
                                            <p:cond delay="174"/>
                                          </p:stCondLst>
                                        </p:cTn>
                                        <p:tgtEl>
                                          <p:spTgt spid="10"/>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175"/>
                                        <p:tgtEl>
                                          <p:spTgt spid="11"/>
                                        </p:tgtEl>
                                      </p:cBhvr>
                                    </p:animEffect>
                                    <p:set>
                                      <p:cBhvr>
                                        <p:cTn id="78" dur="1" fill="hold">
                                          <p:stCondLst>
                                            <p:cond delay="174"/>
                                          </p:stCondLst>
                                        </p:cTn>
                                        <p:tgtEl>
                                          <p:spTgt spid="11"/>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175"/>
                                        <p:tgtEl>
                                          <p:spTgt spid="12"/>
                                        </p:tgtEl>
                                      </p:cBhvr>
                                    </p:animEffect>
                                    <p:set>
                                      <p:cBhvr>
                                        <p:cTn id="81" dur="1" fill="hold">
                                          <p:stCondLst>
                                            <p:cond delay="174"/>
                                          </p:stCondLst>
                                        </p:cTn>
                                        <p:tgtEl>
                                          <p:spTgt spid="1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175"/>
                                        <p:tgtEl>
                                          <p:spTgt spid="13"/>
                                        </p:tgtEl>
                                      </p:cBhvr>
                                    </p:animEffect>
                                    <p:set>
                                      <p:cBhvr>
                                        <p:cTn id="84" dur="1" fill="hold">
                                          <p:stCondLst>
                                            <p:cond delay="174"/>
                                          </p:stCondLst>
                                        </p:cTn>
                                        <p:tgtEl>
                                          <p:spTgt spid="1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75"/>
                                        <p:tgtEl>
                                          <p:spTgt spid="14"/>
                                        </p:tgtEl>
                                      </p:cBhvr>
                                    </p:animEffect>
                                    <p:set>
                                      <p:cBhvr>
                                        <p:cTn id="87" dur="1" fill="hold">
                                          <p:stCondLst>
                                            <p:cond delay="174"/>
                                          </p:stCondLst>
                                        </p:cTn>
                                        <p:tgtEl>
                                          <p:spTgt spid="1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75"/>
                                        <p:tgtEl>
                                          <p:spTgt spid="15"/>
                                        </p:tgtEl>
                                      </p:cBhvr>
                                    </p:animEffect>
                                    <p:set>
                                      <p:cBhvr>
                                        <p:cTn id="90" dur="1" fill="hold">
                                          <p:stCondLst>
                                            <p:cond delay="174"/>
                                          </p:stCondLst>
                                        </p:cTn>
                                        <p:tgtEl>
                                          <p:spTgt spid="1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175"/>
                                        <p:tgtEl>
                                          <p:spTgt spid="16"/>
                                        </p:tgtEl>
                                      </p:cBhvr>
                                    </p:animEffect>
                                    <p:set>
                                      <p:cBhvr>
                                        <p:cTn id="93" dur="1" fill="hold">
                                          <p:stCondLst>
                                            <p:cond delay="174"/>
                                          </p:stCondLst>
                                        </p:cTn>
                                        <p:tgtEl>
                                          <p:spTgt spid="16"/>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175"/>
                                        <p:tgtEl>
                                          <p:spTgt spid="17"/>
                                        </p:tgtEl>
                                      </p:cBhvr>
                                    </p:animEffect>
                                    <p:set>
                                      <p:cBhvr>
                                        <p:cTn id="96" dur="1" fill="hold">
                                          <p:stCondLst>
                                            <p:cond delay="174"/>
                                          </p:stCondLst>
                                        </p:cTn>
                                        <p:tgtEl>
                                          <p:spTgt spid="17"/>
                                        </p:tgtEl>
                                        <p:attrNameLst>
                                          <p:attrName>style.visibility</p:attrName>
                                        </p:attrNameLst>
                                      </p:cBhvr>
                                      <p:to>
                                        <p:strVal val="hidden"/>
                                      </p:to>
                                    </p:set>
                                  </p:childTnLst>
                                </p:cTn>
                              </p:par>
                              <p:par>
                                <p:cTn id="97" presetID="10" presetClass="entr" presetSubtype="0" fill="hold" nodeType="withEffect">
                                  <p:stCondLst>
                                    <p:cond delay="225"/>
                                  </p:stCondLst>
                                  <p:childTnLst>
                                    <p:set>
                                      <p:cBhvr>
                                        <p:cTn id="98" dur="1" fill="hold">
                                          <p:stCondLst>
                                            <p:cond delay="0"/>
                                          </p:stCondLst>
                                        </p:cTn>
                                        <p:tgtEl>
                                          <p:spTgt spid="18"/>
                                        </p:tgtEl>
                                        <p:attrNameLst>
                                          <p:attrName>style.visibility</p:attrName>
                                        </p:attrNameLst>
                                      </p:cBhvr>
                                      <p:to>
                                        <p:strVal val="visible"/>
                                      </p:to>
                                    </p:set>
                                    <p:animEffect transition="in" filter="fade">
                                      <p:cBhvr>
                                        <p:cTn id="99" dur="225"/>
                                        <p:tgtEl>
                                          <p:spTgt spid="18"/>
                                        </p:tgtEl>
                                      </p:cBhvr>
                                    </p:animEffect>
                                  </p:childTnLst>
                                </p:cTn>
                              </p:par>
                              <p:par>
                                <p:cTn id="100" presetID="10" presetClass="entr" presetSubtype="0" fill="hold" nodeType="withEffect">
                                  <p:stCondLst>
                                    <p:cond delay="26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225"/>
                                        <p:tgtEl>
                                          <p:spTgt spid="19"/>
                                        </p:tgtEl>
                                      </p:cBhvr>
                                    </p:animEffect>
                                  </p:childTnLst>
                                </p:cTn>
                              </p:par>
                              <p:par>
                                <p:cTn id="103" presetID="22" presetClass="entr" presetSubtype="4" fill="hold" nodeType="withEffect">
                                  <p:stCondLst>
                                    <p:cond delay="260"/>
                                  </p:stCondLst>
                                  <p:childTnLst>
                                    <p:set>
                                      <p:cBhvr>
                                        <p:cTn id="104" dur="1" fill="hold">
                                          <p:stCondLst>
                                            <p:cond delay="0"/>
                                          </p:stCondLst>
                                        </p:cTn>
                                        <p:tgtEl>
                                          <p:spTgt spid="20"/>
                                        </p:tgtEl>
                                        <p:attrNameLst>
                                          <p:attrName>style.visibility</p:attrName>
                                        </p:attrNameLst>
                                      </p:cBhvr>
                                      <p:to>
                                        <p:strVal val="visible"/>
                                      </p:to>
                                    </p:set>
                                    <p:animEffect transition="in" filter="wipe(down)">
                                      <p:cBhvr>
                                        <p:cTn id="105" dur="250"/>
                                        <p:tgtEl>
                                          <p:spTgt spid="20"/>
                                        </p:tgtEl>
                                      </p:cBhvr>
                                    </p:animEffect>
                                  </p:childTnLst>
                                </p:cTn>
                              </p:par>
                              <p:par>
                                <p:cTn id="106" presetID="10" presetClass="entr" presetSubtype="0" fill="hold" nodeType="withEffect">
                                  <p:stCondLst>
                                    <p:cond delay="295"/>
                                  </p:stCondLst>
                                  <p:childTnLst>
                                    <p:set>
                                      <p:cBhvr>
                                        <p:cTn id="107" dur="1" fill="hold">
                                          <p:stCondLst>
                                            <p:cond delay="0"/>
                                          </p:stCondLst>
                                        </p:cTn>
                                        <p:tgtEl>
                                          <p:spTgt spid="21"/>
                                        </p:tgtEl>
                                        <p:attrNameLst>
                                          <p:attrName>style.visibility</p:attrName>
                                        </p:attrNameLst>
                                      </p:cBhvr>
                                      <p:to>
                                        <p:strVal val="visible"/>
                                      </p:to>
                                    </p:set>
                                    <p:animEffect transition="in" filter="fade">
                                      <p:cBhvr>
                                        <p:cTn id="108" dur="225"/>
                                        <p:tgtEl>
                                          <p:spTgt spid="21"/>
                                        </p:tgtEl>
                                      </p:cBhvr>
                                    </p:animEffect>
                                  </p:childTnLst>
                                </p:cTn>
                              </p:par>
                              <p:par>
                                <p:cTn id="109" presetID="22" presetClass="entr" presetSubtype="4" fill="hold" nodeType="withEffect">
                                  <p:stCondLst>
                                    <p:cond delay="330"/>
                                  </p:stCondLst>
                                  <p:childTnLst>
                                    <p:set>
                                      <p:cBhvr>
                                        <p:cTn id="110" dur="1" fill="hold">
                                          <p:stCondLst>
                                            <p:cond delay="0"/>
                                          </p:stCondLst>
                                        </p:cTn>
                                        <p:tgtEl>
                                          <p:spTgt spid="22"/>
                                        </p:tgtEl>
                                        <p:attrNameLst>
                                          <p:attrName>style.visibility</p:attrName>
                                        </p:attrNameLst>
                                      </p:cBhvr>
                                      <p:to>
                                        <p:strVal val="visible"/>
                                      </p:to>
                                    </p:set>
                                    <p:animEffect transition="in" filter="wipe(down)">
                                      <p:cBhvr>
                                        <p:cTn id="111" dur="250"/>
                                        <p:tgtEl>
                                          <p:spTgt spid="22"/>
                                        </p:tgtEl>
                                      </p:cBhvr>
                                    </p:animEffect>
                                  </p:childTnLst>
                                </p:cTn>
                              </p:par>
                              <p:par>
                                <p:cTn id="112" presetID="10" presetClass="entr" presetSubtype="0" fill="hold" nodeType="withEffect">
                                  <p:stCondLst>
                                    <p:cond delay="365"/>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225"/>
                                        <p:tgtEl>
                                          <p:spTgt spid="23"/>
                                        </p:tgtEl>
                                      </p:cBhvr>
                                    </p:animEffect>
                                  </p:childTnLst>
                                </p:cTn>
                              </p:par>
                              <p:par>
                                <p:cTn id="115" presetID="22" presetClass="entr" presetSubtype="4" fill="hold" nodeType="withEffect">
                                  <p:stCondLst>
                                    <p:cond delay="365"/>
                                  </p:stCondLst>
                                  <p:childTnLst>
                                    <p:set>
                                      <p:cBhvr>
                                        <p:cTn id="116" dur="1" fill="hold">
                                          <p:stCondLst>
                                            <p:cond delay="0"/>
                                          </p:stCondLst>
                                        </p:cTn>
                                        <p:tgtEl>
                                          <p:spTgt spid="24"/>
                                        </p:tgtEl>
                                        <p:attrNameLst>
                                          <p:attrName>style.visibility</p:attrName>
                                        </p:attrNameLst>
                                      </p:cBhvr>
                                      <p:to>
                                        <p:strVal val="visible"/>
                                      </p:to>
                                    </p:set>
                                    <p:animEffect transition="in" filter="wipe(down)">
                                      <p:cBhvr>
                                        <p:cTn id="117" dur="250"/>
                                        <p:tgtEl>
                                          <p:spTgt spid="24"/>
                                        </p:tgtEl>
                                      </p:cBhvr>
                                    </p:animEffect>
                                  </p:childTnLst>
                                </p:cTn>
                              </p:par>
                              <p:par>
                                <p:cTn id="118" presetID="10" presetClass="entr" presetSubtype="0" fill="hold" nodeType="withEffect">
                                  <p:stCondLst>
                                    <p:cond delay="40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225"/>
                                        <p:tgtEl>
                                          <p:spTgt spid="25"/>
                                        </p:tgtEl>
                                      </p:cBhvr>
                                    </p:animEffect>
                                  </p:childTnLst>
                                </p:cTn>
                              </p:par>
                              <p:par>
                                <p:cTn id="121" presetID="22" presetClass="entr" presetSubtype="4" fill="hold" nodeType="withEffect">
                                  <p:stCondLst>
                                    <p:cond delay="435"/>
                                  </p:stCondLst>
                                  <p:childTnLst>
                                    <p:set>
                                      <p:cBhvr>
                                        <p:cTn id="122" dur="1" fill="hold">
                                          <p:stCondLst>
                                            <p:cond delay="0"/>
                                          </p:stCondLst>
                                        </p:cTn>
                                        <p:tgtEl>
                                          <p:spTgt spid="26"/>
                                        </p:tgtEl>
                                        <p:attrNameLst>
                                          <p:attrName>style.visibility</p:attrName>
                                        </p:attrNameLst>
                                      </p:cBhvr>
                                      <p:to>
                                        <p:strVal val="visible"/>
                                      </p:to>
                                    </p:set>
                                    <p:animEffect transition="in" filter="wipe(down)">
                                      <p:cBhvr>
                                        <p:cTn id="123" dur="250"/>
                                        <p:tgtEl>
                                          <p:spTgt spid="26"/>
                                        </p:tgtEl>
                                      </p:cBhvr>
                                    </p:animEffect>
                                  </p:childTnLst>
                                </p:cTn>
                              </p:par>
                              <p:par>
                                <p:cTn id="124" presetID="10" presetClass="entr" presetSubtype="0" fill="hold" nodeType="withEffect">
                                  <p:stCondLst>
                                    <p:cond delay="47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225"/>
                                        <p:tgtEl>
                                          <p:spTgt spid="27"/>
                                        </p:tgtEl>
                                      </p:cBhvr>
                                    </p:animEffect>
                                  </p:childTnLst>
                                </p:cTn>
                              </p:par>
                              <p:par>
                                <p:cTn id="127" presetID="22" presetClass="entr" presetSubtype="4" fill="hold" nodeType="withEffect">
                                  <p:stCondLst>
                                    <p:cond delay="470"/>
                                  </p:stCondLst>
                                  <p:childTnLst>
                                    <p:set>
                                      <p:cBhvr>
                                        <p:cTn id="128" dur="1" fill="hold">
                                          <p:stCondLst>
                                            <p:cond delay="0"/>
                                          </p:stCondLst>
                                        </p:cTn>
                                        <p:tgtEl>
                                          <p:spTgt spid="28"/>
                                        </p:tgtEl>
                                        <p:attrNameLst>
                                          <p:attrName>style.visibility</p:attrName>
                                        </p:attrNameLst>
                                      </p:cBhvr>
                                      <p:to>
                                        <p:strVal val="visible"/>
                                      </p:to>
                                    </p:set>
                                    <p:animEffect transition="in" filter="wipe(down)">
                                      <p:cBhvr>
                                        <p:cTn id="129" dur="250"/>
                                        <p:tgtEl>
                                          <p:spTgt spid="28"/>
                                        </p:tgtEl>
                                      </p:cBhvr>
                                    </p:animEffect>
                                  </p:childTnLst>
                                </p:cTn>
                              </p:par>
                              <p:par>
                                <p:cTn id="130" presetID="10" presetClass="entr" presetSubtype="0" fill="hold" nodeType="withEffect">
                                  <p:stCondLst>
                                    <p:cond delay="505"/>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225"/>
                                        <p:tgtEl>
                                          <p:spTgt spid="29"/>
                                        </p:tgtEl>
                                      </p:cBhvr>
                                    </p:animEffect>
                                  </p:childTnLst>
                                </p:cTn>
                              </p:par>
                              <p:par>
                                <p:cTn id="133" presetID="22" presetClass="entr" presetSubtype="4" fill="hold" nodeType="withEffect">
                                  <p:stCondLst>
                                    <p:cond delay="540"/>
                                  </p:stCondLst>
                                  <p:childTnLst>
                                    <p:set>
                                      <p:cBhvr>
                                        <p:cTn id="134" dur="1" fill="hold">
                                          <p:stCondLst>
                                            <p:cond delay="0"/>
                                          </p:stCondLst>
                                        </p:cTn>
                                        <p:tgtEl>
                                          <p:spTgt spid="30"/>
                                        </p:tgtEl>
                                        <p:attrNameLst>
                                          <p:attrName>style.visibility</p:attrName>
                                        </p:attrNameLst>
                                      </p:cBhvr>
                                      <p:to>
                                        <p:strVal val="visible"/>
                                      </p:to>
                                    </p:set>
                                    <p:animEffect transition="in" filter="wipe(down)">
                                      <p:cBhvr>
                                        <p:cTn id="135" dur="250"/>
                                        <p:tgtEl>
                                          <p:spTgt spid="30"/>
                                        </p:tgtEl>
                                      </p:cBhvr>
                                    </p:animEffect>
                                  </p:childTnLst>
                                </p:cTn>
                              </p:par>
                              <p:par>
                                <p:cTn id="136" presetID="10" presetClass="entr" presetSubtype="0" fill="hold" nodeType="withEffect">
                                  <p:stCondLst>
                                    <p:cond delay="575"/>
                                  </p:stCondLst>
                                  <p:childTnLst>
                                    <p:set>
                                      <p:cBhvr>
                                        <p:cTn id="137" dur="1" fill="hold">
                                          <p:stCondLst>
                                            <p:cond delay="0"/>
                                          </p:stCondLst>
                                        </p:cTn>
                                        <p:tgtEl>
                                          <p:spTgt spid="31"/>
                                        </p:tgtEl>
                                        <p:attrNameLst>
                                          <p:attrName>style.visibility</p:attrName>
                                        </p:attrNameLst>
                                      </p:cBhvr>
                                      <p:to>
                                        <p:strVal val="visible"/>
                                      </p:to>
                                    </p:set>
                                    <p:animEffect transition="in" filter="fade">
                                      <p:cBhvr>
                                        <p:cTn id="138" dur="225"/>
                                        <p:tgtEl>
                                          <p:spTgt spid="31"/>
                                        </p:tgtEl>
                                      </p:cBhvr>
                                    </p:animEffect>
                                  </p:childTnLst>
                                </p:cTn>
                              </p:par>
                              <p:par>
                                <p:cTn id="139" presetID="22" presetClass="entr" presetSubtype="4" fill="hold" nodeType="withEffect">
                                  <p:stCondLst>
                                    <p:cond delay="575"/>
                                  </p:stCondLst>
                                  <p:childTnLst>
                                    <p:set>
                                      <p:cBhvr>
                                        <p:cTn id="140" dur="1" fill="hold">
                                          <p:stCondLst>
                                            <p:cond delay="0"/>
                                          </p:stCondLst>
                                        </p:cTn>
                                        <p:tgtEl>
                                          <p:spTgt spid="32"/>
                                        </p:tgtEl>
                                        <p:attrNameLst>
                                          <p:attrName>style.visibility</p:attrName>
                                        </p:attrNameLst>
                                      </p:cBhvr>
                                      <p:to>
                                        <p:strVal val="visible"/>
                                      </p:to>
                                    </p:set>
                                    <p:animEffect transition="in" filter="wipe(down)">
                                      <p:cBhvr>
                                        <p:cTn id="141" dur="250"/>
                                        <p:tgtEl>
                                          <p:spTgt spid="32"/>
                                        </p:tgtEl>
                                      </p:cBhvr>
                                    </p:animEffect>
                                  </p:childTnLst>
                                </p:cTn>
                              </p:par>
                              <p:par>
                                <p:cTn id="142" presetID="10" presetClass="entr" presetSubtype="0" fill="hold" nodeType="withEffect">
                                  <p:stCondLst>
                                    <p:cond delay="61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225"/>
                                        <p:tgtEl>
                                          <p:spTgt spid="33"/>
                                        </p:tgtEl>
                                      </p:cBhvr>
                                    </p:animEffect>
                                  </p:childTnLst>
                                </p:cTn>
                              </p:par>
                              <p:par>
                                <p:cTn id="145" presetID="22" presetClass="entr" presetSubtype="4" fill="hold" nodeType="withEffect">
                                  <p:stCondLst>
                                    <p:cond delay="645"/>
                                  </p:stCondLst>
                                  <p:childTnLst>
                                    <p:set>
                                      <p:cBhvr>
                                        <p:cTn id="146" dur="1" fill="hold">
                                          <p:stCondLst>
                                            <p:cond delay="0"/>
                                          </p:stCondLst>
                                        </p:cTn>
                                        <p:tgtEl>
                                          <p:spTgt spid="34"/>
                                        </p:tgtEl>
                                        <p:attrNameLst>
                                          <p:attrName>style.visibility</p:attrName>
                                        </p:attrNameLst>
                                      </p:cBhvr>
                                      <p:to>
                                        <p:strVal val="visible"/>
                                      </p:to>
                                    </p:set>
                                    <p:animEffect transition="in" filter="wipe(down)">
                                      <p:cBhvr>
                                        <p:cTn id="147" dur="250"/>
                                        <p:tgtEl>
                                          <p:spTgt spid="34"/>
                                        </p:tgtEl>
                                      </p:cBhvr>
                                    </p:animEffect>
                                  </p:childTnLst>
                                </p:cTn>
                              </p:par>
                              <p:par>
                                <p:cTn id="148" presetID="10" presetClass="entr" presetSubtype="0" fill="hold" nodeType="withEffect">
                                  <p:stCondLst>
                                    <p:cond delay="68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225"/>
                                        <p:tgtEl>
                                          <p:spTgt spid="35"/>
                                        </p:tgtEl>
                                      </p:cBhvr>
                                    </p:animEffect>
                                  </p:childTnLst>
                                </p:cTn>
                              </p:par>
                              <p:par>
                                <p:cTn id="151" presetID="22" presetClass="entr" presetSubtype="4" fill="hold" nodeType="withEffect">
                                  <p:stCondLst>
                                    <p:cond delay="680"/>
                                  </p:stCondLst>
                                  <p:childTnLst>
                                    <p:set>
                                      <p:cBhvr>
                                        <p:cTn id="152" dur="1" fill="hold">
                                          <p:stCondLst>
                                            <p:cond delay="0"/>
                                          </p:stCondLst>
                                        </p:cTn>
                                        <p:tgtEl>
                                          <p:spTgt spid="36"/>
                                        </p:tgtEl>
                                        <p:attrNameLst>
                                          <p:attrName>style.visibility</p:attrName>
                                        </p:attrNameLst>
                                      </p:cBhvr>
                                      <p:to>
                                        <p:strVal val="visible"/>
                                      </p:to>
                                    </p:set>
                                    <p:animEffect transition="in" filter="wipe(down)">
                                      <p:cBhvr>
                                        <p:cTn id="153" dur="250"/>
                                        <p:tgtEl>
                                          <p:spTgt spid="36"/>
                                        </p:tgtEl>
                                      </p:cBhvr>
                                    </p:animEffect>
                                  </p:childTnLst>
                                </p:cTn>
                              </p:par>
                              <p:par>
                                <p:cTn id="154" presetID="10" presetClass="entr" presetSubtype="0" fill="hold" nodeType="withEffect">
                                  <p:stCondLst>
                                    <p:cond delay="715"/>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225"/>
                                        <p:tgtEl>
                                          <p:spTgt spid="37"/>
                                        </p:tgtEl>
                                      </p:cBhvr>
                                    </p:animEffect>
                                  </p:childTnLst>
                                </p:cTn>
                              </p:par>
                              <p:par>
                                <p:cTn id="157" presetID="22" presetClass="entr" presetSubtype="4" fill="hold" nodeType="withEffect">
                                  <p:stCondLst>
                                    <p:cond delay="740"/>
                                  </p:stCondLst>
                                  <p:childTnLst>
                                    <p:set>
                                      <p:cBhvr>
                                        <p:cTn id="158" dur="1" fill="hold">
                                          <p:stCondLst>
                                            <p:cond delay="0"/>
                                          </p:stCondLst>
                                        </p:cTn>
                                        <p:tgtEl>
                                          <p:spTgt spid="38"/>
                                        </p:tgtEl>
                                        <p:attrNameLst>
                                          <p:attrName>style.visibility</p:attrName>
                                        </p:attrNameLst>
                                      </p:cBhvr>
                                      <p:to>
                                        <p:strVal val="visible"/>
                                      </p:to>
                                    </p:set>
                                    <p:animEffect transition="in" filter="wipe(down)">
                                      <p:cBhvr>
                                        <p:cTn id="159" dur="250"/>
                                        <p:tgtEl>
                                          <p:spTgt spid="38"/>
                                        </p:tgtEl>
                                      </p:cBhvr>
                                    </p:animEffect>
                                  </p:childTnLst>
                                </p:cTn>
                              </p:par>
                              <p:par>
                                <p:cTn id="160" presetID="10" presetClass="entr" presetSubtype="0" fill="hold" nodeType="withEffect">
                                  <p:stCondLst>
                                    <p:cond delay="29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225"/>
                                        <p:tgtEl>
                                          <p:spTgt spid="39"/>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nodeType="clickEffect">
                                  <p:stCondLst>
                                    <p:cond delay="0"/>
                                  </p:stCondLst>
                                  <p:childTnLst>
                                    <p:animEffect transition="out" filter="fade">
                                      <p:cBhvr>
                                        <p:cTn id="166" dur="175"/>
                                        <p:tgtEl>
                                          <p:spTgt spid="18"/>
                                        </p:tgtEl>
                                      </p:cBhvr>
                                    </p:animEffect>
                                    <p:set>
                                      <p:cBhvr>
                                        <p:cTn id="167" dur="1" fill="hold">
                                          <p:stCondLst>
                                            <p:cond delay="174"/>
                                          </p:stCondLst>
                                        </p:cTn>
                                        <p:tgtEl>
                                          <p:spTgt spid="18"/>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175"/>
                                        <p:tgtEl>
                                          <p:spTgt spid="19"/>
                                        </p:tgtEl>
                                      </p:cBhvr>
                                    </p:animEffect>
                                    <p:set>
                                      <p:cBhvr>
                                        <p:cTn id="170" dur="1" fill="hold">
                                          <p:stCondLst>
                                            <p:cond delay="174"/>
                                          </p:stCondLst>
                                        </p:cTn>
                                        <p:tgtEl>
                                          <p:spTgt spid="19"/>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175"/>
                                        <p:tgtEl>
                                          <p:spTgt spid="20"/>
                                        </p:tgtEl>
                                      </p:cBhvr>
                                    </p:animEffect>
                                    <p:set>
                                      <p:cBhvr>
                                        <p:cTn id="173" dur="1" fill="hold">
                                          <p:stCondLst>
                                            <p:cond delay="174"/>
                                          </p:stCondLst>
                                        </p:cTn>
                                        <p:tgtEl>
                                          <p:spTgt spid="20"/>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175"/>
                                        <p:tgtEl>
                                          <p:spTgt spid="21"/>
                                        </p:tgtEl>
                                      </p:cBhvr>
                                    </p:animEffect>
                                    <p:set>
                                      <p:cBhvr>
                                        <p:cTn id="176" dur="1" fill="hold">
                                          <p:stCondLst>
                                            <p:cond delay="174"/>
                                          </p:stCondLst>
                                        </p:cTn>
                                        <p:tgtEl>
                                          <p:spTgt spid="21"/>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175"/>
                                        <p:tgtEl>
                                          <p:spTgt spid="22"/>
                                        </p:tgtEl>
                                      </p:cBhvr>
                                    </p:animEffect>
                                    <p:set>
                                      <p:cBhvr>
                                        <p:cTn id="179" dur="1" fill="hold">
                                          <p:stCondLst>
                                            <p:cond delay="174"/>
                                          </p:stCondLst>
                                        </p:cTn>
                                        <p:tgtEl>
                                          <p:spTgt spid="22"/>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175"/>
                                        <p:tgtEl>
                                          <p:spTgt spid="23"/>
                                        </p:tgtEl>
                                      </p:cBhvr>
                                    </p:animEffect>
                                    <p:set>
                                      <p:cBhvr>
                                        <p:cTn id="182" dur="1" fill="hold">
                                          <p:stCondLst>
                                            <p:cond delay="174"/>
                                          </p:stCondLst>
                                        </p:cTn>
                                        <p:tgtEl>
                                          <p:spTgt spid="23"/>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175"/>
                                        <p:tgtEl>
                                          <p:spTgt spid="24"/>
                                        </p:tgtEl>
                                      </p:cBhvr>
                                    </p:animEffect>
                                    <p:set>
                                      <p:cBhvr>
                                        <p:cTn id="185" dur="1" fill="hold">
                                          <p:stCondLst>
                                            <p:cond delay="174"/>
                                          </p:stCondLst>
                                        </p:cTn>
                                        <p:tgtEl>
                                          <p:spTgt spid="24"/>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175"/>
                                        <p:tgtEl>
                                          <p:spTgt spid="25"/>
                                        </p:tgtEl>
                                      </p:cBhvr>
                                    </p:animEffect>
                                    <p:set>
                                      <p:cBhvr>
                                        <p:cTn id="188" dur="1" fill="hold">
                                          <p:stCondLst>
                                            <p:cond delay="174"/>
                                          </p:stCondLst>
                                        </p:cTn>
                                        <p:tgtEl>
                                          <p:spTgt spid="25"/>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175"/>
                                        <p:tgtEl>
                                          <p:spTgt spid="26"/>
                                        </p:tgtEl>
                                      </p:cBhvr>
                                    </p:animEffect>
                                    <p:set>
                                      <p:cBhvr>
                                        <p:cTn id="191" dur="1" fill="hold">
                                          <p:stCondLst>
                                            <p:cond delay="174"/>
                                          </p:stCondLst>
                                        </p:cTn>
                                        <p:tgtEl>
                                          <p:spTgt spid="26"/>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175"/>
                                        <p:tgtEl>
                                          <p:spTgt spid="27"/>
                                        </p:tgtEl>
                                      </p:cBhvr>
                                    </p:animEffect>
                                    <p:set>
                                      <p:cBhvr>
                                        <p:cTn id="194" dur="1" fill="hold">
                                          <p:stCondLst>
                                            <p:cond delay="174"/>
                                          </p:stCondLst>
                                        </p:cTn>
                                        <p:tgtEl>
                                          <p:spTgt spid="27"/>
                                        </p:tgtEl>
                                        <p:attrNameLst>
                                          <p:attrName>style.visibility</p:attrName>
                                        </p:attrNameLst>
                                      </p:cBhvr>
                                      <p:to>
                                        <p:strVal val="hidden"/>
                                      </p:to>
                                    </p:set>
                                  </p:childTnLst>
                                </p:cTn>
                              </p:par>
                              <p:par>
                                <p:cTn id="195" presetID="10" presetClass="exit" presetSubtype="0" fill="hold" nodeType="withEffect">
                                  <p:stCondLst>
                                    <p:cond delay="0"/>
                                  </p:stCondLst>
                                  <p:childTnLst>
                                    <p:animEffect transition="out" filter="fade">
                                      <p:cBhvr>
                                        <p:cTn id="196" dur="175"/>
                                        <p:tgtEl>
                                          <p:spTgt spid="28"/>
                                        </p:tgtEl>
                                      </p:cBhvr>
                                    </p:animEffect>
                                    <p:set>
                                      <p:cBhvr>
                                        <p:cTn id="197" dur="1" fill="hold">
                                          <p:stCondLst>
                                            <p:cond delay="174"/>
                                          </p:stCondLst>
                                        </p:cTn>
                                        <p:tgtEl>
                                          <p:spTgt spid="28"/>
                                        </p:tgtEl>
                                        <p:attrNameLst>
                                          <p:attrName>style.visibility</p:attrName>
                                        </p:attrNameLst>
                                      </p:cBhvr>
                                      <p:to>
                                        <p:strVal val="hidden"/>
                                      </p:to>
                                    </p:set>
                                  </p:childTnLst>
                                </p:cTn>
                              </p:par>
                              <p:par>
                                <p:cTn id="198" presetID="10" presetClass="exit" presetSubtype="0" fill="hold" nodeType="withEffect">
                                  <p:stCondLst>
                                    <p:cond delay="0"/>
                                  </p:stCondLst>
                                  <p:childTnLst>
                                    <p:animEffect transition="out" filter="fade">
                                      <p:cBhvr>
                                        <p:cTn id="199" dur="175"/>
                                        <p:tgtEl>
                                          <p:spTgt spid="29"/>
                                        </p:tgtEl>
                                      </p:cBhvr>
                                    </p:animEffect>
                                    <p:set>
                                      <p:cBhvr>
                                        <p:cTn id="200" dur="1" fill="hold">
                                          <p:stCondLst>
                                            <p:cond delay="174"/>
                                          </p:stCondLst>
                                        </p:cTn>
                                        <p:tgtEl>
                                          <p:spTgt spid="29"/>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175"/>
                                        <p:tgtEl>
                                          <p:spTgt spid="30"/>
                                        </p:tgtEl>
                                      </p:cBhvr>
                                    </p:animEffect>
                                    <p:set>
                                      <p:cBhvr>
                                        <p:cTn id="203" dur="1" fill="hold">
                                          <p:stCondLst>
                                            <p:cond delay="174"/>
                                          </p:stCondLst>
                                        </p:cTn>
                                        <p:tgtEl>
                                          <p:spTgt spid="30"/>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175"/>
                                        <p:tgtEl>
                                          <p:spTgt spid="31"/>
                                        </p:tgtEl>
                                      </p:cBhvr>
                                    </p:animEffect>
                                    <p:set>
                                      <p:cBhvr>
                                        <p:cTn id="206" dur="1" fill="hold">
                                          <p:stCondLst>
                                            <p:cond delay="174"/>
                                          </p:stCondLst>
                                        </p:cTn>
                                        <p:tgtEl>
                                          <p:spTgt spid="31"/>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175"/>
                                        <p:tgtEl>
                                          <p:spTgt spid="32"/>
                                        </p:tgtEl>
                                      </p:cBhvr>
                                    </p:animEffect>
                                    <p:set>
                                      <p:cBhvr>
                                        <p:cTn id="209" dur="1" fill="hold">
                                          <p:stCondLst>
                                            <p:cond delay="174"/>
                                          </p:stCondLst>
                                        </p:cTn>
                                        <p:tgtEl>
                                          <p:spTgt spid="32"/>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175"/>
                                        <p:tgtEl>
                                          <p:spTgt spid="33"/>
                                        </p:tgtEl>
                                      </p:cBhvr>
                                    </p:animEffect>
                                    <p:set>
                                      <p:cBhvr>
                                        <p:cTn id="212" dur="1" fill="hold">
                                          <p:stCondLst>
                                            <p:cond delay="174"/>
                                          </p:stCondLst>
                                        </p:cTn>
                                        <p:tgtEl>
                                          <p:spTgt spid="33"/>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175"/>
                                        <p:tgtEl>
                                          <p:spTgt spid="34"/>
                                        </p:tgtEl>
                                      </p:cBhvr>
                                    </p:animEffect>
                                    <p:set>
                                      <p:cBhvr>
                                        <p:cTn id="215" dur="1" fill="hold">
                                          <p:stCondLst>
                                            <p:cond delay="174"/>
                                          </p:stCondLst>
                                        </p:cTn>
                                        <p:tgtEl>
                                          <p:spTgt spid="34"/>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175"/>
                                        <p:tgtEl>
                                          <p:spTgt spid="35"/>
                                        </p:tgtEl>
                                      </p:cBhvr>
                                    </p:animEffect>
                                    <p:set>
                                      <p:cBhvr>
                                        <p:cTn id="218" dur="1" fill="hold">
                                          <p:stCondLst>
                                            <p:cond delay="174"/>
                                          </p:stCondLst>
                                        </p:cTn>
                                        <p:tgtEl>
                                          <p:spTgt spid="35"/>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175"/>
                                        <p:tgtEl>
                                          <p:spTgt spid="36"/>
                                        </p:tgtEl>
                                      </p:cBhvr>
                                    </p:animEffect>
                                    <p:set>
                                      <p:cBhvr>
                                        <p:cTn id="221" dur="1" fill="hold">
                                          <p:stCondLst>
                                            <p:cond delay="174"/>
                                          </p:stCondLst>
                                        </p:cTn>
                                        <p:tgtEl>
                                          <p:spTgt spid="36"/>
                                        </p:tgtEl>
                                        <p:attrNameLst>
                                          <p:attrName>style.visibility</p:attrName>
                                        </p:attrNameLst>
                                      </p:cBhvr>
                                      <p:to>
                                        <p:strVal val="hidden"/>
                                      </p:to>
                                    </p:set>
                                  </p:childTnLst>
                                </p:cTn>
                              </p:par>
                              <p:par>
                                <p:cTn id="222" presetID="10" presetClass="exit" presetSubtype="0" fill="hold" nodeType="withEffect">
                                  <p:stCondLst>
                                    <p:cond delay="0"/>
                                  </p:stCondLst>
                                  <p:childTnLst>
                                    <p:animEffect transition="out" filter="fade">
                                      <p:cBhvr>
                                        <p:cTn id="223" dur="175"/>
                                        <p:tgtEl>
                                          <p:spTgt spid="37"/>
                                        </p:tgtEl>
                                      </p:cBhvr>
                                    </p:animEffect>
                                    <p:set>
                                      <p:cBhvr>
                                        <p:cTn id="224" dur="1" fill="hold">
                                          <p:stCondLst>
                                            <p:cond delay="174"/>
                                          </p:stCondLst>
                                        </p:cTn>
                                        <p:tgtEl>
                                          <p:spTgt spid="37"/>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175"/>
                                        <p:tgtEl>
                                          <p:spTgt spid="38"/>
                                        </p:tgtEl>
                                      </p:cBhvr>
                                    </p:animEffect>
                                    <p:set>
                                      <p:cBhvr>
                                        <p:cTn id="227" dur="1" fill="hold">
                                          <p:stCondLst>
                                            <p:cond delay="174"/>
                                          </p:stCondLst>
                                        </p:cTn>
                                        <p:tgtEl>
                                          <p:spTgt spid="38"/>
                                        </p:tgtEl>
                                        <p:attrNameLst>
                                          <p:attrName>style.visibility</p:attrName>
                                        </p:attrNameLst>
                                      </p:cBhvr>
                                      <p:to>
                                        <p:strVal val="hidden"/>
                                      </p:to>
                                    </p:set>
                                  </p:childTnLst>
                                </p:cTn>
                              </p:par>
                              <p:par>
                                <p:cTn id="228" presetID="10" presetClass="exit" presetSubtype="0" fill="hold" nodeType="withEffect">
                                  <p:stCondLst>
                                    <p:cond delay="0"/>
                                  </p:stCondLst>
                                  <p:childTnLst>
                                    <p:animEffect transition="out" filter="fade">
                                      <p:cBhvr>
                                        <p:cTn id="229" dur="175"/>
                                        <p:tgtEl>
                                          <p:spTgt spid="39"/>
                                        </p:tgtEl>
                                      </p:cBhvr>
                                    </p:animEffect>
                                    <p:set>
                                      <p:cBhvr>
                                        <p:cTn id="230" dur="1" fill="hold">
                                          <p:stCondLst>
                                            <p:cond delay="174"/>
                                          </p:stCondLst>
                                        </p:cTn>
                                        <p:tgtEl>
                                          <p:spTgt spid="39"/>
                                        </p:tgtEl>
                                        <p:attrNameLst>
                                          <p:attrName>style.visibility</p:attrName>
                                        </p:attrNameLst>
                                      </p:cBhvr>
                                      <p:to>
                                        <p:strVal val="hidden"/>
                                      </p:to>
                                    </p:set>
                                  </p:childTnLst>
                                </p:cTn>
                              </p:par>
                              <p:par>
                                <p:cTn id="231" presetID="10" presetClass="entr" presetSubtype="0" fill="hold" nodeType="withEffect">
                                  <p:stCondLst>
                                    <p:cond delay="225"/>
                                  </p:stCondLst>
                                  <p:childTnLst>
                                    <p:set>
                                      <p:cBhvr>
                                        <p:cTn id="232" dur="1" fill="hold">
                                          <p:stCondLst>
                                            <p:cond delay="0"/>
                                          </p:stCondLst>
                                        </p:cTn>
                                        <p:tgtEl>
                                          <p:spTgt spid="40"/>
                                        </p:tgtEl>
                                        <p:attrNameLst>
                                          <p:attrName>style.visibility</p:attrName>
                                        </p:attrNameLst>
                                      </p:cBhvr>
                                      <p:to>
                                        <p:strVal val="visible"/>
                                      </p:to>
                                    </p:set>
                                    <p:animEffect transition="in" filter="fade">
                                      <p:cBhvr>
                                        <p:cTn id="233" dur="225"/>
                                        <p:tgtEl>
                                          <p:spTgt spid="40"/>
                                        </p:tgtEl>
                                      </p:cBhvr>
                                    </p:animEffect>
                                  </p:childTnLst>
                                </p:cTn>
                              </p:par>
                              <p:par>
                                <p:cTn id="234" presetID="53" presetClass="entr" presetSubtype="16" fill="hold" nodeType="withEffect">
                                  <p:stCondLst>
                                    <p:cond delay="260"/>
                                  </p:stCondLst>
                                  <p:childTnLst>
                                    <p:set>
                                      <p:cBhvr>
                                        <p:cTn id="235" dur="1" fill="hold">
                                          <p:stCondLst>
                                            <p:cond delay="0"/>
                                          </p:stCondLst>
                                        </p:cTn>
                                        <p:tgtEl>
                                          <p:spTgt spid="41"/>
                                        </p:tgtEl>
                                        <p:attrNameLst>
                                          <p:attrName>style.visibility</p:attrName>
                                        </p:attrNameLst>
                                      </p:cBhvr>
                                      <p:to>
                                        <p:strVal val="visible"/>
                                      </p:to>
                                    </p:set>
                                    <p:anim calcmode="lin" valueType="num">
                                      <p:cBhvr>
                                        <p:cTn id="236" dur="300" fill="hold"/>
                                        <p:tgtEl>
                                          <p:spTgt spid="41"/>
                                        </p:tgtEl>
                                        <p:attrNameLst>
                                          <p:attrName>ppt_w</p:attrName>
                                        </p:attrNameLst>
                                      </p:cBhvr>
                                      <p:tavLst>
                                        <p:tav tm="0">
                                          <p:val>
                                            <p:fltVal val="0"/>
                                          </p:val>
                                        </p:tav>
                                        <p:tav tm="100000">
                                          <p:val>
                                            <p:strVal val="#ppt_w"/>
                                          </p:val>
                                        </p:tav>
                                      </p:tavLst>
                                    </p:anim>
                                    <p:anim calcmode="lin" valueType="num">
                                      <p:cBhvr>
                                        <p:cTn id="237" dur="300" fill="hold"/>
                                        <p:tgtEl>
                                          <p:spTgt spid="41"/>
                                        </p:tgtEl>
                                        <p:attrNameLst>
                                          <p:attrName>ppt_h</p:attrName>
                                        </p:attrNameLst>
                                      </p:cBhvr>
                                      <p:tavLst>
                                        <p:tav tm="0">
                                          <p:val>
                                            <p:fltVal val="0"/>
                                          </p:val>
                                        </p:tav>
                                        <p:tav tm="100000">
                                          <p:val>
                                            <p:strVal val="#ppt_h"/>
                                          </p:val>
                                        </p:tav>
                                      </p:tavLst>
                                    </p:anim>
                                    <p:animEffect transition="in" filter="fade">
                                      <p:cBhvr>
                                        <p:cTn id="238" dur="300"/>
                                        <p:tgtEl>
                                          <p:spTgt spid="41"/>
                                        </p:tgtEl>
                                      </p:cBhvr>
                                    </p:animEffect>
                                  </p:childTnLst>
                                </p:cTn>
                              </p:par>
                              <p:par>
                                <p:cTn id="239" presetID="22" presetClass="entr" presetSubtype="8" fill="hold" nodeType="withEffect">
                                  <p:stCondLst>
                                    <p:cond delay="295"/>
                                  </p:stCondLst>
                                  <p:childTnLst>
                                    <p:set>
                                      <p:cBhvr>
                                        <p:cTn id="240" dur="1" fill="hold">
                                          <p:stCondLst>
                                            <p:cond delay="0"/>
                                          </p:stCondLst>
                                        </p:cTn>
                                        <p:tgtEl>
                                          <p:spTgt spid="42"/>
                                        </p:tgtEl>
                                        <p:attrNameLst>
                                          <p:attrName>style.visibility</p:attrName>
                                        </p:attrNameLst>
                                      </p:cBhvr>
                                      <p:to>
                                        <p:strVal val="visible"/>
                                      </p:to>
                                    </p:set>
                                    <p:animEffect transition="in" filter="wipe(left)">
                                      <p:cBhvr>
                                        <p:cTn id="241" dur="250"/>
                                        <p:tgtEl>
                                          <p:spTgt spid="42"/>
                                        </p:tgtEl>
                                      </p:cBhvr>
                                    </p:animEffect>
                                  </p:childTnLst>
                                </p:cTn>
                              </p:par>
                              <p:par>
                                <p:cTn id="242" presetID="10" presetClass="entr" presetSubtype="0" fill="hold" nodeType="withEffect">
                                  <p:stCondLst>
                                    <p:cond delay="290"/>
                                  </p:stCondLst>
                                  <p:childTnLst>
                                    <p:set>
                                      <p:cBhvr>
                                        <p:cTn id="243" dur="1" fill="hold">
                                          <p:stCondLst>
                                            <p:cond delay="0"/>
                                          </p:stCondLst>
                                        </p:cTn>
                                        <p:tgtEl>
                                          <p:spTgt spid="43"/>
                                        </p:tgtEl>
                                        <p:attrNameLst>
                                          <p:attrName>style.visibility</p:attrName>
                                        </p:attrNameLst>
                                      </p:cBhvr>
                                      <p:to>
                                        <p:strVal val="visible"/>
                                      </p:to>
                                    </p:set>
                                    <p:animEffect transition="in" filter="fade">
                                      <p:cBhvr>
                                        <p:cTn id="244" dur="225"/>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SM-24 pierde sensibilidad justo en las bajas frecuencias</a:t>
            </a:r>
            <a:endParaRPr lang="en-US" sz="2200" dirty="0"/>
          </a:p>
        </p:txBody>
      </p:sp>
      <p:sp>
        <p:nvSpPr>
          <p:cNvPr id="3" name="Obj [o41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SM-24 es un geófono vertical pasivo de bobina móvil, y su amortiguamiento depende de la carga</a:t>
            </a:r>
            <a:endParaRPr lang="en-US" sz="1400" dirty="0"/>
          </a:p>
        </p:txBody>
      </p:sp>
      <p:pic>
        <p:nvPicPr>
          <p:cNvPr id="4" name="Obj [o416]" descr="Foto del geófono SM-24 con carcasa amarilla y punta">    </p:cNvPr>
          <p:cNvPicPr>
            <a:picLocks noChangeAspect="1"/>
          </p:cNvPicPr>
          <p:nvPr/>
        </p:nvPicPr>
        <p:blipFill>
          <a:blip r:embed="rId1"/>
          <a:stretch>
            <a:fillRect/>
          </a:stretch>
        </p:blipFill>
        <p:spPr>
          <a:xfrm>
            <a:off x="966136" y="1641589"/>
            <a:ext cx="1482411" cy="1482411"/>
          </a:xfrm>
          <a:prstGeom prst="rect">
            <a:avLst/>
          </a:prstGeom>
        </p:spPr>
      </p:pic>
      <p:pic>
        <p:nvPicPr>
          <p:cNvPr id="5" name="Obj [o417]" descr="Corte interno de un geófono de bobina móvil: carcasa, resortes, imán y bobinas">    </p:cNvPr>
          <p:cNvPicPr>
            <a:picLocks noChangeAspect="1"/>
          </p:cNvPicPr>
          <p:nvPr/>
        </p:nvPicPr>
        <p:blipFill>
          <a:blip r:embed="rId2"/>
          <a:stretch>
            <a:fillRect/>
          </a:stretch>
        </p:blipFill>
        <p:spPr>
          <a:xfrm>
            <a:off x="2528677" y="1641589"/>
            <a:ext cx="1963193" cy="1482938"/>
          </a:xfrm>
          <a:prstGeom prst="rect">
            <a:avLst/>
          </a:prstGeom>
        </p:spPr>
      </p:pic>
      <p:sp>
        <p:nvSpPr>
          <p:cNvPr id="6" name="Obj [o418]"/>
          <p:cNvSpPr txBox="1"/>
          <p:nvPr/>
        </p:nvSpPr>
        <p:spPr>
          <a:xfrm>
            <a:off x="4732261" y="1641589"/>
            <a:ext cx="3445604" cy="1682737"/>
          </a:xfrm>
          <a:prstGeom prst="rect">
            <a:avLst/>
          </a:prstGeom>
          <a:noFill/>
          <a:ln/>
        </p:spPr>
        <p:txBody>
          <a:bodyPr wrap="square" lIns="0" tIns="0" rIns="0" bIns="0" rtlCol="0" anchor="t"/>
          <a:lstStyle/>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Mide el movimiento vertical del suelo</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Frecuencia natural: 10 Hz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Sensibilidad: 28,8 V·s/m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0,25</m:t>
                    </m:r>
                  </m:oMath>
                </a14:m>
              </mc:Choice>
              <mc:Fallback>
                <a:r>
                  <a:rPr lang="en-US" sz="1260" dirty="0">
                    <a:solidFill>
                      <a:srgbClr val="2D2D2D"/>
                    </a:solidFill>
                    <a:latin typeface="Arial" pitchFamily="34" charset="0"/>
                    <a:ea typeface="Arial" pitchFamily="34" charset="-122"/>
                    <a:cs typeface="Arial" pitchFamily="34" charset="-120"/>
                  </a:rPr>
                  <a:t>ζ ≈ 0,25</a:t>
                </a:r>
              </mc:Fallback>
            </mc:AlternateContent>
            <a:r>
              <a:rPr lang="en-US" sz="126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0,60</m:t>
                    </m:r>
                  </m:oMath>
                </a14:m>
              </mc:Choice>
              <mc:Fallback>
                <a:r>
                  <a:rPr lang="en-US" sz="1260" dirty="0">
                    <a:solidFill>
                      <a:srgbClr val="2D2D2D"/>
                    </a:solidFill>
                    <a:latin typeface="Arial" pitchFamily="34" charset="0"/>
                    <a:ea typeface="Arial" pitchFamily="34" charset="-122"/>
                    <a:cs typeface="Arial" pitchFamily="34" charset="-120"/>
                  </a:rPr>
                  <a:t>ζ = 0,60</a:t>
                </a:r>
              </mc:Fallback>
            </mc:AlternateContent>
            <a:endParaRPr lang="en-US" sz="1260" dirty="0"/>
          </a:p>
        </p:txBody>
      </p:sp>
      <p:sp>
        <p:nvSpPr>
          <p:cNvPr id="9" name="Obj [o419]"/>
          <p:cNvSpPr/>
          <p:nvPr/>
        </p:nvSpPr>
        <p:spPr>
          <a:xfrm>
            <a:off x="966136" y="3364390"/>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0" name="Obj [o420]"/>
              <p:cNvSpPr txBox="1"/>
              <p:nvPr/>
            </p:nvSpPr>
            <p:spPr>
              <a:xfrm>
                <a:off x="966136" y="3364390"/>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000" i="1">
                          <a:solidFill>
                            <a:srgbClr val="1F4E79"/>
                          </a:solidFill>
                          <a:latin typeface="Cambria Math" panose="02040503050406030204" pitchFamily="18" charset="0"/>
                        </a:rPr>
                        <m:t xml:space="preserve">ζ=</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c</m:t>
                          </m:r>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den>
                      </m:f>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G</m:t>
                                  </m:r>
                                </m:e>
                                <m:sub>
                                  <m:r>
                                    <a:rPr lang="es-ES" sz="2000" i="1">
                                      <a:solidFill>
                                        <a:srgbClr val="1F4E79"/>
                                      </a:solidFill>
                                      <a:latin typeface="Cambria Math" panose="02040503050406030204" pitchFamily="18" charset="0"/>
                                    </a:rPr>
                                    <m:t xml:space="preserve">0</m:t>
                                  </m:r>
                                </m:sub>
                              </m:sSub>
                            </m:e>
                            <m:sup>
                              <m:r>
                                <a:rPr lang="es-ES" sz="2000" i="1">
                                  <a:solidFill>
                                    <a:srgbClr val="1F4E79"/>
                                  </a:solidFill>
                                  <a:latin typeface="Cambria Math" panose="02040503050406030204" pitchFamily="18" charset="0"/>
                                </a:rPr>
                                <m:t xml:space="preserve">2</m:t>
                              </m:r>
                            </m:sup>
                          </m:sSup>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i</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L</m:t>
                              </m:r>
                            </m:sub>
                          </m:sSub>
                          <m:r>
                            <a:rPr lang="es-ES" sz="2000" i="1">
                              <a:solidFill>
                                <a:srgbClr val="1F4E79"/>
                              </a:solidFill>
                              <a:latin typeface="Cambria Math" panose="02040503050406030204" pitchFamily="18" charset="0"/>
                            </a:rPr>
                            <m:t xml:space="preserve">)</m:t>
                          </m:r>
                        </m:den>
                      </m:f>
                    </m:oMath>
                  </m:oMathPara>
                </a14:m>
                <a:endParaRPr lang="es-ES"/>
              </a:p>
            </p:txBody>
          </p:sp>
        </mc:Choice>
        <mc:Fallback>
          <p:sp>
            <p:nvSpPr>
              <p:cNvPr id="10" name="Obj [o420]"/>
              <p:cNvSpPr txBox="1"/>
              <p:nvPr/>
            </p:nvSpPr>
            <p:spPr>
              <a:xfrm>
                <a:off x="966136" y="3364390"/>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c/(2mωn) + G0²/(2mωn(Ri + RL))</a:t>
                </a:r>
                <a:endParaRPr lang="en-US" sz="2159" dirty="0"/>
              </a:p>
            </p:txBody>
          </p:sp>
        </mc:Fallback>
      </mc:AlternateContent>
      <p:sp>
        <p:nvSpPr>
          <p:cNvPr id="11" name="Obj [o421]"/>
          <p:cNvSpPr txBox="1"/>
          <p:nvPr/>
        </p:nvSpPr>
        <p:spPr>
          <a:xfrm>
            <a:off x="966136" y="4125628"/>
            <a:ext cx="7211728" cy="360586"/>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170" i="1">
                        <a:solidFill>
                          <a:srgbClr val="6B6B6B"/>
                        </a:solidFill>
                        <a:latin typeface="Cambria Math" panose="02040503050406030204" pitchFamily="18" charset="0"/>
                      </a:rPr>
                      <m:t xml:space="preserve">ζ</m:t>
                    </m:r>
                  </m:oMath>
                </a14:m>
              </mc:Choice>
              <mc:Fallback>
                <a:r>
                  <a:rPr lang="en-US" sz="1170" dirty="0">
                    <a:solidFill>
                      <a:srgbClr val="6B6B6B"/>
                    </a:solidFill>
                    <a:latin typeface="Arial" pitchFamily="34" charset="0"/>
                    <a:ea typeface="Arial" pitchFamily="34" charset="-122"/>
                    <a:cs typeface="Arial" pitchFamily="34" charset="-120"/>
                  </a:rPr>
                  <a:t>ζ</a:t>
                </a:r>
              </mc:Fallback>
            </mc:AlternateContent>
            <a:r>
              <a:rPr lang="en-US" sz="117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i</m:t>
                        </m:r>
                      </m:sub>
                    </m:sSub>
                  </m:oMath>
                </a14:m>
              </mc:Choice>
              <mc:Fallback>
                <a:r>
                  <a:rPr lang="en-US" sz="1170" dirty="0">
                    <a:solidFill>
                      <a:srgbClr val="6B6B6B"/>
                    </a:solidFill>
                    <a:latin typeface="Arial" pitchFamily="34" charset="0"/>
                    <a:ea typeface="Arial" pitchFamily="34" charset="-122"/>
                    <a:cs typeface="Arial" pitchFamily="34" charset="-120"/>
                  </a:rPr>
                  <a:t>Ri</a:t>
                </a:r>
              </mc:Fallback>
            </mc:AlternateContent>
            <a:r>
              <a:rPr lang="en-US" sz="117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L</m:t>
                        </m:r>
                      </m:sub>
                    </m:sSub>
                  </m:oMath>
                </a14:m>
              </mc:Choice>
              <mc:Fallback>
                <a:r>
                  <a:rPr lang="en-US" sz="1170" dirty="0">
                    <a:solidFill>
                      <a:srgbClr val="6B6B6B"/>
                    </a:solidFill>
                    <a:latin typeface="Arial" pitchFamily="34" charset="0"/>
                    <a:ea typeface="Arial" pitchFamily="34" charset="-122"/>
                    <a:cs typeface="Arial" pitchFamily="34" charset="-120"/>
                  </a:rPr>
                  <a:t>RL</a:t>
                </a:r>
              </mc:Fallback>
            </mc:AlternateContent>
            <a:r>
              <a:rPr lang="en-US" sz="1170" dirty="0">
                <a:solidFill>
                  <a:srgbClr val="6B6B6B"/>
                </a:solidFill>
                <a:latin typeface="Arial" pitchFamily="34" charset="0"/>
                <a:ea typeface="Arial" pitchFamily="34" charset="-122"/>
                <a:cs typeface="Arial" pitchFamily="34" charset="-120"/>
              </a:rPr>
              <a:t>: carga del frente analógico, que también amortigua al sensor.</a:t>
            </a:r>
            <a:endParaRPr lang="en-US" sz="1170" dirty="0"/>
          </a:p>
        </p:txBody>
      </p:sp>
      <p:sp>
        <p:nvSpPr>
          <p:cNvPr id="15" name="Obj [o42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Sensor Nederland B.V. (2006), hoja de datos SM-24; resumen firmado, sec. 4.2, ec. (8). Corte: Breslin (2020), crédito DESY, original sin verificar.</a:t>
            </a:r>
            <a:endParaRPr lang="en-US" sz="800" dirty="0"/>
          </a:p>
        </p:txBody>
      </p:sp>
      <p:sp>
        <p:nvSpPr>
          <p:cNvPr id="16" name="Obj [o42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masa suspendida se mueve respecto de la carcasa, y ese movimiento relativo genera la tensión</a:t>
            </a:r>
            <a:endParaRPr lang="en-US" sz="1400" dirty="0"/>
          </a:p>
        </p:txBody>
      </p:sp>
      <p:sp>
        <p:nvSpPr>
          <p:cNvPr id="17" name="Obj [o424]"/>
          <p:cNvSpPr/>
          <p:nvPr/>
        </p:nvSpPr>
        <p:spPr>
          <a:xfrm>
            <a:off x="441794" y="1671414"/>
            <a:ext cx="2281030"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425]"/>
              <p:cNvSpPr txBox="1"/>
              <p:nvPr/>
            </p:nvSpPr>
            <p:spPr>
              <a:xfrm>
                <a:off x="441794" y="1671414"/>
                <a:ext cx="2281030"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18" name="Obj [o425]"/>
              <p:cNvSpPr txBox="1"/>
              <p:nvPr/>
            </p:nvSpPr>
            <p:spPr>
              <a:xfrm>
                <a:off x="441794" y="1671414"/>
                <a:ext cx="2281030"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xm − xg</a:t>
                </a:r>
                <a:endParaRPr lang="en-US" sz="2071" dirty="0"/>
              </a:p>
            </p:txBody>
          </p:sp>
        </mc:Fallback>
      </mc:AlternateContent>
      <p:sp>
        <p:nvSpPr>
          <p:cNvPr id="19" name="Obj [o426]"/>
          <p:cNvSpPr/>
          <p:nvPr/>
        </p:nvSpPr>
        <p:spPr>
          <a:xfrm>
            <a:off x="2874893" y="1671414"/>
            <a:ext cx="4409992"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0" name="Obj [o427]"/>
              <p:cNvSpPr txBox="1"/>
              <p:nvPr/>
            </p:nvSpPr>
            <p:spPr>
              <a:xfrm>
                <a:off x="2874893" y="1671414"/>
                <a:ext cx="4409992"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m</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+c</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+ku=−m</m:t>
                      </m:r>
                      <m:sSub>
                        <m:sSubPr>
                          <m:ctrlPr>
                            <a:rPr lang="es-ES" sz="2100" i="1">
                              <a:latin typeface="Cambria Math" panose="02040503050406030204" pitchFamily="18" charset="0"/>
                            </a:rPr>
                          </m:ctrlPr>
                        </m:sSubPr>
                        <m:e>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x</m:t>
                              </m:r>
                            </m:e>
                          </m:acc>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20" name="Obj [o427]"/>
              <p:cNvSpPr txBox="1"/>
              <p:nvPr/>
            </p:nvSpPr>
            <p:spPr>
              <a:xfrm>
                <a:off x="2874893" y="1671414"/>
                <a:ext cx="4409992"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m ü + c u̇ + k u = −m ẍg</a:t>
                </a:r>
                <a:endParaRPr lang="en-US" sz="2071" dirty="0"/>
              </a:p>
            </p:txBody>
          </p:sp>
        </mc:Fallback>
      </mc:AlternateContent>
      <p:sp>
        <p:nvSpPr>
          <p:cNvPr id="21" name="Obj [o428]"/>
          <p:cNvSpPr txBox="1"/>
          <p:nvPr/>
        </p:nvSpPr>
        <p:spPr>
          <a:xfrm>
            <a:off x="441794" y="2469775"/>
            <a:ext cx="6843091" cy="1140515"/>
          </a:xfrm>
          <a:prstGeom prst="rect">
            <a:avLst/>
          </a:prstGeom>
          <a:noFill/>
          <a:ln/>
        </p:spPr>
        <p:txBody>
          <a:bodyPr wrap="square" lIns="0" tIns="0" rIns="0" bIns="0" rtlCol="0" anchor="t"/>
          <a:lstStyle/>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380" dirty="0"/>
          </a:p>
        </p:txBody>
      </p:sp>
      <p:sp>
        <p:nvSpPr>
          <p:cNvPr id="22" name="Obj [o429]"/>
          <p:cNvSpPr/>
          <p:nvPr/>
        </p:nvSpPr>
        <p:spPr>
          <a:xfrm>
            <a:off x="2342653" y="3686324"/>
            <a:ext cx="3041374" cy="57025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3" name="Obj [o430]"/>
              <p:cNvSpPr txBox="1"/>
              <p:nvPr/>
            </p:nvSpPr>
            <p:spPr>
              <a:xfrm>
                <a:off x="2342653" y="3686324"/>
                <a:ext cx="3041374" cy="57025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m:rPr>
                              <m:sty m:val="p"/>
                            </m:rPr>
                            <a:rPr lang="es-ES" sz="2100">
                              <a:solidFill>
                                <a:srgbClr val="1F4E79"/>
                              </a:solidFill>
                              <a:latin typeface="Cambria Math" panose="02040503050406030204" pitchFamily="18" charset="0"/>
                            </a:rPr>
                            <m:t xml:space="preserve">o</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oMath>
                  </m:oMathPara>
                </a14:m>
                <a:endParaRPr lang="es-ES"/>
              </a:p>
            </p:txBody>
          </p:sp>
        </mc:Choice>
        <mc:Fallback>
          <p:sp>
            <p:nvSpPr>
              <p:cNvPr id="23" name="Obj [o430]"/>
              <p:cNvSpPr txBox="1"/>
              <p:nvPr/>
            </p:nvSpPr>
            <p:spPr>
              <a:xfrm>
                <a:off x="2342653" y="3686324"/>
                <a:ext cx="3041374" cy="57025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Vo = G0 u̇</a:t>
                </a:r>
                <a:endParaRPr lang="en-US" sz="2071" dirty="0"/>
              </a:p>
            </p:txBody>
          </p:sp>
        </mc:Fallback>
      </mc:AlternateContent>
      <p:sp>
        <p:nvSpPr>
          <p:cNvPr id="24" name="Obj [o43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ec. (7)–(9).</a:t>
            </a:r>
            <a:endParaRPr lang="en-US" sz="800" dirty="0"/>
          </a:p>
        </p:txBody>
      </p:sp>
      <p:sp>
        <p:nvSpPr>
          <p:cNvPr id="25" name="Obj [o43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su frecuencia natural, la tensión del SM-24 cae rápido: a 1 Hz, unos 40 dB</a:t>
            </a:r>
            <a:endParaRPr lang="en-US" sz="1400" dirty="0"/>
          </a:p>
        </p:txBody>
      </p:sp>
      <p:pic>
        <p:nvPicPr>
          <p:cNvPr id="26" name="Obj [o433]" descr="Respuesta nominal del SM-24 referida a velocidad y a aceleración del terreno, con frecuencia natural de 10 Hz">    </p:cNvPr>
          <p:cNvPicPr>
            <a:picLocks noChangeAspect="1"/>
          </p:cNvPicPr>
          <p:nvPr/>
        </p:nvPicPr>
        <p:blipFill>
          <a:blip r:embed="rId3"/>
          <a:stretch>
            <a:fillRect/>
          </a:stretch>
        </p:blipFill>
        <p:spPr>
          <a:xfrm>
            <a:off x="1050069" y="1557362"/>
            <a:ext cx="5626542" cy="2053990"/>
          </a:xfrm>
          <a:prstGeom prst="rect">
            <a:avLst/>
          </a:prstGeom>
        </p:spPr>
      </p:pic>
      <p:sp>
        <p:nvSpPr>
          <p:cNvPr id="27" name="Obj [o434]"/>
          <p:cNvSpPr/>
          <p:nvPr/>
        </p:nvSpPr>
        <p:spPr>
          <a:xfrm>
            <a:off x="1734378" y="3686324"/>
            <a:ext cx="4257923"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8" name="Obj [o435]"/>
              <p:cNvSpPr txBox="1"/>
              <p:nvPr/>
            </p:nvSpPr>
            <p:spPr>
              <a:xfrm>
                <a:off x="1734378" y="3686324"/>
                <a:ext cx="4257923"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H</m:t>
                          </m:r>
                        </m:e>
                        <m:sub>
                          <m:r>
                            <a:rPr lang="es-ES" sz="2100" i="1">
                              <a:solidFill>
                                <a:srgbClr val="1F4E79"/>
                              </a:solidFill>
                              <a:latin typeface="Cambria Math" panose="02040503050406030204" pitchFamily="18" charset="0"/>
                            </a:rPr>
                            <m:t xml:space="preserve">a</m:t>
                          </m:r>
                        </m:sub>
                      </m:sSub>
                      <m:r>
                        <a:rPr lang="es-ES" sz="2100" i="1">
                          <a:solidFill>
                            <a:srgbClr val="1F4E79"/>
                          </a:solidFill>
                          <a:latin typeface="Cambria Math" panose="02040503050406030204" pitchFamily="18" charset="0"/>
                        </a:rPr>
                        <m:t xml:space="preserve">(s)=−</m:t>
                      </m:r>
                      <m:f>
                        <m:fPr>
                          <m:ctrlPr>
                            <a:rPr lang="es-ES" sz="2100" i="1">
                              <a:latin typeface="Cambria Math" panose="02040503050406030204" pitchFamily="18" charset="0"/>
                            </a:rPr>
                          </m:ctrlPr>
                        </m:fPr>
                        <m:num>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r>
                            <a:rPr lang="es-ES" sz="2100" i="1">
                              <a:solidFill>
                                <a:srgbClr val="1F4E79"/>
                              </a:solidFill>
                              <a:latin typeface="Cambria Math" panose="02040503050406030204" pitchFamily="18" charset="0"/>
                            </a:rPr>
                            <m:t xml:space="preserve">s</m:t>
                          </m:r>
                        </m:num>
                        <m:den>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s</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+2ζ</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s+</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e>
                            <m:sup>
                              <m:r>
                                <a:rPr lang="es-ES" sz="2100" i="1">
                                  <a:solidFill>
                                    <a:srgbClr val="1F4E79"/>
                                  </a:solidFill>
                                  <a:latin typeface="Cambria Math" panose="02040503050406030204" pitchFamily="18" charset="0"/>
                                </a:rPr>
                                <m:t xml:space="preserve">2</m:t>
                              </m:r>
                            </m:sup>
                          </m:sSup>
                        </m:den>
                      </m:f>
                    </m:oMath>
                  </m:oMathPara>
                </a14:m>
                <a:endParaRPr lang="es-ES"/>
              </a:p>
            </p:txBody>
          </p:sp>
        </mc:Choice>
        <mc:Fallback>
          <p:sp>
            <p:nvSpPr>
              <p:cNvPr id="28" name="Obj [o435]"/>
              <p:cNvSpPr txBox="1"/>
              <p:nvPr/>
            </p:nvSpPr>
            <p:spPr>
              <a:xfrm>
                <a:off x="1734378" y="3686324"/>
                <a:ext cx="4257923"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Ha(s) = −G0·s / (s² + 2ζωn·s + ωn²)</a:t>
                </a:r>
                <a:endParaRPr lang="en-US" sz="2071" dirty="0"/>
              </a:p>
            </p:txBody>
          </p:sp>
        </mc:Fallback>
      </mc:AlternateContent>
      <p:sp>
        <p:nvSpPr>
          <p:cNvPr id="29" name="Obj [o43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propio a partir de Sensor Nederland B.V. (2006), circuito abierto; resumen firmado, fig. 4 y ec. (9).</a:t>
            </a:r>
            <a:endParaRPr lang="en-US" sz="800" dirty="0"/>
          </a:p>
        </p:txBody>
      </p:sp>
      <p:sp>
        <p:nvSpPr>
          <p:cNvPr id="30" name="Obj [o43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pérdida cae justo en las bajas frecuencias, que son las que llegan más profundo</a:t>
            </a:r>
            <a:endParaRPr lang="en-US" sz="1400" dirty="0"/>
          </a:p>
        </p:txBody>
      </p:sp>
      <p:sp>
        <p:nvSpPr>
          <p:cNvPr id="31" name="Obj [o438]"/>
          <p:cNvSpPr/>
          <p:nvPr/>
        </p:nvSpPr>
        <p:spPr>
          <a:xfrm>
            <a:off x="441794" y="1671414"/>
            <a:ext cx="1672756" cy="418189"/>
          </a:xfrm>
          <a:prstGeom prst="rect">
            <a:avLst/>
          </a:prstGeom>
          <a:solidFill>
            <a:srgbClr val="6B6B6B"/>
          </a:solidFill>
          <a:ln w="6350">
            <a:solidFill>
              <a:srgbClr val="6B6B6B"/>
            </a:solidFill>
            <a:prstDash val="solid"/>
          </a:ln>
        </p:spPr>
      </p:sp>
      <p:sp>
        <p:nvSpPr>
          <p:cNvPr id="32" name="Obj [o439]"/>
          <p:cNvSpPr txBox="1"/>
          <p:nvPr/>
        </p:nvSpPr>
        <p:spPr>
          <a:xfrm>
            <a:off x="441794"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Geófono de 4,5 Hz</a:t>
            </a:r>
            <a:endParaRPr lang="en-US" sz="1380" dirty="0"/>
          </a:p>
        </p:txBody>
      </p:sp>
      <p:sp>
        <p:nvSpPr>
          <p:cNvPr id="33" name="Obj [o440]"/>
          <p:cNvSpPr/>
          <p:nvPr/>
        </p:nvSpPr>
        <p:spPr>
          <a:xfrm>
            <a:off x="441794" y="2089603"/>
            <a:ext cx="1672756" cy="912412"/>
          </a:xfrm>
          <a:prstGeom prst="rect">
            <a:avLst/>
          </a:prstGeom>
          <a:solidFill>
            <a:srgbClr val="FFFFFF"/>
          </a:solidFill>
          <a:ln w="15840">
            <a:solidFill>
              <a:srgbClr val="6B6B6B"/>
            </a:solidFill>
            <a:prstDash val="solid"/>
          </a:ln>
        </p:spPr>
      </p:sp>
      <p:sp>
        <p:nvSpPr>
          <p:cNvPr id="34" name="Obj [o441]"/>
          <p:cNvSpPr txBox="1"/>
          <p:nvPr/>
        </p:nvSpPr>
        <p:spPr>
          <a:xfrm>
            <a:off x="517829"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92 a 154 USD por canal</a:t>
            </a:r>
            <a:endParaRPr lang="en-US" sz="1553" dirty="0"/>
          </a:p>
        </p:txBody>
      </p:sp>
      <p:sp>
        <p:nvSpPr>
          <p:cNvPr id="35" name="Obj [o442]"/>
          <p:cNvSpPr/>
          <p:nvPr/>
        </p:nvSpPr>
        <p:spPr>
          <a:xfrm>
            <a:off x="2228602" y="1671414"/>
            <a:ext cx="1672756" cy="418189"/>
          </a:xfrm>
          <a:prstGeom prst="rect">
            <a:avLst/>
          </a:prstGeom>
          <a:solidFill>
            <a:srgbClr val="1F4E79"/>
          </a:solidFill>
          <a:ln w="6350">
            <a:solidFill>
              <a:srgbClr val="1F4E79"/>
            </a:solidFill>
            <a:prstDash val="solid"/>
          </a:ln>
        </p:spPr>
      </p:sp>
      <p:sp>
        <p:nvSpPr>
          <p:cNvPr id="36" name="Obj [o443]"/>
          <p:cNvSpPr txBox="1"/>
          <p:nvPr/>
        </p:nvSpPr>
        <p:spPr>
          <a:xfrm>
            <a:off x="2228602"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SM-24 de 10 Hz</a:t>
            </a:r>
            <a:endParaRPr lang="en-US" sz="1380" dirty="0"/>
          </a:p>
        </p:txBody>
      </p:sp>
      <p:sp>
        <p:nvSpPr>
          <p:cNvPr id="37" name="Obj [o444]"/>
          <p:cNvSpPr/>
          <p:nvPr/>
        </p:nvSpPr>
        <p:spPr>
          <a:xfrm>
            <a:off x="2228602" y="2089603"/>
            <a:ext cx="1672756" cy="912412"/>
          </a:xfrm>
          <a:prstGeom prst="rect">
            <a:avLst/>
          </a:prstGeom>
          <a:solidFill>
            <a:srgbClr val="FFFFFF"/>
          </a:solidFill>
          <a:ln w="15840">
            <a:solidFill>
              <a:srgbClr val="1F4E79"/>
            </a:solidFill>
            <a:prstDash val="solid"/>
          </a:ln>
        </p:spPr>
      </p:sp>
      <p:sp>
        <p:nvSpPr>
          <p:cNvPr id="38" name="Obj [o445]"/>
          <p:cNvSpPr txBox="1"/>
          <p:nvPr/>
        </p:nvSpPr>
        <p:spPr>
          <a:xfrm>
            <a:off x="2304636"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unos 70 USD por canal</a:t>
            </a:r>
            <a:endParaRPr lang="en-US" sz="1553" dirty="0"/>
          </a:p>
        </p:txBody>
      </p:sp>
      <p:sp>
        <p:nvSpPr>
          <p:cNvPr id="39" name="Obj [o446]"/>
          <p:cNvSpPr txBox="1"/>
          <p:nvPr/>
        </p:nvSpPr>
        <p:spPr>
          <a:xfrm>
            <a:off x="4091443" y="1671414"/>
            <a:ext cx="319344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Menor frecuencia: mayor longitud de onda y mayor profundidad</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553" dirty="0"/>
          </a:p>
        </p:txBody>
      </p:sp>
      <p:sp>
        <p:nvSpPr>
          <p:cNvPr id="40" name="Obj [o447]"/>
          <p:cNvSpPr txBox="1"/>
          <p:nvPr/>
        </p:nvSpPr>
        <p:spPr>
          <a:xfrm>
            <a:off x="441794" y="3154084"/>
            <a:ext cx="3421546" cy="380172"/>
          </a:xfrm>
          <a:prstGeom prst="rect">
            <a:avLst/>
          </a:prstGeom>
          <a:noFill/>
          <a:ln/>
        </p:spPr>
        <p:txBody>
          <a:bodyPr wrap="square" lIns="0" tIns="0" rIns="0" bIns="0" rtlCol="0" anchor="t"/>
          <a:lstStyle/>
          <a:p>
            <a:pPr indent="0" marL="0">
              <a:buNone/>
            </a:pPr>
            <a:r>
              <a:rPr lang="en-US" sz="1208" dirty="0">
                <a:solidFill>
                  <a:srgbClr val="6B6B6B"/>
                </a:solidFill>
                <a:latin typeface="Arial" pitchFamily="34" charset="0"/>
                <a:ea typeface="Arial" pitchFamily="34" charset="-122"/>
                <a:cs typeface="Arial" pitchFamily="34" charset="-120"/>
              </a:rPr>
              <a:t>Precios de referencia consultados por el autor en 2026.</a:t>
            </a:r>
            <a:endParaRPr lang="en-US" sz="1208" dirty="0"/>
          </a:p>
        </p:txBody>
      </p:sp>
      <p:sp>
        <p:nvSpPr>
          <p:cNvPr id="41" name="Obj [o44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SparkFun Electronics (2026); R. T. Clark (2026).</a:t>
            </a:r>
            <a:endParaRPr lang="en-US" sz="800" dirty="0"/>
          </a:p>
        </p:txBody>
      </p:sp>
      <p:sp>
        <p:nvSpPr>
          <p:cNvPr id="4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53" presetClass="entr" presetSubtype="16" fill="hold" nodeType="withEffect">
                                  <p:stCondLst>
                                    <p:cond delay="205"/>
                                  </p:stCondLst>
                                  <p:childTnLst>
                                    <p:set>
                                      <p:cBhvr>
                                        <p:cTn id="14" dur="1" fill="hold">
                                          <p:stCondLst>
                                            <p:cond delay="0"/>
                                          </p:stCondLst>
                                        </p:cTn>
                                        <p:tgtEl>
                                          <p:spTgt spid="5"/>
                                        </p:tgtEl>
                                        <p:attrNameLst>
                                          <p:attrName>style.visibility</p:attrName>
                                        </p:attrNameLst>
                                      </p:cBhvr>
                                      <p:to>
                                        <p:strVal val="visible"/>
                                      </p:to>
                                    </p:set>
                                    <p:anim calcmode="lin" valueType="num">
                                      <p:cBhvr>
                                        <p:cTn id="15" dur="300" fill="hold"/>
                                        <p:tgtEl>
                                          <p:spTgt spid="5"/>
                                        </p:tgtEl>
                                        <p:attrNameLst>
                                          <p:attrName>ppt_w</p:attrName>
                                        </p:attrNameLst>
                                      </p:cBhvr>
                                      <p:tavLst>
                                        <p:tav tm="0">
                                          <p:val>
                                            <p:fltVal val="0"/>
                                          </p:val>
                                        </p:tav>
                                        <p:tav tm="100000">
                                          <p:val>
                                            <p:strVal val="#ppt_w"/>
                                          </p:val>
                                        </p:tav>
                                      </p:tavLst>
                                    </p:anim>
                                    <p:anim calcmode="lin" valueType="num">
                                      <p:cBhvr>
                                        <p:cTn id="16" dur="300" fill="hold"/>
                                        <p:tgtEl>
                                          <p:spTgt spid="5"/>
                                        </p:tgtEl>
                                        <p:attrNameLst>
                                          <p:attrName>ppt_h</p:attrName>
                                        </p:attrNameLst>
                                      </p:cBhvr>
                                      <p:tavLst>
                                        <p:tav tm="0">
                                          <p:val>
                                            <p:fltVal val="0"/>
                                          </p:val>
                                        </p:tav>
                                        <p:tav tm="100000">
                                          <p:val>
                                            <p:strVal val="#ppt_h"/>
                                          </p:val>
                                        </p:tav>
                                      </p:tavLst>
                                    </p:anim>
                                    <p:animEffect transition="in" filter="fade">
                                      <p:cBhvr>
                                        <p:cTn id="17" dur="300"/>
                                        <p:tgtEl>
                                          <p:spTgt spid="5"/>
                                        </p:tgtEl>
                                      </p:cBhvr>
                                    </p:animEffect>
                                  </p:childTnLst>
                                </p:cTn>
                              </p:par>
                              <p:par>
                                <p:cTn id="18" presetID="10" presetClass="entr" presetSubtype="0" grpId="0" fill="hold" nodeType="withEffect">
                                  <p:stCondLst>
                                    <p:cond delay="24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225"/>
                                        <p:tgtEl>
                                          <p:spTgt spid="6">
                                            <p:txEl>
                                              <p:pRg st="0" end="0"/>
                                            </p:txEl>
                                          </p:spTgt>
                                        </p:tgtEl>
                                      </p:cBhvr>
                                    </p:animEffect>
                                  </p:childTnLst>
                                </p:cTn>
                              </p:par>
                              <p:par>
                                <p:cTn id="21" presetID="10" presetClass="entr" presetSubtype="0" grpId="0" fill="hold" nodeType="withEffect">
                                  <p:stCondLst>
                                    <p:cond delay="402"/>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225"/>
                                        <p:tgtEl>
                                          <p:spTgt spid="6">
                                            <p:txEl>
                                              <p:pRg st="1" end="1"/>
                                            </p:txEl>
                                          </p:spTgt>
                                        </p:tgtEl>
                                      </p:cBhvr>
                                    </p:animEffect>
                                  </p:childTnLst>
                                </p:cTn>
                              </p:par>
                              <p:par>
                                <p:cTn id="24" presetID="10" presetClass="entr" presetSubtype="0" grpId="0" fill="hold" nodeType="withEffect">
                                  <p:stCondLst>
                                    <p:cond delay="564"/>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225"/>
                                        <p:tgtEl>
                                          <p:spTgt spid="6">
                                            <p:txEl>
                                              <p:pRg st="2" end="2"/>
                                            </p:txEl>
                                          </p:spTgt>
                                        </p:tgtEl>
                                      </p:cBhvr>
                                    </p:animEffect>
                                  </p:childTnLst>
                                </p:cTn>
                              </p:par>
                              <p:par>
                                <p:cTn id="27" presetID="10" presetClass="entr" presetSubtype="0" grpId="0" fill="hold" nodeType="withEffect">
                                  <p:stCondLst>
                                    <p:cond delay="726"/>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fade">
                                      <p:cBhvr>
                                        <p:cTn id="29" dur="225"/>
                                        <p:tgtEl>
                                          <p:spTgt spid="6">
                                            <p:txEl>
                                              <p:pRg st="3" end="3"/>
                                            </p:txEl>
                                          </p:spTgt>
                                        </p:tgtEl>
                                      </p:cBhvr>
                                    </p:animEffect>
                                  </p:childTnLst>
                                </p:cTn>
                              </p:par>
                              <p:par>
                                <p:cTn id="30" presetID="10" presetClass="entr" presetSubtype="0" fill="hold" nodeType="withEffect">
                                  <p:stCondLst>
                                    <p:cond delay="275"/>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225"/>
                                        <p:tgtEl>
                                          <p:spTgt spid="9"/>
                                        </p:tgtEl>
                                      </p:cBhvr>
                                    </p:animEffect>
                                  </p:childTnLst>
                                </p:cTn>
                              </p:par>
                              <p:par>
                                <p:cTn id="33" presetID="22" presetClass="entr" presetSubtype="8" fill="hold" nodeType="withEffect">
                                  <p:stCondLst>
                                    <p:cond delay="275"/>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250"/>
                                        <p:tgtEl>
                                          <p:spTgt spid="10"/>
                                        </p:tgtEl>
                                      </p:cBhvr>
                                    </p:animEffect>
                                  </p:childTnLst>
                                </p:cTn>
                              </p:par>
                              <p:par>
                                <p:cTn id="36" presetID="22" presetClass="entr" presetSubtype="8" fill="hold" nodeType="withEffect">
                                  <p:stCondLst>
                                    <p:cond delay="31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250"/>
                                        <p:tgtEl>
                                          <p:spTgt spid="11"/>
                                        </p:tgtEl>
                                      </p:cBhvr>
                                    </p:animEffect>
                                  </p:childTnLst>
                                </p:cTn>
                              </p:par>
                              <p:par>
                                <p:cTn id="39" presetID="10" presetClass="entr" presetSubtype="0" fill="hold" nodeType="withEffect">
                                  <p:stCondLst>
                                    <p:cond delay="2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25"/>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175"/>
                                        <p:tgtEl>
                                          <p:spTgt spid="3"/>
                                        </p:tgtEl>
                                      </p:cBhvr>
                                    </p:animEffect>
                                    <p:set>
                                      <p:cBhvr>
                                        <p:cTn id="46" dur="1" fill="hold">
                                          <p:stCondLst>
                                            <p:cond delay="174"/>
                                          </p:stCondLst>
                                        </p:cTn>
                                        <p:tgtEl>
                                          <p:spTgt spid="3"/>
                                        </p:tgtEl>
                                        <p:attrNameLst>
                                          <p:attrName>style.visibility</p:attrName>
                                        </p:attrNameLst>
                                      </p:cBhvr>
                                      <p:to>
                                        <p:strVal val="hidden"/>
                                      </p:to>
                                    </p:set>
                                  </p:childTnLst>
                                </p:cTn>
                              </p:par>
                              <p:par>
                                <p:cTn id="47" presetID="10" presetClass="exit" presetSubtype="0" grpId="0" fill="hold" nodeType="withEffect">
                                  <p:stCondLst>
                                    <p:cond delay="0"/>
                                  </p:stCondLst>
                                  <p:childTnLst>
                                    <p:animEffect transition="out" filter="fade">
                                      <p:cBhvr>
                                        <p:cTn id="48" dur="175"/>
                                        <p:tgtEl>
                                          <p:spTgt spid="6">
                                            <p:txEl>
                                              <p:pRg st="0" end="0"/>
                                            </p:txEl>
                                          </p:spTgt>
                                        </p:tgtEl>
                                      </p:cBhvr>
                                    </p:animEffect>
                                    <p:set>
                                      <p:cBhvr>
                                        <p:cTn id="49" dur="1" fill="hold">
                                          <p:stCondLst>
                                            <p:cond delay="174"/>
                                          </p:stCondLst>
                                        </p:cTn>
                                        <p:tgtEl>
                                          <p:spTgt spid="6">
                                            <p:txEl>
                                              <p:pRg st="0" end="0"/>
                                            </p:txEl>
                                          </p:spTgt>
                                        </p:tgtEl>
                                        <p:attrNameLst>
                                          <p:attrName>style.visibility</p:attrName>
                                        </p:attrNameLst>
                                      </p:cBhvr>
                                      <p:to>
                                        <p:strVal val="hidden"/>
                                      </p:to>
                                    </p:set>
                                  </p:childTnLst>
                                </p:cTn>
                              </p:par>
                              <p:par>
                                <p:cTn id="50" presetID="10" presetClass="exit" presetSubtype="0" grpId="0" fill="hold" nodeType="withEffect">
                                  <p:stCondLst>
                                    <p:cond delay="0"/>
                                  </p:stCondLst>
                                  <p:childTnLst>
                                    <p:animEffect transition="out" filter="fade">
                                      <p:cBhvr>
                                        <p:cTn id="51" dur="175"/>
                                        <p:tgtEl>
                                          <p:spTgt spid="6">
                                            <p:txEl>
                                              <p:pRg st="1" end="1"/>
                                            </p:txEl>
                                          </p:spTgt>
                                        </p:tgtEl>
                                      </p:cBhvr>
                                    </p:animEffect>
                                    <p:set>
                                      <p:cBhvr>
                                        <p:cTn id="52" dur="1" fill="hold">
                                          <p:stCondLst>
                                            <p:cond delay="174"/>
                                          </p:stCondLst>
                                        </p:cTn>
                                        <p:tgtEl>
                                          <p:spTgt spid="6">
                                            <p:txEl>
                                              <p:pRg st="1" end="1"/>
                                            </p:txEl>
                                          </p:spTgt>
                                        </p:tgtEl>
                                        <p:attrNameLst>
                                          <p:attrName>style.visibility</p:attrName>
                                        </p:attrNameLst>
                                      </p:cBhvr>
                                      <p:to>
                                        <p:strVal val="hidden"/>
                                      </p:to>
                                    </p:set>
                                  </p:childTnLst>
                                </p:cTn>
                              </p:par>
                              <p:par>
                                <p:cTn id="53" presetID="10" presetClass="exit" presetSubtype="0" grpId="0" fill="hold" nodeType="withEffect">
                                  <p:stCondLst>
                                    <p:cond delay="0"/>
                                  </p:stCondLst>
                                  <p:childTnLst>
                                    <p:animEffect transition="out" filter="fade">
                                      <p:cBhvr>
                                        <p:cTn id="54" dur="175"/>
                                        <p:tgtEl>
                                          <p:spTgt spid="6">
                                            <p:txEl>
                                              <p:pRg st="2" end="2"/>
                                            </p:txEl>
                                          </p:spTgt>
                                        </p:tgtEl>
                                      </p:cBhvr>
                                    </p:animEffect>
                                    <p:set>
                                      <p:cBhvr>
                                        <p:cTn id="55" dur="1" fill="hold">
                                          <p:stCondLst>
                                            <p:cond delay="174"/>
                                          </p:stCondLst>
                                        </p:cTn>
                                        <p:tgtEl>
                                          <p:spTgt spid="6">
                                            <p:txEl>
                                              <p:pRg st="2" end="2"/>
                                            </p:txEl>
                                          </p:spTgt>
                                        </p:tgtEl>
                                        <p:attrNameLst>
                                          <p:attrName>style.visibility</p:attrName>
                                        </p:attrNameLst>
                                      </p:cBhvr>
                                      <p:to>
                                        <p:strVal val="hidden"/>
                                      </p:to>
                                    </p:set>
                                  </p:childTnLst>
                                </p:cTn>
                              </p:par>
                              <p:par>
                                <p:cTn id="56" presetID="10" presetClass="exit" presetSubtype="0" grpId="0" fill="hold" nodeType="withEffect">
                                  <p:stCondLst>
                                    <p:cond delay="0"/>
                                  </p:stCondLst>
                                  <p:childTnLst>
                                    <p:animEffect transition="out" filter="fade">
                                      <p:cBhvr>
                                        <p:cTn id="57" dur="175"/>
                                        <p:tgtEl>
                                          <p:spTgt spid="6">
                                            <p:txEl>
                                              <p:pRg st="3" end="3"/>
                                            </p:txEl>
                                          </p:spTgt>
                                        </p:tgtEl>
                                      </p:cBhvr>
                                    </p:animEffect>
                                    <p:set>
                                      <p:cBhvr>
                                        <p:cTn id="58" dur="1" fill="hold">
                                          <p:stCondLst>
                                            <p:cond delay="174"/>
                                          </p:stCondLst>
                                        </p:cTn>
                                        <p:tgtEl>
                                          <p:spTgt spid="6">
                                            <p:txEl>
                                              <p:pRg st="3" end="3"/>
                                            </p:txEl>
                                          </p:spTgt>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175"/>
                                        <p:tgtEl>
                                          <p:spTgt spid="9"/>
                                        </p:tgtEl>
                                      </p:cBhvr>
                                    </p:animEffect>
                                    <p:set>
                                      <p:cBhvr>
                                        <p:cTn id="61" dur="1" fill="hold">
                                          <p:stCondLst>
                                            <p:cond delay="174"/>
                                          </p:stCondLst>
                                        </p:cTn>
                                        <p:tgtEl>
                                          <p:spTgt spid="9"/>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175"/>
                                        <p:tgtEl>
                                          <p:spTgt spid="10"/>
                                        </p:tgtEl>
                                      </p:cBhvr>
                                    </p:animEffect>
                                    <p:set>
                                      <p:cBhvr>
                                        <p:cTn id="64" dur="1" fill="hold">
                                          <p:stCondLst>
                                            <p:cond delay="174"/>
                                          </p:stCondLst>
                                        </p:cTn>
                                        <p:tgtEl>
                                          <p:spTgt spid="10"/>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175"/>
                                        <p:tgtEl>
                                          <p:spTgt spid="11"/>
                                        </p:tgtEl>
                                      </p:cBhvr>
                                    </p:animEffect>
                                    <p:set>
                                      <p:cBhvr>
                                        <p:cTn id="67" dur="1" fill="hold">
                                          <p:stCondLst>
                                            <p:cond delay="174"/>
                                          </p:stCondLst>
                                        </p:cTn>
                                        <p:tgtEl>
                                          <p:spTgt spid="11"/>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175"/>
                                        <p:tgtEl>
                                          <p:spTgt spid="15"/>
                                        </p:tgtEl>
                                      </p:cBhvr>
                                    </p:animEffect>
                                    <p:set>
                                      <p:cBhvr>
                                        <p:cTn id="70" dur="1" fill="hold">
                                          <p:stCondLst>
                                            <p:cond delay="174"/>
                                          </p:stCondLst>
                                        </p:cTn>
                                        <p:tgtEl>
                                          <p:spTgt spid="15"/>
                                        </p:tgtEl>
                                        <p:attrNameLst>
                                          <p:attrName>style.visibility</p:attrName>
                                        </p:attrNameLst>
                                      </p:cBhvr>
                                      <p:to>
                                        <p:strVal val="hidden"/>
                                      </p:to>
                                    </p:set>
                                  </p:childTnLst>
                                </p:cTn>
                              </p:par>
                              <p:par>
                                <p:cTn id="71" presetID="0" presetClass="path" presetSubtype="0" accel="50000" decel="50000" fill="hold" nodeType="withEffect">
                                  <p:stCondLst>
                                    <p:cond delay="0"/>
                                  </p:stCondLst>
                                  <p:childTnLst>
                                    <p:animMotion origin="layout" path="M 0 0 L 0.70578 0.04340 E" pathEditMode="relative" rAng="0" ptsTypes="AA">
                                      <p:cBhvr>
                                        <p:cTn id="72" dur="375" fill="hold"/>
                                        <p:tgtEl>
                                          <p:spTgt spid="4"/>
                                        </p:tgtEl>
                                        <p:attrNameLst>
                                          <p:attrName>ppt_x</p:attrName>
                                          <p:attrName>ppt_y</p:attrName>
                                        </p:attrNameLst>
                                      </p:cBhvr>
                                      <p:rCtr x="35289" y="2170"/>
                                    </p:animMotion>
                                  </p:childTnLst>
                                </p:cTn>
                              </p:par>
                              <p:par>
                                <p:cTn id="73" presetID="6" presetClass="emph" presetSubtype="0" accel="50000" decel="50000" fill="hold" nodeType="withEffect">
                                  <p:stCondLst>
                                    <p:cond delay="0"/>
                                  </p:stCondLst>
                                  <p:childTnLst>
                                    <p:animScale>
                                      <p:cBhvr>
                                        <p:cTn id="74" dur="375" fill="hold"/>
                                        <p:tgtEl>
                                          <p:spTgt spid="4"/>
                                        </p:tgtEl>
                                      </p:cBhvr>
                                      <p:by x="48113" y="48113"/>
                                    </p:animScale>
                                  </p:childTnLst>
                                </p:cTn>
                              </p:par>
                              <p:par>
                                <p:cTn id="75" presetID="0" presetClass="path" presetSubtype="0" accel="50000" decel="50000" fill="hold" nodeType="withEffect">
                                  <p:stCondLst>
                                    <p:cond delay="0"/>
                                  </p:stCondLst>
                                  <p:childTnLst>
                                    <p:animMotion origin="layout" path="M 0 0 L 0.50861 -0.10598 E" pathEditMode="relative" rAng="0" ptsTypes="AA">
                                      <p:cBhvr>
                                        <p:cTn id="76" dur="375" fill="hold"/>
                                        <p:tgtEl>
                                          <p:spTgt spid="5"/>
                                        </p:tgtEl>
                                        <p:attrNameLst>
                                          <p:attrName>ppt_x</p:attrName>
                                          <p:attrName>ppt_y</p:attrName>
                                        </p:attrNameLst>
                                      </p:cBhvr>
                                      <p:rCtr x="25430" y="-5299"/>
                                    </p:animMotion>
                                  </p:childTnLst>
                                </p:cTn>
                              </p:par>
                              <p:par>
                                <p:cTn id="77" presetID="6" presetClass="emph" presetSubtype="0" accel="50000" decel="50000" fill="hold" nodeType="withEffect">
                                  <p:stCondLst>
                                    <p:cond delay="0"/>
                                  </p:stCondLst>
                                  <p:childTnLst>
                                    <p:animScale>
                                      <p:cBhvr>
                                        <p:cTn id="78" dur="375" fill="hold"/>
                                        <p:tgtEl>
                                          <p:spTgt spid="5"/>
                                        </p:tgtEl>
                                      </p:cBhvr>
                                      <p:by x="48096" y="48096"/>
                                    </p:animScale>
                                  </p:childTnLst>
                                </p:cTn>
                              </p:par>
                              <p:par>
                                <p:cTn id="79" presetID="10" presetClass="entr" presetSubtype="0" fill="hold" nodeType="withEffect">
                                  <p:stCondLst>
                                    <p:cond delay="225"/>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225"/>
                                        <p:tgtEl>
                                          <p:spTgt spid="16"/>
                                        </p:tgtEl>
                                      </p:cBhvr>
                                    </p:animEffect>
                                  </p:childTnLst>
                                </p:cTn>
                              </p:par>
                              <p:par>
                                <p:cTn id="82" presetID="10" presetClass="entr" presetSubtype="0" fill="hold" nodeType="withEffect">
                                  <p:stCondLst>
                                    <p:cond delay="26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225"/>
                                        <p:tgtEl>
                                          <p:spTgt spid="17"/>
                                        </p:tgtEl>
                                      </p:cBhvr>
                                    </p:animEffect>
                                  </p:childTnLst>
                                </p:cTn>
                              </p:par>
                              <p:par>
                                <p:cTn id="85" presetID="22" presetClass="entr" presetSubtype="4" fill="hold" nodeType="withEffect">
                                  <p:stCondLst>
                                    <p:cond delay="260"/>
                                  </p:stCondLst>
                                  <p:childTnLst>
                                    <p:set>
                                      <p:cBhvr>
                                        <p:cTn id="86" dur="1" fill="hold">
                                          <p:stCondLst>
                                            <p:cond delay="0"/>
                                          </p:stCondLst>
                                        </p:cTn>
                                        <p:tgtEl>
                                          <p:spTgt spid="18"/>
                                        </p:tgtEl>
                                        <p:attrNameLst>
                                          <p:attrName>style.visibility</p:attrName>
                                        </p:attrNameLst>
                                      </p:cBhvr>
                                      <p:to>
                                        <p:strVal val="visible"/>
                                      </p:to>
                                    </p:set>
                                    <p:animEffect transition="in" filter="wipe(down)">
                                      <p:cBhvr>
                                        <p:cTn id="87" dur="250"/>
                                        <p:tgtEl>
                                          <p:spTgt spid="18"/>
                                        </p:tgtEl>
                                      </p:cBhvr>
                                    </p:animEffect>
                                  </p:childTnLst>
                                </p:cTn>
                              </p:par>
                              <p:par>
                                <p:cTn id="88" presetID="10" presetClass="entr" presetSubtype="0" fill="hold" nodeType="withEffect">
                                  <p:stCondLst>
                                    <p:cond delay="295"/>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225"/>
                                        <p:tgtEl>
                                          <p:spTgt spid="19"/>
                                        </p:tgtEl>
                                      </p:cBhvr>
                                    </p:animEffect>
                                  </p:childTnLst>
                                </p:cTn>
                              </p:par>
                              <p:par>
                                <p:cTn id="91" presetID="22" presetClass="entr" presetSubtype="4" fill="hold" nodeType="withEffect">
                                  <p:stCondLst>
                                    <p:cond delay="295"/>
                                  </p:stCondLst>
                                  <p:childTnLst>
                                    <p:set>
                                      <p:cBhvr>
                                        <p:cTn id="92" dur="1" fill="hold">
                                          <p:stCondLst>
                                            <p:cond delay="0"/>
                                          </p:stCondLst>
                                        </p:cTn>
                                        <p:tgtEl>
                                          <p:spTgt spid="20"/>
                                        </p:tgtEl>
                                        <p:attrNameLst>
                                          <p:attrName>style.visibility</p:attrName>
                                        </p:attrNameLst>
                                      </p:cBhvr>
                                      <p:to>
                                        <p:strVal val="visible"/>
                                      </p:to>
                                    </p:set>
                                    <p:animEffect transition="in" filter="wipe(down)">
                                      <p:cBhvr>
                                        <p:cTn id="93" dur="250"/>
                                        <p:tgtEl>
                                          <p:spTgt spid="20"/>
                                        </p:tgtEl>
                                      </p:cBhvr>
                                    </p:animEffect>
                                  </p:childTnLst>
                                </p:cTn>
                              </p:par>
                              <p:par>
                                <p:cTn id="94" presetID="10" presetClass="entr" presetSubtype="0" grpId="0" fill="hold" nodeType="withEffect">
                                  <p:stCondLst>
                                    <p:cond delay="330"/>
                                  </p:stCondLst>
                                  <p:childTnLst>
                                    <p:set>
                                      <p:cBhvr>
                                        <p:cTn id="95" dur="1" fill="hold">
                                          <p:stCondLst>
                                            <p:cond delay="0"/>
                                          </p:stCondLst>
                                        </p:cTn>
                                        <p:tgtEl>
                                          <p:spTgt spid="21">
                                            <p:txEl>
                                              <p:pRg st="0" end="0"/>
                                            </p:txEl>
                                          </p:spTgt>
                                        </p:tgtEl>
                                        <p:attrNameLst>
                                          <p:attrName>style.visibility</p:attrName>
                                        </p:attrNameLst>
                                      </p:cBhvr>
                                      <p:to>
                                        <p:strVal val="visible"/>
                                      </p:to>
                                    </p:set>
                                    <p:animEffect transition="in" filter="fade">
                                      <p:cBhvr>
                                        <p:cTn id="96" dur="225"/>
                                        <p:tgtEl>
                                          <p:spTgt spid="21">
                                            <p:txEl>
                                              <p:pRg st="0" end="0"/>
                                            </p:txEl>
                                          </p:spTgt>
                                        </p:tgtEl>
                                      </p:cBhvr>
                                    </p:animEffect>
                                  </p:childTnLst>
                                </p:cTn>
                              </p:par>
                              <p:par>
                                <p:cTn id="97" presetID="10" presetClass="entr" presetSubtype="0" grpId="0" fill="hold" nodeType="withEffect">
                                  <p:stCondLst>
                                    <p:cond delay="520"/>
                                  </p:stCondLst>
                                  <p:childTnLst>
                                    <p:set>
                                      <p:cBhvr>
                                        <p:cTn id="98" dur="1" fill="hold">
                                          <p:stCondLst>
                                            <p:cond delay="0"/>
                                          </p:stCondLst>
                                        </p:cTn>
                                        <p:tgtEl>
                                          <p:spTgt spid="21">
                                            <p:txEl>
                                              <p:pRg st="1" end="1"/>
                                            </p:txEl>
                                          </p:spTgt>
                                        </p:tgtEl>
                                        <p:attrNameLst>
                                          <p:attrName>style.visibility</p:attrName>
                                        </p:attrNameLst>
                                      </p:cBhvr>
                                      <p:to>
                                        <p:strVal val="visible"/>
                                      </p:to>
                                    </p:set>
                                    <p:animEffect transition="in" filter="fade">
                                      <p:cBhvr>
                                        <p:cTn id="99" dur="225"/>
                                        <p:tgtEl>
                                          <p:spTgt spid="21">
                                            <p:txEl>
                                              <p:pRg st="1" end="1"/>
                                            </p:txEl>
                                          </p:spTgt>
                                        </p:tgtEl>
                                      </p:cBhvr>
                                    </p:animEffect>
                                  </p:childTnLst>
                                </p:cTn>
                              </p:par>
                              <p:par>
                                <p:cTn id="100" presetID="10" presetClass="entr" presetSubtype="0" grpId="0" fill="hold" nodeType="withEffect">
                                  <p:stCondLst>
                                    <p:cond delay="710"/>
                                  </p:stCondLst>
                                  <p:childTnLst>
                                    <p:set>
                                      <p:cBhvr>
                                        <p:cTn id="101" dur="1" fill="hold">
                                          <p:stCondLst>
                                            <p:cond delay="0"/>
                                          </p:stCondLst>
                                        </p:cTn>
                                        <p:tgtEl>
                                          <p:spTgt spid="21">
                                            <p:txEl>
                                              <p:pRg st="2" end="2"/>
                                            </p:txEl>
                                          </p:spTgt>
                                        </p:tgtEl>
                                        <p:attrNameLst>
                                          <p:attrName>style.visibility</p:attrName>
                                        </p:attrNameLst>
                                      </p:cBhvr>
                                      <p:to>
                                        <p:strVal val="visible"/>
                                      </p:to>
                                    </p:set>
                                    <p:animEffect transition="in" filter="fade">
                                      <p:cBhvr>
                                        <p:cTn id="102" dur="225"/>
                                        <p:tgtEl>
                                          <p:spTgt spid="21">
                                            <p:txEl>
                                              <p:pRg st="2" end="2"/>
                                            </p:txEl>
                                          </p:spTgt>
                                        </p:tgtEl>
                                      </p:cBhvr>
                                    </p:animEffect>
                                  </p:childTnLst>
                                </p:cTn>
                              </p:par>
                              <p:par>
                                <p:cTn id="103" presetID="10" presetClass="entr" presetSubtype="0" fill="hold" nodeType="withEffect">
                                  <p:stCondLst>
                                    <p:cond delay="365"/>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225"/>
                                        <p:tgtEl>
                                          <p:spTgt spid="22"/>
                                        </p:tgtEl>
                                      </p:cBhvr>
                                    </p:animEffect>
                                  </p:childTnLst>
                                </p:cTn>
                              </p:par>
                              <p:par>
                                <p:cTn id="106" presetID="22" presetClass="entr" presetSubtype="4" fill="hold" nodeType="withEffect">
                                  <p:stCondLst>
                                    <p:cond delay="365"/>
                                  </p:stCondLst>
                                  <p:childTnLst>
                                    <p:set>
                                      <p:cBhvr>
                                        <p:cTn id="107" dur="1" fill="hold">
                                          <p:stCondLst>
                                            <p:cond delay="0"/>
                                          </p:stCondLst>
                                        </p:cTn>
                                        <p:tgtEl>
                                          <p:spTgt spid="23"/>
                                        </p:tgtEl>
                                        <p:attrNameLst>
                                          <p:attrName>style.visibility</p:attrName>
                                        </p:attrNameLst>
                                      </p:cBhvr>
                                      <p:to>
                                        <p:strVal val="visible"/>
                                      </p:to>
                                    </p:set>
                                    <p:animEffect transition="in" filter="wipe(down)">
                                      <p:cBhvr>
                                        <p:cTn id="108" dur="250"/>
                                        <p:tgtEl>
                                          <p:spTgt spid="23"/>
                                        </p:tgtEl>
                                      </p:cBhvr>
                                    </p:animEffect>
                                  </p:childTnLst>
                                </p:cTn>
                              </p:par>
                              <p:par>
                                <p:cTn id="109" presetID="10" presetClass="entr" presetSubtype="0" fill="hold" nodeType="withEffect">
                                  <p:stCondLst>
                                    <p:cond delay="29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225"/>
                                        <p:tgtEl>
                                          <p:spTgt spid="2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xit" presetSubtype="0" fill="hold" nodeType="clickEffect">
                                  <p:stCondLst>
                                    <p:cond delay="0"/>
                                  </p:stCondLst>
                                  <p:childTnLst>
                                    <p:animEffect transition="out" filter="fade">
                                      <p:cBhvr>
                                        <p:cTn id="115" dur="175"/>
                                        <p:tgtEl>
                                          <p:spTgt spid="16"/>
                                        </p:tgtEl>
                                      </p:cBhvr>
                                    </p:animEffect>
                                    <p:set>
                                      <p:cBhvr>
                                        <p:cTn id="116" dur="1" fill="hold">
                                          <p:stCondLst>
                                            <p:cond delay="174"/>
                                          </p:stCondLst>
                                        </p:cTn>
                                        <p:tgtEl>
                                          <p:spTgt spid="16"/>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75"/>
                                        <p:tgtEl>
                                          <p:spTgt spid="17"/>
                                        </p:tgtEl>
                                      </p:cBhvr>
                                    </p:animEffect>
                                    <p:set>
                                      <p:cBhvr>
                                        <p:cTn id="119" dur="1" fill="hold">
                                          <p:stCondLst>
                                            <p:cond delay="174"/>
                                          </p:stCondLst>
                                        </p:cTn>
                                        <p:tgtEl>
                                          <p:spTgt spid="17"/>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75"/>
                                        <p:tgtEl>
                                          <p:spTgt spid="18"/>
                                        </p:tgtEl>
                                      </p:cBhvr>
                                    </p:animEffect>
                                    <p:set>
                                      <p:cBhvr>
                                        <p:cTn id="122" dur="1" fill="hold">
                                          <p:stCondLst>
                                            <p:cond delay="174"/>
                                          </p:stCondLst>
                                        </p:cTn>
                                        <p:tgtEl>
                                          <p:spTgt spid="18"/>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75"/>
                                        <p:tgtEl>
                                          <p:spTgt spid="19"/>
                                        </p:tgtEl>
                                      </p:cBhvr>
                                    </p:animEffect>
                                    <p:set>
                                      <p:cBhvr>
                                        <p:cTn id="125" dur="1" fill="hold">
                                          <p:stCondLst>
                                            <p:cond delay="174"/>
                                          </p:stCondLst>
                                        </p:cTn>
                                        <p:tgtEl>
                                          <p:spTgt spid="19"/>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175"/>
                                        <p:tgtEl>
                                          <p:spTgt spid="20"/>
                                        </p:tgtEl>
                                      </p:cBhvr>
                                    </p:animEffect>
                                    <p:set>
                                      <p:cBhvr>
                                        <p:cTn id="128" dur="1" fill="hold">
                                          <p:stCondLst>
                                            <p:cond delay="174"/>
                                          </p:stCondLst>
                                        </p:cTn>
                                        <p:tgtEl>
                                          <p:spTgt spid="20"/>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175"/>
                                        <p:tgtEl>
                                          <p:spTgt spid="21">
                                            <p:txEl>
                                              <p:pRg st="0" end="0"/>
                                            </p:txEl>
                                          </p:spTgt>
                                        </p:tgtEl>
                                      </p:cBhvr>
                                    </p:animEffect>
                                    <p:set>
                                      <p:cBhvr>
                                        <p:cTn id="131" dur="1" fill="hold">
                                          <p:stCondLst>
                                            <p:cond delay="174"/>
                                          </p:stCondLst>
                                        </p:cTn>
                                        <p:tgtEl>
                                          <p:spTgt spid="21">
                                            <p:txEl>
                                              <p:pRg st="0" end="0"/>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175"/>
                                        <p:tgtEl>
                                          <p:spTgt spid="21">
                                            <p:txEl>
                                              <p:pRg st="1" end="1"/>
                                            </p:txEl>
                                          </p:spTgt>
                                        </p:tgtEl>
                                      </p:cBhvr>
                                    </p:animEffect>
                                    <p:set>
                                      <p:cBhvr>
                                        <p:cTn id="134" dur="1" fill="hold">
                                          <p:stCondLst>
                                            <p:cond delay="174"/>
                                          </p:stCondLst>
                                        </p:cTn>
                                        <p:tgtEl>
                                          <p:spTgt spid="21">
                                            <p:txEl>
                                              <p:pRg st="1" end="1"/>
                                            </p:txEl>
                                          </p:spTgt>
                                        </p:tgtEl>
                                        <p:attrNameLst>
                                          <p:attrName>style.visibility</p:attrName>
                                        </p:attrNameLst>
                                      </p:cBhvr>
                                      <p:to>
                                        <p:strVal val="hidden"/>
                                      </p:to>
                                    </p:set>
                                  </p:childTnLst>
                                </p:cTn>
                              </p:par>
                              <p:par>
                                <p:cTn id="135" presetID="10" presetClass="exit" presetSubtype="0" grpId="0" fill="hold" nodeType="withEffect">
                                  <p:stCondLst>
                                    <p:cond delay="0"/>
                                  </p:stCondLst>
                                  <p:childTnLst>
                                    <p:animEffect transition="out" filter="fade">
                                      <p:cBhvr>
                                        <p:cTn id="136" dur="175"/>
                                        <p:tgtEl>
                                          <p:spTgt spid="21">
                                            <p:txEl>
                                              <p:pRg st="2" end="2"/>
                                            </p:txEl>
                                          </p:spTgt>
                                        </p:tgtEl>
                                      </p:cBhvr>
                                    </p:animEffect>
                                    <p:set>
                                      <p:cBhvr>
                                        <p:cTn id="137" dur="1" fill="hold">
                                          <p:stCondLst>
                                            <p:cond delay="174"/>
                                          </p:stCondLst>
                                        </p:cTn>
                                        <p:tgtEl>
                                          <p:spTgt spid="21">
                                            <p:txEl>
                                              <p:pRg st="2" end="2"/>
                                            </p:txEl>
                                          </p:spTgt>
                                        </p:tgtEl>
                                        <p:attrNameLst>
                                          <p:attrName>style.visibility</p:attrName>
                                        </p:attrNameLst>
                                      </p:cBhvr>
                                      <p:to>
                                        <p:strVal val="hidden"/>
                                      </p:to>
                                    </p:set>
                                  </p:childTnLst>
                                </p:cTn>
                              </p:par>
                              <p:par>
                                <p:cTn id="138" presetID="10" presetClass="exit" presetSubtype="0" fill="hold" nodeType="withEffect">
                                  <p:stCondLst>
                                    <p:cond delay="0"/>
                                  </p:stCondLst>
                                  <p:childTnLst>
                                    <p:animEffect transition="out" filter="fade">
                                      <p:cBhvr>
                                        <p:cTn id="139" dur="175"/>
                                        <p:tgtEl>
                                          <p:spTgt spid="22"/>
                                        </p:tgtEl>
                                      </p:cBhvr>
                                    </p:animEffect>
                                    <p:set>
                                      <p:cBhvr>
                                        <p:cTn id="140" dur="1" fill="hold">
                                          <p:stCondLst>
                                            <p:cond delay="174"/>
                                          </p:stCondLst>
                                        </p:cTn>
                                        <p:tgtEl>
                                          <p:spTgt spid="22"/>
                                        </p:tgtEl>
                                        <p:attrNameLst>
                                          <p:attrName>style.visibility</p:attrName>
                                        </p:attrNameLst>
                                      </p:cBhvr>
                                      <p:to>
                                        <p:strVal val="hidden"/>
                                      </p:to>
                                    </p:set>
                                  </p:childTnLst>
                                </p:cTn>
                              </p:par>
                              <p:par>
                                <p:cTn id="141" presetID="10" presetClass="exit" presetSubtype="0" fill="hold" nodeType="withEffect">
                                  <p:stCondLst>
                                    <p:cond delay="0"/>
                                  </p:stCondLst>
                                  <p:childTnLst>
                                    <p:animEffect transition="out" filter="fade">
                                      <p:cBhvr>
                                        <p:cTn id="142" dur="175"/>
                                        <p:tgtEl>
                                          <p:spTgt spid="23"/>
                                        </p:tgtEl>
                                      </p:cBhvr>
                                    </p:animEffect>
                                    <p:set>
                                      <p:cBhvr>
                                        <p:cTn id="143" dur="1" fill="hold">
                                          <p:stCondLst>
                                            <p:cond delay="174"/>
                                          </p:stCondLst>
                                        </p:cTn>
                                        <p:tgtEl>
                                          <p:spTgt spid="23"/>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175"/>
                                        <p:tgtEl>
                                          <p:spTgt spid="24"/>
                                        </p:tgtEl>
                                      </p:cBhvr>
                                    </p:animEffect>
                                    <p:set>
                                      <p:cBhvr>
                                        <p:cTn id="146" dur="1" fill="hold">
                                          <p:stCondLst>
                                            <p:cond delay="174"/>
                                          </p:stCondLst>
                                        </p:cTn>
                                        <p:tgtEl>
                                          <p:spTgt spid="24"/>
                                        </p:tgtEl>
                                        <p:attrNameLst>
                                          <p:attrName>style.visibility</p:attrName>
                                        </p:attrNameLst>
                                      </p:cBhvr>
                                      <p:to>
                                        <p:strVal val="hidden"/>
                                      </p:to>
                                    </p:set>
                                  </p:childTnLst>
                                </p:cTn>
                              </p:par>
                              <p:par>
                                <p:cTn id="147" presetID="10" presetClass="entr" presetSubtype="0" fill="hold" nodeType="withEffect">
                                  <p:stCondLst>
                                    <p:cond delay="225"/>
                                  </p:stCondLst>
                                  <p:childTnLst>
                                    <p:set>
                                      <p:cBhvr>
                                        <p:cTn id="148" dur="1" fill="hold">
                                          <p:stCondLst>
                                            <p:cond delay="0"/>
                                          </p:stCondLst>
                                        </p:cTn>
                                        <p:tgtEl>
                                          <p:spTgt spid="25"/>
                                        </p:tgtEl>
                                        <p:attrNameLst>
                                          <p:attrName>style.visibility</p:attrName>
                                        </p:attrNameLst>
                                      </p:cBhvr>
                                      <p:to>
                                        <p:strVal val="visible"/>
                                      </p:to>
                                    </p:set>
                                    <p:animEffect transition="in" filter="fade">
                                      <p:cBhvr>
                                        <p:cTn id="149" dur="225"/>
                                        <p:tgtEl>
                                          <p:spTgt spid="25"/>
                                        </p:tgtEl>
                                      </p:cBhvr>
                                    </p:animEffect>
                                  </p:childTnLst>
                                </p:cTn>
                              </p:par>
                              <p:par>
                                <p:cTn id="150" presetID="53" presetClass="entr" presetSubtype="16" fill="hold" nodeType="withEffect">
                                  <p:stCondLst>
                                    <p:cond delay="260"/>
                                  </p:stCondLst>
                                  <p:childTnLst>
                                    <p:set>
                                      <p:cBhvr>
                                        <p:cTn id="151" dur="1" fill="hold">
                                          <p:stCondLst>
                                            <p:cond delay="0"/>
                                          </p:stCondLst>
                                        </p:cTn>
                                        <p:tgtEl>
                                          <p:spTgt spid="26"/>
                                        </p:tgtEl>
                                        <p:attrNameLst>
                                          <p:attrName>style.visibility</p:attrName>
                                        </p:attrNameLst>
                                      </p:cBhvr>
                                      <p:to>
                                        <p:strVal val="visible"/>
                                      </p:to>
                                    </p:set>
                                    <p:anim calcmode="lin" valueType="num">
                                      <p:cBhvr>
                                        <p:cTn id="152" dur="300" fill="hold"/>
                                        <p:tgtEl>
                                          <p:spTgt spid="26"/>
                                        </p:tgtEl>
                                        <p:attrNameLst>
                                          <p:attrName>ppt_w</p:attrName>
                                        </p:attrNameLst>
                                      </p:cBhvr>
                                      <p:tavLst>
                                        <p:tav tm="0">
                                          <p:val>
                                            <p:fltVal val="0"/>
                                          </p:val>
                                        </p:tav>
                                        <p:tav tm="100000">
                                          <p:val>
                                            <p:strVal val="#ppt_w"/>
                                          </p:val>
                                        </p:tav>
                                      </p:tavLst>
                                    </p:anim>
                                    <p:anim calcmode="lin" valueType="num">
                                      <p:cBhvr>
                                        <p:cTn id="153" dur="300" fill="hold"/>
                                        <p:tgtEl>
                                          <p:spTgt spid="26"/>
                                        </p:tgtEl>
                                        <p:attrNameLst>
                                          <p:attrName>ppt_h</p:attrName>
                                        </p:attrNameLst>
                                      </p:cBhvr>
                                      <p:tavLst>
                                        <p:tav tm="0">
                                          <p:val>
                                            <p:fltVal val="0"/>
                                          </p:val>
                                        </p:tav>
                                        <p:tav tm="100000">
                                          <p:val>
                                            <p:strVal val="#ppt_h"/>
                                          </p:val>
                                        </p:tav>
                                      </p:tavLst>
                                    </p:anim>
                                    <p:animEffect transition="in" filter="fade">
                                      <p:cBhvr>
                                        <p:cTn id="154" dur="300"/>
                                        <p:tgtEl>
                                          <p:spTgt spid="26"/>
                                        </p:tgtEl>
                                      </p:cBhvr>
                                    </p:animEffect>
                                  </p:childTnLst>
                                </p:cTn>
                              </p:par>
                              <p:par>
                                <p:cTn id="155" presetID="10" presetClass="entr" presetSubtype="0" fill="hold" nodeType="withEffect">
                                  <p:stCondLst>
                                    <p:cond delay="295"/>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225"/>
                                        <p:tgtEl>
                                          <p:spTgt spid="27"/>
                                        </p:tgtEl>
                                      </p:cBhvr>
                                    </p:animEffect>
                                  </p:childTnLst>
                                </p:cTn>
                              </p:par>
                              <p:par>
                                <p:cTn id="158" presetID="22" presetClass="entr" presetSubtype="8" fill="hold" nodeType="withEffect">
                                  <p:stCondLst>
                                    <p:cond delay="295"/>
                                  </p:stCondLst>
                                  <p:childTnLst>
                                    <p:set>
                                      <p:cBhvr>
                                        <p:cTn id="159" dur="1" fill="hold">
                                          <p:stCondLst>
                                            <p:cond delay="0"/>
                                          </p:stCondLst>
                                        </p:cTn>
                                        <p:tgtEl>
                                          <p:spTgt spid="28"/>
                                        </p:tgtEl>
                                        <p:attrNameLst>
                                          <p:attrName>style.visibility</p:attrName>
                                        </p:attrNameLst>
                                      </p:cBhvr>
                                      <p:to>
                                        <p:strVal val="visible"/>
                                      </p:to>
                                    </p:set>
                                    <p:animEffect transition="in" filter="wipe(left)">
                                      <p:cBhvr>
                                        <p:cTn id="160" dur="250"/>
                                        <p:tgtEl>
                                          <p:spTgt spid="28"/>
                                        </p:tgtEl>
                                      </p:cBhvr>
                                    </p:animEffect>
                                  </p:childTnLst>
                                </p:cTn>
                              </p:par>
                              <p:par>
                                <p:cTn id="161" presetID="10" presetClass="entr" presetSubtype="0" fill="hold" nodeType="withEffect">
                                  <p:stCondLst>
                                    <p:cond delay="29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225"/>
                                        <p:tgtEl>
                                          <p:spTgt spid="29"/>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175"/>
                                        <p:tgtEl>
                                          <p:spTgt spid="25"/>
                                        </p:tgtEl>
                                      </p:cBhvr>
                                    </p:animEffect>
                                    <p:set>
                                      <p:cBhvr>
                                        <p:cTn id="168" dur="1" fill="hold">
                                          <p:stCondLst>
                                            <p:cond delay="174"/>
                                          </p:stCondLst>
                                        </p:cTn>
                                        <p:tgtEl>
                                          <p:spTgt spid="25"/>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175"/>
                                        <p:tgtEl>
                                          <p:spTgt spid="27"/>
                                        </p:tgtEl>
                                      </p:cBhvr>
                                    </p:animEffect>
                                    <p:set>
                                      <p:cBhvr>
                                        <p:cTn id="171" dur="1" fill="hold">
                                          <p:stCondLst>
                                            <p:cond delay="174"/>
                                          </p:stCondLst>
                                        </p:cTn>
                                        <p:tgtEl>
                                          <p:spTgt spid="27"/>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175"/>
                                        <p:tgtEl>
                                          <p:spTgt spid="28"/>
                                        </p:tgtEl>
                                      </p:cBhvr>
                                    </p:animEffect>
                                    <p:set>
                                      <p:cBhvr>
                                        <p:cTn id="174" dur="1" fill="hold">
                                          <p:stCondLst>
                                            <p:cond delay="174"/>
                                          </p:stCondLst>
                                        </p:cTn>
                                        <p:tgtEl>
                                          <p:spTgt spid="28"/>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176" dur="175"/>
                                        <p:tgtEl>
                                          <p:spTgt spid="29"/>
                                        </p:tgtEl>
                                      </p:cBhvr>
                                    </p:animEffect>
                                    <p:set>
                                      <p:cBhvr>
                                        <p:cTn id="177" dur="1" fill="hold">
                                          <p:stCondLst>
                                            <p:cond delay="174"/>
                                          </p:stCondLst>
                                        </p:cTn>
                                        <p:tgtEl>
                                          <p:spTgt spid="29"/>
                                        </p:tgtEl>
                                        <p:attrNameLst>
                                          <p:attrName>style.visibility</p:attrName>
                                        </p:attrNameLst>
                                      </p:cBhvr>
                                      <p:to>
                                        <p:strVal val="hidden"/>
                                      </p:to>
                                    </p:set>
                                  </p:childTnLst>
                                </p:cTn>
                              </p:par>
                              <p:par>
                                <p:cTn id="178" presetID="0" presetClass="path" presetSubtype="0" accel="50000" decel="50000" fill="hold" nodeType="withEffect">
                                  <p:stCondLst>
                                    <p:cond delay="0"/>
                                  </p:stCondLst>
                                  <p:childTnLst>
                                    <p:animMotion origin="layout" path="M 0 0 L 0.47000 0.15355 E" pathEditMode="relative" rAng="0" ptsTypes="AA">
                                      <p:cBhvr>
                                        <p:cTn id="179" dur="375" fill="hold"/>
                                        <p:tgtEl>
                                          <p:spTgt spid="26"/>
                                        </p:tgtEl>
                                        <p:attrNameLst>
                                          <p:attrName>ppt_x</p:attrName>
                                          <p:attrName>ppt_y</p:attrName>
                                        </p:attrNameLst>
                                      </p:cBhvr>
                                      <p:rCtr x="23500" y="7677"/>
                                    </p:animMotion>
                                  </p:childTnLst>
                                </p:cTn>
                              </p:par>
                              <p:par>
                                <p:cTn id="180" presetID="6" presetClass="emph" presetSubtype="0" accel="50000" decel="50000" fill="hold" nodeType="withEffect">
                                  <p:stCondLst>
                                    <p:cond delay="0"/>
                                  </p:stCondLst>
                                  <p:childTnLst>
                                    <p:animScale>
                                      <p:cBhvr>
                                        <p:cTn id="181" dur="375" fill="hold"/>
                                        <p:tgtEl>
                                          <p:spTgt spid="26"/>
                                        </p:tgtEl>
                                      </p:cBhvr>
                                      <p:by x="21940" y="21940"/>
                                    </p:animScale>
                                  </p:childTnLst>
                                </p:cTn>
                              </p:par>
                              <p:par>
                                <p:cTn id="182" presetID="10" presetClass="entr" presetSubtype="0" fill="hold" nodeType="withEffect">
                                  <p:stCondLst>
                                    <p:cond delay="225"/>
                                  </p:stCondLst>
                                  <p:childTnLst>
                                    <p:set>
                                      <p:cBhvr>
                                        <p:cTn id="183" dur="1" fill="hold">
                                          <p:stCondLst>
                                            <p:cond delay="0"/>
                                          </p:stCondLst>
                                        </p:cTn>
                                        <p:tgtEl>
                                          <p:spTgt spid="30"/>
                                        </p:tgtEl>
                                        <p:attrNameLst>
                                          <p:attrName>style.visibility</p:attrName>
                                        </p:attrNameLst>
                                      </p:cBhvr>
                                      <p:to>
                                        <p:strVal val="visible"/>
                                      </p:to>
                                    </p:set>
                                    <p:animEffect transition="in" filter="fade">
                                      <p:cBhvr>
                                        <p:cTn id="184" dur="225"/>
                                        <p:tgtEl>
                                          <p:spTgt spid="30"/>
                                        </p:tgtEl>
                                      </p:cBhvr>
                                    </p:animEffect>
                                  </p:childTnLst>
                                </p:cTn>
                              </p:par>
                              <p:par>
                                <p:cTn id="185" presetID="10" presetClass="entr" presetSubtype="0" fill="hold" nodeType="withEffect">
                                  <p:stCondLst>
                                    <p:cond delay="260"/>
                                  </p:stCondLst>
                                  <p:childTnLst>
                                    <p:set>
                                      <p:cBhvr>
                                        <p:cTn id="186" dur="1" fill="hold">
                                          <p:stCondLst>
                                            <p:cond delay="0"/>
                                          </p:stCondLst>
                                        </p:cTn>
                                        <p:tgtEl>
                                          <p:spTgt spid="31"/>
                                        </p:tgtEl>
                                        <p:attrNameLst>
                                          <p:attrName>style.visibility</p:attrName>
                                        </p:attrNameLst>
                                      </p:cBhvr>
                                      <p:to>
                                        <p:strVal val="visible"/>
                                      </p:to>
                                    </p:set>
                                    <p:animEffect transition="in" filter="fade">
                                      <p:cBhvr>
                                        <p:cTn id="187" dur="225"/>
                                        <p:tgtEl>
                                          <p:spTgt spid="31"/>
                                        </p:tgtEl>
                                      </p:cBhvr>
                                    </p:animEffect>
                                  </p:childTnLst>
                                </p:cTn>
                              </p:par>
                              <p:par>
                                <p:cTn id="188" presetID="22" presetClass="entr" presetSubtype="4" fill="hold" nodeType="withEffect">
                                  <p:stCondLst>
                                    <p:cond delay="260"/>
                                  </p:stCondLst>
                                  <p:childTnLst>
                                    <p:set>
                                      <p:cBhvr>
                                        <p:cTn id="189" dur="1" fill="hold">
                                          <p:stCondLst>
                                            <p:cond delay="0"/>
                                          </p:stCondLst>
                                        </p:cTn>
                                        <p:tgtEl>
                                          <p:spTgt spid="32"/>
                                        </p:tgtEl>
                                        <p:attrNameLst>
                                          <p:attrName>style.visibility</p:attrName>
                                        </p:attrNameLst>
                                      </p:cBhvr>
                                      <p:to>
                                        <p:strVal val="visible"/>
                                      </p:to>
                                    </p:set>
                                    <p:animEffect transition="in" filter="wipe(down)">
                                      <p:cBhvr>
                                        <p:cTn id="190" dur="250"/>
                                        <p:tgtEl>
                                          <p:spTgt spid="32"/>
                                        </p:tgtEl>
                                      </p:cBhvr>
                                    </p:animEffect>
                                  </p:childTnLst>
                                </p:cTn>
                              </p:par>
                              <p:par>
                                <p:cTn id="191" presetID="10" presetClass="entr" presetSubtype="0" fill="hold" nodeType="withEffect">
                                  <p:stCondLst>
                                    <p:cond delay="295"/>
                                  </p:stCondLst>
                                  <p:childTnLst>
                                    <p:set>
                                      <p:cBhvr>
                                        <p:cTn id="192" dur="1" fill="hold">
                                          <p:stCondLst>
                                            <p:cond delay="0"/>
                                          </p:stCondLst>
                                        </p:cTn>
                                        <p:tgtEl>
                                          <p:spTgt spid="33"/>
                                        </p:tgtEl>
                                        <p:attrNameLst>
                                          <p:attrName>style.visibility</p:attrName>
                                        </p:attrNameLst>
                                      </p:cBhvr>
                                      <p:to>
                                        <p:strVal val="visible"/>
                                      </p:to>
                                    </p:set>
                                    <p:animEffect transition="in" filter="fade">
                                      <p:cBhvr>
                                        <p:cTn id="193" dur="225"/>
                                        <p:tgtEl>
                                          <p:spTgt spid="33"/>
                                        </p:tgtEl>
                                      </p:cBhvr>
                                    </p:animEffect>
                                  </p:childTnLst>
                                </p:cTn>
                              </p:par>
                              <p:par>
                                <p:cTn id="194" presetID="22" presetClass="entr" presetSubtype="4" fill="hold" nodeType="withEffect">
                                  <p:stCondLst>
                                    <p:cond delay="330"/>
                                  </p:stCondLst>
                                  <p:childTnLst>
                                    <p:set>
                                      <p:cBhvr>
                                        <p:cTn id="195" dur="1" fill="hold">
                                          <p:stCondLst>
                                            <p:cond delay="0"/>
                                          </p:stCondLst>
                                        </p:cTn>
                                        <p:tgtEl>
                                          <p:spTgt spid="34"/>
                                        </p:tgtEl>
                                        <p:attrNameLst>
                                          <p:attrName>style.visibility</p:attrName>
                                        </p:attrNameLst>
                                      </p:cBhvr>
                                      <p:to>
                                        <p:strVal val="visible"/>
                                      </p:to>
                                    </p:set>
                                    <p:animEffect transition="in" filter="wipe(down)">
                                      <p:cBhvr>
                                        <p:cTn id="196" dur="250"/>
                                        <p:tgtEl>
                                          <p:spTgt spid="34"/>
                                        </p:tgtEl>
                                      </p:cBhvr>
                                    </p:animEffect>
                                  </p:childTnLst>
                                </p:cTn>
                              </p:par>
                              <p:par>
                                <p:cTn id="197" presetID="10" presetClass="entr" presetSubtype="0" fill="hold" nodeType="withEffect">
                                  <p:stCondLst>
                                    <p:cond delay="365"/>
                                  </p:stCondLst>
                                  <p:childTnLst>
                                    <p:set>
                                      <p:cBhvr>
                                        <p:cTn id="198" dur="1" fill="hold">
                                          <p:stCondLst>
                                            <p:cond delay="0"/>
                                          </p:stCondLst>
                                        </p:cTn>
                                        <p:tgtEl>
                                          <p:spTgt spid="35"/>
                                        </p:tgtEl>
                                        <p:attrNameLst>
                                          <p:attrName>style.visibility</p:attrName>
                                        </p:attrNameLst>
                                      </p:cBhvr>
                                      <p:to>
                                        <p:strVal val="visible"/>
                                      </p:to>
                                    </p:set>
                                    <p:animEffect transition="in" filter="fade">
                                      <p:cBhvr>
                                        <p:cTn id="199" dur="225"/>
                                        <p:tgtEl>
                                          <p:spTgt spid="35"/>
                                        </p:tgtEl>
                                      </p:cBhvr>
                                    </p:animEffect>
                                  </p:childTnLst>
                                </p:cTn>
                              </p:par>
                              <p:par>
                                <p:cTn id="200" presetID="22" presetClass="entr" presetSubtype="4" fill="hold" nodeType="withEffect">
                                  <p:stCondLst>
                                    <p:cond delay="365"/>
                                  </p:stCondLst>
                                  <p:childTnLst>
                                    <p:set>
                                      <p:cBhvr>
                                        <p:cTn id="201" dur="1" fill="hold">
                                          <p:stCondLst>
                                            <p:cond delay="0"/>
                                          </p:stCondLst>
                                        </p:cTn>
                                        <p:tgtEl>
                                          <p:spTgt spid="36"/>
                                        </p:tgtEl>
                                        <p:attrNameLst>
                                          <p:attrName>style.visibility</p:attrName>
                                        </p:attrNameLst>
                                      </p:cBhvr>
                                      <p:to>
                                        <p:strVal val="visible"/>
                                      </p:to>
                                    </p:set>
                                    <p:animEffect transition="in" filter="wipe(down)">
                                      <p:cBhvr>
                                        <p:cTn id="202" dur="250"/>
                                        <p:tgtEl>
                                          <p:spTgt spid="36"/>
                                        </p:tgtEl>
                                      </p:cBhvr>
                                    </p:animEffect>
                                  </p:childTnLst>
                                </p:cTn>
                              </p:par>
                              <p:par>
                                <p:cTn id="203" presetID="10" presetClass="entr" presetSubtype="0" fill="hold" nodeType="withEffect">
                                  <p:stCondLst>
                                    <p:cond delay="400"/>
                                  </p:stCondLst>
                                  <p:childTnLst>
                                    <p:set>
                                      <p:cBhvr>
                                        <p:cTn id="204" dur="1" fill="hold">
                                          <p:stCondLst>
                                            <p:cond delay="0"/>
                                          </p:stCondLst>
                                        </p:cTn>
                                        <p:tgtEl>
                                          <p:spTgt spid="37"/>
                                        </p:tgtEl>
                                        <p:attrNameLst>
                                          <p:attrName>style.visibility</p:attrName>
                                        </p:attrNameLst>
                                      </p:cBhvr>
                                      <p:to>
                                        <p:strVal val="visible"/>
                                      </p:to>
                                    </p:set>
                                    <p:animEffect transition="in" filter="fade">
                                      <p:cBhvr>
                                        <p:cTn id="205" dur="225"/>
                                        <p:tgtEl>
                                          <p:spTgt spid="37"/>
                                        </p:tgtEl>
                                      </p:cBhvr>
                                    </p:animEffect>
                                  </p:childTnLst>
                                </p:cTn>
                              </p:par>
                              <p:par>
                                <p:cTn id="206" presetID="22" presetClass="entr" presetSubtype="4" fill="hold" nodeType="withEffect">
                                  <p:stCondLst>
                                    <p:cond delay="435"/>
                                  </p:stCondLst>
                                  <p:childTnLst>
                                    <p:set>
                                      <p:cBhvr>
                                        <p:cTn id="207" dur="1" fill="hold">
                                          <p:stCondLst>
                                            <p:cond delay="0"/>
                                          </p:stCondLst>
                                        </p:cTn>
                                        <p:tgtEl>
                                          <p:spTgt spid="38"/>
                                        </p:tgtEl>
                                        <p:attrNameLst>
                                          <p:attrName>style.visibility</p:attrName>
                                        </p:attrNameLst>
                                      </p:cBhvr>
                                      <p:to>
                                        <p:strVal val="visible"/>
                                      </p:to>
                                    </p:set>
                                    <p:animEffect transition="in" filter="wipe(down)">
                                      <p:cBhvr>
                                        <p:cTn id="208" dur="250"/>
                                        <p:tgtEl>
                                          <p:spTgt spid="38"/>
                                        </p:tgtEl>
                                      </p:cBhvr>
                                    </p:animEffect>
                                  </p:childTnLst>
                                </p:cTn>
                              </p:par>
                              <p:par>
                                <p:cTn id="209" presetID="10" presetClass="entr" presetSubtype="0" grpId="0" fill="hold" nodeType="withEffect">
                                  <p:stCondLst>
                                    <p:cond delay="470"/>
                                  </p:stCondLst>
                                  <p:childTnLst>
                                    <p:set>
                                      <p:cBhvr>
                                        <p:cTn id="210" dur="1" fill="hold">
                                          <p:stCondLst>
                                            <p:cond delay="0"/>
                                          </p:stCondLst>
                                        </p:cTn>
                                        <p:tgtEl>
                                          <p:spTgt spid="39">
                                            <p:txEl>
                                              <p:pRg st="0" end="0"/>
                                            </p:txEl>
                                          </p:spTgt>
                                        </p:tgtEl>
                                        <p:attrNameLst>
                                          <p:attrName>style.visibility</p:attrName>
                                        </p:attrNameLst>
                                      </p:cBhvr>
                                      <p:to>
                                        <p:strVal val="visible"/>
                                      </p:to>
                                    </p:set>
                                    <p:animEffect transition="in" filter="fade">
                                      <p:cBhvr>
                                        <p:cTn id="211" dur="225"/>
                                        <p:tgtEl>
                                          <p:spTgt spid="39">
                                            <p:txEl>
                                              <p:pRg st="0" end="0"/>
                                            </p:txEl>
                                          </p:spTgt>
                                        </p:tgtEl>
                                      </p:cBhvr>
                                    </p:animEffect>
                                  </p:childTnLst>
                                </p:cTn>
                              </p:par>
                              <p:par>
                                <p:cTn id="212" presetID="10" presetClass="entr" presetSubtype="0" grpId="0" fill="hold" nodeType="withEffect">
                                  <p:stCondLst>
                                    <p:cond delay="660"/>
                                  </p:stCondLst>
                                  <p:childTnLst>
                                    <p:set>
                                      <p:cBhvr>
                                        <p:cTn id="213" dur="1" fill="hold">
                                          <p:stCondLst>
                                            <p:cond delay="0"/>
                                          </p:stCondLst>
                                        </p:cTn>
                                        <p:tgtEl>
                                          <p:spTgt spid="39">
                                            <p:txEl>
                                              <p:pRg st="1" end="1"/>
                                            </p:txEl>
                                          </p:spTgt>
                                        </p:tgtEl>
                                        <p:attrNameLst>
                                          <p:attrName>style.visibility</p:attrName>
                                        </p:attrNameLst>
                                      </p:cBhvr>
                                      <p:to>
                                        <p:strVal val="visible"/>
                                      </p:to>
                                    </p:set>
                                    <p:animEffect transition="in" filter="fade">
                                      <p:cBhvr>
                                        <p:cTn id="214" dur="225"/>
                                        <p:tgtEl>
                                          <p:spTgt spid="39">
                                            <p:txEl>
                                              <p:pRg st="1" end="1"/>
                                            </p:txEl>
                                          </p:spTgt>
                                        </p:tgtEl>
                                      </p:cBhvr>
                                    </p:animEffect>
                                  </p:childTnLst>
                                </p:cTn>
                              </p:par>
                              <p:par>
                                <p:cTn id="215" presetID="10" presetClass="entr" presetSubtype="0" grpId="0" fill="hold" nodeType="withEffect">
                                  <p:stCondLst>
                                    <p:cond delay="850"/>
                                  </p:stCondLst>
                                  <p:childTnLst>
                                    <p:set>
                                      <p:cBhvr>
                                        <p:cTn id="216" dur="1" fill="hold">
                                          <p:stCondLst>
                                            <p:cond delay="0"/>
                                          </p:stCondLst>
                                        </p:cTn>
                                        <p:tgtEl>
                                          <p:spTgt spid="39">
                                            <p:txEl>
                                              <p:pRg st="2" end="2"/>
                                            </p:txEl>
                                          </p:spTgt>
                                        </p:tgtEl>
                                        <p:attrNameLst>
                                          <p:attrName>style.visibility</p:attrName>
                                        </p:attrNameLst>
                                      </p:cBhvr>
                                      <p:to>
                                        <p:strVal val="visible"/>
                                      </p:to>
                                    </p:set>
                                    <p:animEffect transition="in" filter="fade">
                                      <p:cBhvr>
                                        <p:cTn id="217" dur="225"/>
                                        <p:tgtEl>
                                          <p:spTgt spid="39">
                                            <p:txEl>
                                              <p:pRg st="2" end="2"/>
                                            </p:txEl>
                                          </p:spTgt>
                                        </p:tgtEl>
                                      </p:cBhvr>
                                    </p:animEffect>
                                  </p:childTnLst>
                                </p:cTn>
                              </p:par>
                              <p:par>
                                <p:cTn id="218" presetID="22" presetClass="entr" presetSubtype="4" fill="hold" nodeType="withEffect">
                                  <p:stCondLst>
                                    <p:cond delay="505"/>
                                  </p:stCondLst>
                                  <p:childTnLst>
                                    <p:set>
                                      <p:cBhvr>
                                        <p:cTn id="219" dur="1" fill="hold">
                                          <p:stCondLst>
                                            <p:cond delay="0"/>
                                          </p:stCondLst>
                                        </p:cTn>
                                        <p:tgtEl>
                                          <p:spTgt spid="40"/>
                                        </p:tgtEl>
                                        <p:attrNameLst>
                                          <p:attrName>style.visibility</p:attrName>
                                        </p:attrNameLst>
                                      </p:cBhvr>
                                      <p:to>
                                        <p:strVal val="visible"/>
                                      </p:to>
                                    </p:set>
                                    <p:animEffect transition="in" filter="wipe(down)">
                                      <p:cBhvr>
                                        <p:cTn id="220" dur="250"/>
                                        <p:tgtEl>
                                          <p:spTgt spid="40"/>
                                        </p:tgtEl>
                                      </p:cBhvr>
                                    </p:animEffect>
                                  </p:childTnLst>
                                </p:cTn>
                              </p:par>
                              <p:par>
                                <p:cTn id="221" presetID="10" presetClass="entr" presetSubtype="0" fill="hold" nodeType="withEffect">
                                  <p:stCondLst>
                                    <p:cond delay="290"/>
                                  </p:stCondLst>
                                  <p:childTnLst>
                                    <p:set>
                                      <p:cBhvr>
                                        <p:cTn id="222" dur="1" fill="hold">
                                          <p:stCondLst>
                                            <p:cond delay="0"/>
                                          </p:stCondLst>
                                        </p:cTn>
                                        <p:tgtEl>
                                          <p:spTgt spid="41"/>
                                        </p:tgtEl>
                                        <p:attrNameLst>
                                          <p:attrName>style.visibility</p:attrName>
                                        </p:attrNameLst>
                                      </p:cBhvr>
                                      <p:to>
                                        <p:strVal val="visible"/>
                                      </p:to>
                                    </p:set>
                                    <p:animEffect transition="in" filter="fade">
                                      <p:cBhvr>
                                        <p:cTn id="223" dur="225"/>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1" grpId="0" build="p"/>
      <p:bldP spid="3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Cuatro técnicas para mejorar la baja frecuencia; elegimos la de Ma et al.</a:t>
            </a:r>
            <a:endParaRPr lang="en-US" sz="2200" dirty="0"/>
          </a:p>
        </p:txBody>
      </p:sp>
      <p:sp>
        <p:nvSpPr>
          <p:cNvPr id="3" name="Obj [o44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Existen cuatro familias de técnicas para mejorar la respuesta en baja frecuencia de un geófono</a:t>
            </a:r>
            <a:endParaRPr lang="en-US" sz="1400" dirty="0"/>
          </a:p>
        </p:txBody>
      </p:sp>
      <p:sp>
        <p:nvSpPr>
          <p:cNvPr id="4" name="Obj [o450]"/>
          <p:cNvSpPr/>
          <p:nvPr/>
        </p:nvSpPr>
        <p:spPr>
          <a:xfrm>
            <a:off x="966136" y="1681654"/>
            <a:ext cx="1722802" cy="681108"/>
          </a:xfrm>
          <a:prstGeom prst="rect">
            <a:avLst/>
          </a:prstGeom>
          <a:solidFill>
            <a:srgbClr val="6B6B6B"/>
          </a:solidFill>
          <a:ln w="6350">
            <a:solidFill>
              <a:srgbClr val="6B6B6B"/>
            </a:solidFill>
            <a:prstDash val="solid"/>
          </a:ln>
        </p:spPr>
      </p:sp>
      <p:sp>
        <p:nvSpPr>
          <p:cNvPr id="5" name="Obj [o451]"/>
          <p:cNvSpPr txBox="1"/>
          <p:nvPr/>
        </p:nvSpPr>
        <p:spPr>
          <a:xfrm>
            <a:off x="1006201"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carga del sensor</a:t>
            </a:r>
            <a:endParaRPr lang="en-US" sz="1170" dirty="0"/>
          </a:p>
        </p:txBody>
      </p:sp>
      <p:sp>
        <p:nvSpPr>
          <p:cNvPr id="6" name="Obj [o452]"/>
          <p:cNvSpPr/>
          <p:nvPr/>
        </p:nvSpPr>
        <p:spPr>
          <a:xfrm>
            <a:off x="966136" y="2362761"/>
            <a:ext cx="1722802" cy="1722802"/>
          </a:xfrm>
          <a:prstGeom prst="rect">
            <a:avLst/>
          </a:prstGeom>
          <a:solidFill>
            <a:srgbClr val="FFFFFF"/>
          </a:solidFill>
          <a:ln w="16694">
            <a:solidFill>
              <a:srgbClr val="6B6B6B"/>
            </a:solidFill>
            <a:prstDash val="solid"/>
          </a:ln>
        </p:spPr>
      </p:sp>
      <p:sp>
        <p:nvSpPr>
          <p:cNvPr id="7" name="Obj [o453]"/>
          <p:cNvSpPr txBox="1"/>
          <p:nvPr/>
        </p:nvSpPr>
        <p:spPr>
          <a:xfrm>
            <a:off x="1062292"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080" dirty="0"/>
          </a:p>
        </p:txBody>
      </p:sp>
      <p:sp>
        <p:nvSpPr>
          <p:cNvPr id="8" name="Obj [o454]"/>
          <p:cNvSpPr/>
          <p:nvPr/>
        </p:nvSpPr>
        <p:spPr>
          <a:xfrm>
            <a:off x="2809133" y="1681654"/>
            <a:ext cx="1722802" cy="681108"/>
          </a:xfrm>
          <a:prstGeom prst="rect">
            <a:avLst/>
          </a:prstGeom>
          <a:solidFill>
            <a:srgbClr val="6B6B6B"/>
          </a:solidFill>
          <a:ln w="6350">
            <a:solidFill>
              <a:srgbClr val="6B6B6B"/>
            </a:solidFill>
            <a:prstDash val="solid"/>
          </a:ln>
        </p:spPr>
      </p:sp>
      <p:sp>
        <p:nvSpPr>
          <p:cNvPr id="9" name="Obj [o455]"/>
          <p:cNvSpPr txBox="1"/>
          <p:nvPr/>
        </p:nvSpPr>
        <p:spPr>
          <a:xfrm>
            <a:off x="2849198"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Compensación inversa (cero–polo)</a:t>
            </a:r>
            <a:endParaRPr lang="en-US" sz="1170" dirty="0"/>
          </a:p>
        </p:txBody>
      </p:sp>
      <p:sp>
        <p:nvSpPr>
          <p:cNvPr id="10" name="Obj [o456]"/>
          <p:cNvSpPr/>
          <p:nvPr/>
        </p:nvSpPr>
        <p:spPr>
          <a:xfrm>
            <a:off x="2809133" y="2362761"/>
            <a:ext cx="1722802" cy="1722802"/>
          </a:xfrm>
          <a:prstGeom prst="rect">
            <a:avLst/>
          </a:prstGeom>
          <a:solidFill>
            <a:srgbClr val="FFFFFF"/>
          </a:solidFill>
          <a:ln w="16694">
            <a:solidFill>
              <a:srgbClr val="6B6B6B"/>
            </a:solidFill>
            <a:prstDash val="solid"/>
          </a:ln>
        </p:spPr>
      </p:sp>
      <p:sp>
        <p:nvSpPr>
          <p:cNvPr id="11" name="Obj [o457]"/>
          <p:cNvSpPr txBox="1"/>
          <p:nvPr/>
        </p:nvSpPr>
        <p:spPr>
          <a:xfrm>
            <a:off x="2905289"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080" dirty="0"/>
          </a:p>
        </p:txBody>
      </p:sp>
      <p:sp>
        <p:nvSpPr>
          <p:cNvPr id="12" name="Obj [o458]"/>
          <p:cNvSpPr/>
          <p:nvPr/>
        </p:nvSpPr>
        <p:spPr>
          <a:xfrm>
            <a:off x="4652130" y="1681654"/>
            <a:ext cx="1722802" cy="681108"/>
          </a:xfrm>
          <a:prstGeom prst="rect">
            <a:avLst/>
          </a:prstGeom>
          <a:solidFill>
            <a:srgbClr val="6B6B6B"/>
          </a:solidFill>
          <a:ln w="6350">
            <a:solidFill>
              <a:srgbClr val="6B6B6B"/>
            </a:solidFill>
            <a:prstDash val="solid"/>
          </a:ln>
        </p:spPr>
      </p:sp>
      <p:sp>
        <p:nvSpPr>
          <p:cNvPr id="13" name="Obj [o459]"/>
          <p:cNvSpPr txBox="1"/>
          <p:nvPr/>
        </p:nvSpPr>
        <p:spPr>
          <a:xfrm>
            <a:off x="4692195"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Resistencia negativa y balance de fuerza</a:t>
            </a:r>
            <a:endParaRPr lang="en-US" sz="1170" dirty="0"/>
          </a:p>
        </p:txBody>
      </p:sp>
      <p:sp>
        <p:nvSpPr>
          <p:cNvPr id="14" name="Obj [o460]"/>
          <p:cNvSpPr/>
          <p:nvPr/>
        </p:nvSpPr>
        <p:spPr>
          <a:xfrm>
            <a:off x="4652130" y="2362761"/>
            <a:ext cx="1722802" cy="1722802"/>
          </a:xfrm>
          <a:prstGeom prst="rect">
            <a:avLst/>
          </a:prstGeom>
          <a:solidFill>
            <a:srgbClr val="FFFFFF"/>
          </a:solidFill>
          <a:ln w="16694">
            <a:solidFill>
              <a:srgbClr val="6B6B6B"/>
            </a:solidFill>
            <a:prstDash val="solid"/>
          </a:ln>
        </p:spPr>
      </p:sp>
      <p:sp>
        <p:nvSpPr>
          <p:cNvPr id="15" name="Obj [o461]"/>
          <p:cNvSpPr txBox="1"/>
          <p:nvPr/>
        </p:nvSpPr>
        <p:spPr>
          <a:xfrm>
            <a:off x="4748287"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080" dirty="0"/>
          </a:p>
        </p:txBody>
      </p:sp>
      <p:sp>
        <p:nvSpPr>
          <p:cNvPr id="16" name="Obj [o462]"/>
          <p:cNvSpPr/>
          <p:nvPr/>
        </p:nvSpPr>
        <p:spPr>
          <a:xfrm>
            <a:off x="6495128" y="1681654"/>
            <a:ext cx="1722802" cy="681108"/>
          </a:xfrm>
          <a:prstGeom prst="rect">
            <a:avLst/>
          </a:prstGeom>
          <a:solidFill>
            <a:srgbClr val="2E75B6"/>
          </a:solidFill>
          <a:ln w="6350">
            <a:solidFill>
              <a:srgbClr val="2E75B6"/>
            </a:solidFill>
            <a:prstDash val="solid"/>
          </a:ln>
        </p:spPr>
      </p:sp>
      <p:sp>
        <p:nvSpPr>
          <p:cNvPr id="17" name="Obj [o463]"/>
          <p:cNvSpPr txBox="1"/>
          <p:nvPr/>
        </p:nvSpPr>
        <p:spPr>
          <a:xfrm>
            <a:off x="6535193"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forma de la respuesta</a:t>
            </a:r>
            <a:endParaRPr lang="en-US" sz="1170" dirty="0"/>
          </a:p>
        </p:txBody>
      </p:sp>
      <p:sp>
        <p:nvSpPr>
          <p:cNvPr id="18" name="Obj [o464]"/>
          <p:cNvSpPr/>
          <p:nvPr/>
        </p:nvSpPr>
        <p:spPr>
          <a:xfrm>
            <a:off x="6495128" y="2362761"/>
            <a:ext cx="1722802" cy="1722802"/>
          </a:xfrm>
          <a:prstGeom prst="rect">
            <a:avLst/>
          </a:prstGeom>
          <a:solidFill>
            <a:srgbClr val="FFFFFF"/>
          </a:solidFill>
          <a:ln w="16694">
            <a:solidFill>
              <a:srgbClr val="2E75B6"/>
            </a:solidFill>
            <a:prstDash val="solid"/>
          </a:ln>
        </p:spPr>
      </p:sp>
      <p:sp>
        <p:nvSpPr>
          <p:cNvPr id="19" name="Obj [o465]"/>
          <p:cNvSpPr txBox="1"/>
          <p:nvPr/>
        </p:nvSpPr>
        <p:spPr>
          <a:xfrm>
            <a:off x="6591284"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080" dirty="0"/>
          </a:p>
        </p:txBody>
      </p:sp>
      <p:sp>
        <p:nvSpPr>
          <p:cNvPr id="20" name="Obj [o466]"/>
          <p:cNvSpPr txBox="1"/>
          <p:nvPr/>
        </p:nvSpPr>
        <p:spPr>
          <a:xfrm>
            <a:off x="966136" y="4165694"/>
            <a:ext cx="7211728" cy="320521"/>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440" dirty="0"/>
          </a:p>
        </p:txBody>
      </p:sp>
      <p:sp>
        <p:nvSpPr>
          <p:cNvPr id="21" name="Obj [o4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Pazos, Alguacil y Davila (2005), BSSA 95(5), 1940–1946, según Ma et al. (2023), Sensors 23(6), 3082; Hakimitoroghi et al. (2017) y Zhang (2025): por confirmar.</a:t>
            </a:r>
            <a:endParaRPr lang="en-US" sz="800" dirty="0"/>
          </a:p>
        </p:txBody>
      </p:sp>
      <p:sp>
        <p:nvSpPr>
          <p:cNvPr id="22" name="Obj [o46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Invertir la respuesta del sensor exige muchísima ganancia cerca de continua</a:t>
            </a:r>
            <a:endParaRPr lang="en-US" sz="1400" dirty="0"/>
          </a:p>
        </p:txBody>
      </p:sp>
      <p:sp>
        <p:nvSpPr>
          <p:cNvPr id="23" name="Obj [o469]"/>
          <p:cNvSpPr txBox="1"/>
          <p:nvPr/>
        </p:nvSpPr>
        <p:spPr>
          <a:xfrm>
            <a:off x="966136" y="1681654"/>
            <a:ext cx="4246907"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Altísima ganancia cerca de DC</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Offsets y bias pueden llevarla a saturación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Amplifica el ruido de baja frecuencia fuera de banda</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620" dirty="0"/>
          </a:p>
        </p:txBody>
      </p:sp>
      <p:sp>
        <p:nvSpPr>
          <p:cNvPr id="24" name="Obj [o470]"/>
          <p:cNvSpPr/>
          <p:nvPr/>
        </p:nvSpPr>
        <p:spPr>
          <a:xfrm>
            <a:off x="5533564" y="1721719"/>
            <a:ext cx="2644300" cy="400652"/>
          </a:xfrm>
          <a:prstGeom prst="rect">
            <a:avLst/>
          </a:prstGeom>
          <a:solidFill>
            <a:srgbClr val="C55A11"/>
          </a:solidFill>
          <a:ln w="6350">
            <a:solidFill>
              <a:srgbClr val="C55A11"/>
            </a:solidFill>
            <a:prstDash val="solid"/>
          </a:ln>
        </p:spPr>
      </p:sp>
      <p:sp>
        <p:nvSpPr>
          <p:cNvPr id="25" name="Obj [o471]"/>
          <p:cNvSpPr txBox="1"/>
          <p:nvPr/>
        </p:nvSpPr>
        <p:spPr>
          <a:xfrm>
            <a:off x="5533564" y="1721719"/>
            <a:ext cx="2644300"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Ganancia necesaria a 1 Hz</a:t>
            </a:r>
            <a:endParaRPr lang="en-US" sz="1350" dirty="0"/>
          </a:p>
        </p:txBody>
      </p:sp>
      <p:sp>
        <p:nvSpPr>
          <p:cNvPr id="26" name="Obj [o472]"/>
          <p:cNvSpPr/>
          <p:nvPr/>
        </p:nvSpPr>
        <p:spPr>
          <a:xfrm>
            <a:off x="5533564" y="2122371"/>
            <a:ext cx="2644300" cy="1362215"/>
          </a:xfrm>
          <a:prstGeom prst="rect">
            <a:avLst/>
          </a:prstGeom>
          <a:solidFill>
            <a:srgbClr val="FFFFFF"/>
          </a:solidFill>
          <a:ln w="16694">
            <a:solidFill>
              <a:srgbClr val="C55A11"/>
            </a:solidFill>
            <a:prstDash val="solid"/>
          </a:ln>
        </p:spPr>
      </p:sp>
      <p:sp>
        <p:nvSpPr>
          <p:cNvPr id="27" name="Obj [o473]"/>
          <p:cNvSpPr txBox="1"/>
          <p:nvPr/>
        </p:nvSpPr>
        <p:spPr>
          <a:xfrm>
            <a:off x="5533564" y="2162436"/>
            <a:ext cx="2644300" cy="721173"/>
          </a:xfrm>
          <a:prstGeom prst="rect">
            <a:avLst/>
          </a:prstGeom>
          <a:noFill/>
          <a:ln/>
        </p:spPr>
        <p:txBody>
          <a:bodyPr wrap="square" lIns="0" tIns="0" rIns="0" bIns="0" rtlCol="0" anchor="ctr"/>
          <a:lstStyle/>
          <a:p>
            <a:pPr algn="ctr" indent="0" marL="0">
              <a:buNone/>
            </a:pPr>
            <a:r>
              <a:rPr lang="en-US" sz="3239" b="1" dirty="0">
                <a:solidFill>
                  <a:srgbClr val="C55A11"/>
                </a:solidFill>
                <a:latin typeface="Arial" pitchFamily="34" charset="0"/>
                <a:ea typeface="Arial" pitchFamily="34" charset="-122"/>
                <a:cs typeface="Arial" pitchFamily="34" charset="-120"/>
              </a:rPr>
              <a:t>≈ +40 dB</a:t>
            </a:r>
            <a:endParaRPr lang="en-US" sz="3239" dirty="0"/>
          </a:p>
        </p:txBody>
      </p:sp>
      <p:sp>
        <p:nvSpPr>
          <p:cNvPr id="28" name="Obj [o474]"/>
          <p:cNvSpPr txBox="1"/>
          <p:nvPr/>
        </p:nvSpPr>
        <p:spPr>
          <a:xfrm>
            <a:off x="5653759" y="2883609"/>
            <a:ext cx="2403909" cy="560912"/>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080" i="1">
                        <a:solidFill>
                          <a:srgbClr val="6B6B6B"/>
                        </a:solidFill>
                        <a:latin typeface="Cambria Math" panose="02040503050406030204" pitchFamily="18" charset="0"/>
                      </a:rPr>
                      <m:t xml:space="preserve">ζ</m:t>
                    </m:r>
                    <m:r>
                      <m:rPr>
                        <m:sty m:val="p"/>
                      </m:rPr>
                      <a:rPr lang="es-ES" sz="1080">
                        <a:solidFill>
                          <a:srgbClr val="6B6B6B"/>
                        </a:solidFill>
                        <a:latin typeface="Cambria Math" panose="02040503050406030204" pitchFamily="18" charset="0"/>
                      </a:rPr>
                      <m:t xml:space="preserve">=</m:t>
                    </m:r>
                    <m:r>
                      <m:rPr>
                        <m:sty m:val="p"/>
                      </m:rPr>
                      <a:rPr lang="es-ES" sz="1080">
                        <a:solidFill>
                          <a:srgbClr val="6B6B6B"/>
                        </a:solidFill>
                        <a:latin typeface="Cambria Math" panose="02040503050406030204" pitchFamily="18" charset="0"/>
                      </a:rPr>
                      <m:t xml:space="preserve">0,25</m:t>
                    </m:r>
                  </m:oMath>
                </a14:m>
              </mc:Choice>
              <mc:Fallback>
                <a:r>
                  <a:rPr lang="en-US" sz="1080" dirty="0">
                    <a:solidFill>
                      <a:srgbClr val="6B6B6B"/>
                    </a:solidFill>
                    <a:latin typeface="Arial" pitchFamily="34" charset="0"/>
                    <a:ea typeface="Arial" pitchFamily="34" charset="-122"/>
                    <a:cs typeface="Arial" pitchFamily="34" charset="-120"/>
                  </a:rPr>
                  <a:t>ζ = 0,25</a:t>
                </a:r>
              </mc:Fallback>
            </mc:AlternateContent>
            <a:r>
              <a:rPr lang="en-US" sz="1080" dirty="0">
                <a:solidFill>
                  <a:srgbClr val="6B6B6B"/>
                </a:solidFill>
                <a:latin typeface="Arial" pitchFamily="34" charset="0"/>
                <a:ea typeface="Arial" pitchFamily="34" charset="-122"/>
                <a:cs typeface="Arial" pitchFamily="34" charset="-120"/>
              </a:rPr>
              <a:t>, referido a velocidad)</a:t>
            </a:r>
            <a:endParaRPr lang="en-US" sz="1080" dirty="0"/>
          </a:p>
        </p:txBody>
      </p:sp>
      <p:sp>
        <p:nvSpPr>
          <p:cNvPr id="30" name="Obj [o475]"/>
          <p:cNvSpPr txBox="1"/>
          <p:nvPr/>
        </p:nvSpPr>
        <p:spPr>
          <a:xfrm>
            <a:off x="966136" y="4045498"/>
            <a:ext cx="7211728" cy="440717"/>
          </a:xfrm>
          <a:prstGeom prst="rect">
            <a:avLst/>
          </a:prstGeom>
          <a:noFill/>
          <a:ln/>
        </p:spPr>
        <p:txBody>
          <a:bodyPr wrap="square" lIns="0" tIns="0" rIns="0" bIns="0" rtlCol="0" anchor="t"/>
          <a:lstStyle/>
          <a:p>
            <a:pPr indent="0" marL="0">
              <a:buNone/>
            </a:pPr>
            <a:r>
              <a:rPr lang="en-US" sz="126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260" dirty="0"/>
          </a:p>
        </p:txBody>
      </p:sp>
      <p:sp>
        <p:nvSpPr>
          <p:cNvPr id="31" name="Obj [o47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Hakimitoroghi et al. (2017); modelo propio (slide 54). Por confirmar.</a:t>
            </a:r>
            <a:endParaRPr lang="en-US" sz="800" dirty="0"/>
          </a:p>
        </p:txBody>
      </p:sp>
      <p:sp>
        <p:nvSpPr>
          <p:cNvPr id="32" name="Obj [o47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1400" dirty="0"/>
          </a:p>
        </p:txBody>
      </p:sp>
      <p:sp>
        <p:nvSpPr>
          <p:cNvPr id="33" name="Obj [o478]"/>
          <p:cNvSpPr/>
          <p:nvPr/>
        </p:nvSpPr>
        <p:spPr>
          <a:xfrm>
            <a:off x="966136" y="1681654"/>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4" name="Obj [o479]"/>
              <p:cNvSpPr txBox="1"/>
              <p:nvPr/>
            </p:nvSpPr>
            <p:spPr>
              <a:xfrm>
                <a:off x="966136" y="1681654"/>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ζ</m:t>
                          </m:r>
                        </m:e>
                        <m:sub>
                          <m:r>
                            <a:rPr lang="es-ES" sz="2200" i="1">
                              <a:solidFill>
                                <a:srgbClr val="1F4E79"/>
                              </a:solidFill>
                              <a:latin typeface="Cambria Math" panose="02040503050406030204" pitchFamily="18" charset="0"/>
                            </a:rPr>
                            <m:t xml:space="preserve">0</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34" name="Obj [o479]"/>
              <p:cNvSpPr txBox="1"/>
              <p:nvPr/>
            </p:nvSpPr>
            <p:spPr>
              <a:xfrm>
                <a:off x="966136" y="1681654"/>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ζ0 + G0² / (2mωn(Ri + RL))</a:t>
                </a:r>
                <a:endParaRPr lang="en-US" sz="2159" dirty="0"/>
              </a:p>
            </p:txBody>
          </p:sp>
        </mc:Fallback>
      </mc:AlternateContent>
      <p:sp>
        <p:nvSpPr>
          <p:cNvPr id="35" name="Obj [o480]"/>
          <p:cNvSpPr txBox="1"/>
          <p:nvPr/>
        </p:nvSpPr>
        <p:spPr>
          <a:xfrm>
            <a:off x="966136" y="2603152"/>
            <a:ext cx="7211728" cy="1201955"/>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El lazo activo interactúa directamente con el transductor</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440" dirty="0"/>
          </a:p>
        </p:txBody>
      </p:sp>
      <p:sp>
        <p:nvSpPr>
          <p:cNvPr id="36" name="Obj [o481]"/>
          <p:cNvSpPr txBox="1"/>
          <p:nvPr/>
        </p:nvSpPr>
        <p:spPr>
          <a:xfrm>
            <a:off x="966136" y="3885237"/>
            <a:ext cx="7211728" cy="480782"/>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440" dirty="0"/>
          </a:p>
        </p:txBody>
      </p:sp>
      <p:sp>
        <p:nvSpPr>
          <p:cNvPr id="37" name="Obj [o48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circuito de resistencia negativa; resumen firmado, sec. 4.2, ec. (8). Por confirmar.</a:t>
            </a:r>
            <a:endParaRPr lang="en-US" sz="800" dirty="0"/>
          </a:p>
        </p:txBody>
      </p:sp>
      <p:sp>
        <p:nvSpPr>
          <p:cNvPr id="38" name="Obj [o48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idea de Ma et al.: no levantar el fondo, bajar el pico</a:t>
            </a:r>
            <a:endParaRPr lang="en-US" sz="1400" dirty="0"/>
          </a:p>
        </p:txBody>
      </p:sp>
      <p:pic>
        <p:nvPicPr>
          <p:cNvPr id="39" name="Obj [o484]" descr="Respuesta referida a aceleración: geófono, compensador ideal sin ganancia y compensador ideal con ganancia">    </p:cNvPr>
          <p:cNvPicPr>
            <a:picLocks noChangeAspect="1"/>
          </p:cNvPicPr>
          <p:nvPr/>
        </p:nvPicPr>
        <p:blipFill>
          <a:blip r:embed="rId1"/>
          <a:stretch>
            <a:fillRect/>
          </a:stretch>
        </p:blipFill>
        <p:spPr>
          <a:xfrm>
            <a:off x="886005" y="1601523"/>
            <a:ext cx="4487298" cy="2546845"/>
          </a:xfrm>
          <a:prstGeom prst="rect">
            <a:avLst/>
          </a:prstGeom>
        </p:spPr>
      </p:pic>
      <p:sp>
        <p:nvSpPr>
          <p:cNvPr id="40" name="Obj [o485]"/>
          <p:cNvSpPr txBox="1"/>
          <p:nvPr/>
        </p:nvSpPr>
        <p:spPr>
          <a:xfrm>
            <a:off x="5533564" y="1681654"/>
            <a:ext cx="2644300" cy="2724431"/>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Se atenúa la zona de la resonancia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Después se recupera el nivel con ganancia global</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pasabanda se ensancha, pero sigue siendo un pasabanda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170" dirty="0"/>
          </a:p>
        </p:txBody>
      </p:sp>
      <p:sp>
        <p:nvSpPr>
          <p:cNvPr id="41" name="Obj [o486]"/>
          <p:cNvSpPr txBox="1"/>
          <p:nvPr/>
        </p:nvSpPr>
        <p:spPr>
          <a:xfrm>
            <a:off x="966136" y="4221785"/>
            <a:ext cx="4487298" cy="240391"/>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Compensador ideal</a:t>
            </a:r>
            <a:endParaRPr lang="en-US" sz="1080" dirty="0"/>
          </a:p>
        </p:txBody>
      </p:sp>
      <p:sp>
        <p:nvSpPr>
          <p:cNvPr id="42" name="Obj [o4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documento de tesis (03b_topologias.tex); curvas propias.</a:t>
            </a:r>
            <a:endParaRPr lang="en-US" sz="800" dirty="0"/>
          </a:p>
        </p:txBody>
      </p:sp>
      <p:sp>
        <p:nvSpPr>
          <p:cNvPr id="43" name="Obj [o4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el método de Ma et al. porque es estable, simple y no amplifica ruido</a:t>
            </a:r>
            <a:endParaRPr lang="en-US" sz="1400" dirty="0"/>
          </a:p>
        </p:txBody>
      </p:sp>
      <p:sp>
        <p:nvSpPr>
          <p:cNvPr id="44" name="Obj [o489]"/>
          <p:cNvSpPr/>
          <p:nvPr/>
        </p:nvSpPr>
        <p:spPr>
          <a:xfrm>
            <a:off x="441794" y="1633397"/>
            <a:ext cx="2204996" cy="380172"/>
          </a:xfrm>
          <a:prstGeom prst="rect">
            <a:avLst/>
          </a:prstGeom>
          <a:solidFill>
            <a:srgbClr val="1F4E79"/>
          </a:solidFill>
          <a:ln w="6350">
            <a:solidFill>
              <a:srgbClr val="1F4E79"/>
            </a:solidFill>
            <a:prstDash val="solid"/>
          </a:ln>
        </p:spPr>
      </p:sp>
      <p:sp>
        <p:nvSpPr>
          <p:cNvPr id="45" name="Obj [o490]"/>
          <p:cNvSpPr txBox="1"/>
          <p:nvPr/>
        </p:nvSpPr>
        <p:spPr>
          <a:xfrm>
            <a:off x="479812"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Estable</a:t>
            </a:r>
            <a:endParaRPr lang="en-US" sz="1380" dirty="0"/>
          </a:p>
        </p:txBody>
      </p:sp>
      <p:sp>
        <p:nvSpPr>
          <p:cNvPr id="46" name="Obj [o491]"/>
          <p:cNvSpPr/>
          <p:nvPr/>
        </p:nvSpPr>
        <p:spPr>
          <a:xfrm>
            <a:off x="441794" y="2013568"/>
            <a:ext cx="2204996" cy="912412"/>
          </a:xfrm>
          <a:prstGeom prst="rect">
            <a:avLst/>
          </a:prstGeom>
          <a:solidFill>
            <a:srgbClr val="FFFFFF"/>
          </a:solidFill>
          <a:ln w="15840">
            <a:solidFill>
              <a:srgbClr val="1F4E79"/>
            </a:solidFill>
            <a:prstDash val="solid"/>
          </a:ln>
        </p:spPr>
      </p:sp>
      <p:sp>
        <p:nvSpPr>
          <p:cNvPr id="47" name="Obj [o492]"/>
          <p:cNvSpPr txBox="1"/>
          <p:nvPr/>
        </p:nvSpPr>
        <p:spPr>
          <a:xfrm>
            <a:off x="533036"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122" dirty="0"/>
          </a:p>
        </p:txBody>
      </p:sp>
      <p:sp>
        <p:nvSpPr>
          <p:cNvPr id="48" name="Obj [o493]"/>
          <p:cNvSpPr/>
          <p:nvPr/>
        </p:nvSpPr>
        <p:spPr>
          <a:xfrm>
            <a:off x="2760842" y="1633397"/>
            <a:ext cx="2204996" cy="380172"/>
          </a:xfrm>
          <a:prstGeom prst="rect">
            <a:avLst/>
          </a:prstGeom>
          <a:solidFill>
            <a:srgbClr val="1F4E79"/>
          </a:solidFill>
          <a:ln w="6350">
            <a:solidFill>
              <a:srgbClr val="1F4E79"/>
            </a:solidFill>
            <a:prstDash val="solid"/>
          </a:ln>
        </p:spPr>
      </p:sp>
      <p:sp>
        <p:nvSpPr>
          <p:cNvPr id="49" name="Obj [o494]"/>
          <p:cNvSpPr txBox="1"/>
          <p:nvPr/>
        </p:nvSpPr>
        <p:spPr>
          <a:xfrm>
            <a:off x="2798859"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Simple</a:t>
            </a:r>
            <a:endParaRPr lang="en-US" sz="1380" dirty="0"/>
          </a:p>
        </p:txBody>
      </p:sp>
      <p:sp>
        <p:nvSpPr>
          <p:cNvPr id="50" name="Obj [o495]"/>
          <p:cNvSpPr/>
          <p:nvPr/>
        </p:nvSpPr>
        <p:spPr>
          <a:xfrm>
            <a:off x="2760842" y="2013568"/>
            <a:ext cx="2204996" cy="912412"/>
          </a:xfrm>
          <a:prstGeom prst="rect">
            <a:avLst/>
          </a:prstGeom>
          <a:solidFill>
            <a:srgbClr val="FFFFFF"/>
          </a:solidFill>
          <a:ln w="15840">
            <a:solidFill>
              <a:srgbClr val="1F4E79"/>
            </a:solidFill>
            <a:prstDash val="solid"/>
          </a:ln>
        </p:spPr>
      </p:sp>
      <p:sp>
        <p:nvSpPr>
          <p:cNvPr id="51" name="Obj [o496]"/>
          <p:cNvSpPr txBox="1"/>
          <p:nvPr/>
        </p:nvSpPr>
        <p:spPr>
          <a:xfrm>
            <a:off x="2852083"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Su implementación requiere pocos componentes.</a:t>
            </a:r>
            <a:endParaRPr lang="en-US" sz="1122" dirty="0"/>
          </a:p>
        </p:txBody>
      </p:sp>
      <p:sp>
        <p:nvSpPr>
          <p:cNvPr id="52" name="Obj [o497]"/>
          <p:cNvSpPr/>
          <p:nvPr/>
        </p:nvSpPr>
        <p:spPr>
          <a:xfrm>
            <a:off x="5079890" y="1633397"/>
            <a:ext cx="2204996" cy="380172"/>
          </a:xfrm>
          <a:prstGeom prst="rect">
            <a:avLst/>
          </a:prstGeom>
          <a:solidFill>
            <a:srgbClr val="1F4E79"/>
          </a:solidFill>
          <a:ln w="6350">
            <a:solidFill>
              <a:srgbClr val="1F4E79"/>
            </a:solidFill>
            <a:prstDash val="solid"/>
          </a:ln>
        </p:spPr>
      </p:sp>
      <p:sp>
        <p:nvSpPr>
          <p:cNvPr id="53" name="Obj [o498]"/>
          <p:cNvSpPr txBox="1"/>
          <p:nvPr/>
        </p:nvSpPr>
        <p:spPr>
          <a:xfrm>
            <a:off x="5117907"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No amplifica ruido</a:t>
            </a:r>
            <a:endParaRPr lang="en-US" sz="1380" dirty="0"/>
          </a:p>
        </p:txBody>
      </p:sp>
      <p:sp>
        <p:nvSpPr>
          <p:cNvPr id="54" name="Obj [o499]"/>
          <p:cNvSpPr/>
          <p:nvPr/>
        </p:nvSpPr>
        <p:spPr>
          <a:xfrm>
            <a:off x="5079890" y="2013568"/>
            <a:ext cx="2204996" cy="912412"/>
          </a:xfrm>
          <a:prstGeom prst="rect">
            <a:avLst/>
          </a:prstGeom>
          <a:solidFill>
            <a:srgbClr val="FFFFFF"/>
          </a:solidFill>
          <a:ln w="15840">
            <a:solidFill>
              <a:srgbClr val="1F4E79"/>
            </a:solidFill>
            <a:prstDash val="solid"/>
          </a:ln>
        </p:spPr>
      </p:sp>
      <p:sp>
        <p:nvSpPr>
          <p:cNvPr id="55" name="Obj [o500]"/>
          <p:cNvSpPr txBox="1"/>
          <p:nvPr/>
        </p:nvSpPr>
        <p:spPr>
          <a:xfrm>
            <a:off x="5171131"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122" dirty="0"/>
          </a:p>
        </p:txBody>
      </p:sp>
      <p:sp>
        <p:nvSpPr>
          <p:cNvPr id="56" name="Obj [o501]"/>
          <p:cNvSpPr/>
          <p:nvPr/>
        </p:nvSpPr>
        <p:spPr>
          <a:xfrm>
            <a:off x="441794" y="2963998"/>
            <a:ext cx="6843091" cy="646292"/>
          </a:xfrm>
          <a:prstGeom prst="rect">
            <a:avLst/>
          </a:prstGeom>
          <a:solidFill>
            <a:srgbClr val="EAF1F8"/>
          </a:solidFill>
          <a:ln w="6350">
            <a:solidFill>
              <a:srgbClr val="EAF1F8"/>
            </a:solidFill>
            <a:prstDash val="solid"/>
          </a:ln>
        </p:spPr>
      </p:sp>
      <p:sp>
        <p:nvSpPr>
          <p:cNvPr id="57" name="Obj [o502]"/>
          <p:cNvSpPr txBox="1"/>
          <p:nvPr/>
        </p:nvSpPr>
        <p:spPr>
          <a:xfrm>
            <a:off x="555846" y="2963998"/>
            <a:ext cx="6614988" cy="646292"/>
          </a:xfrm>
          <a:prstGeom prst="rect">
            <a:avLst/>
          </a:prstGeom>
          <a:noFill/>
          <a:ln/>
        </p:spPr>
        <p:txBody>
          <a:bodyPr wrap="square" lIns="0" tIns="0" rIns="0" bIns="0" rtlCol="0" anchor="ctr"/>
          <a:lstStyle/>
          <a:p>
            <a:pPr indent="0" marL="0">
              <a:buNone/>
            </a:pPr>
            <a:r>
              <a:rPr lang="en-US" sz="1208"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208" dirty="0"/>
          </a:p>
        </p:txBody>
      </p:sp>
      <p:sp>
        <p:nvSpPr>
          <p:cNvPr id="58" name="Obj [o503]"/>
          <p:cNvSpPr/>
          <p:nvPr/>
        </p:nvSpPr>
        <p:spPr>
          <a:xfrm>
            <a:off x="441794" y="3686324"/>
            <a:ext cx="6843091" cy="532240"/>
          </a:xfrm>
          <a:prstGeom prst="rect">
            <a:avLst/>
          </a:prstGeom>
          <a:solidFill>
            <a:srgbClr val="FBE9DD"/>
          </a:solidFill>
          <a:ln w="6350">
            <a:solidFill>
              <a:srgbClr val="FBE9DD"/>
            </a:solidFill>
            <a:prstDash val="solid"/>
          </a:ln>
        </p:spPr>
      </p:sp>
      <p:sp>
        <p:nvSpPr>
          <p:cNvPr id="59" name="Obj [o504]"/>
          <p:cNvSpPr txBox="1"/>
          <p:nvPr/>
        </p:nvSpPr>
        <p:spPr>
          <a:xfrm>
            <a:off x="555846" y="3686324"/>
            <a:ext cx="6614988" cy="532240"/>
          </a:xfrm>
          <a:prstGeom prst="rect">
            <a:avLst/>
          </a:prstGeom>
          <a:noFill/>
          <a:ln/>
        </p:spPr>
        <p:txBody>
          <a:bodyPr wrap="square" lIns="0" tIns="0" rIns="0" bIns="0" rtlCol="0" anchor="ctr"/>
          <a:lstStyle/>
          <a:p>
            <a:pPr indent="0" marL="0">
              <a:buNone/>
            </a:pPr>
            <a:r>
              <a:rPr lang="en-US" sz="1294"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294" dirty="0"/>
          </a:p>
        </p:txBody>
      </p:sp>
      <p:sp>
        <p:nvSpPr>
          <p:cNvPr id="60" name="Obj [o50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Pazos et al. (2005); estabilidad y ruido: inferencia propia, por confirmar.</a:t>
            </a:r>
            <a:endParaRPr lang="en-US" sz="800" dirty="0"/>
          </a:p>
        </p:txBody>
      </p:sp>
      <p:sp>
        <p:nvSpPr>
          <p:cNvPr id="61" name="Obj [o50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compensador sube el amortiguamiento del conjunto: es un camino directo menos un pasabanda</a:t>
            </a:r>
            <a:endParaRPr lang="en-US" sz="1400" dirty="0"/>
          </a:p>
        </p:txBody>
      </p:sp>
      <p:sp>
        <p:nvSpPr>
          <p:cNvPr id="62" name="Obj [o507]"/>
          <p:cNvSpPr txBox="1"/>
          <p:nvPr/>
        </p:nvSpPr>
        <p:spPr>
          <a:xfrm>
            <a:off x="441794" y="1595380"/>
            <a:ext cx="6843091" cy="228103"/>
          </a:xfrm>
          <a:prstGeom prst="rect">
            <a:avLst/>
          </a:prstGeom>
          <a:noFill/>
          <a:ln/>
        </p:spPr>
        <p:txBody>
          <a:bodyPr wrap="square" lIns="0" tIns="0" rIns="0" bIns="0" rtlCol="0" anchor="t"/>
          <a:lstStyle/>
          <a:p>
            <a:pPr indent="0" marL="0">
              <a:buNone/>
            </a:pPr>
            <a:r>
              <a:rPr lang="en-US" sz="1208"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ζ</m:t>
                        </m:r>
                      </m:e>
                      <m:sub>
                        <m:r>
                          <m:rPr>
                            <m:sty m:val="p"/>
                          </m:rPr>
                          <a:rPr lang="es-ES" sz="1208">
                            <a:solidFill>
                              <a:srgbClr val="2D2D2D"/>
                            </a:solidFill>
                            <a:latin typeface="Cambria Math" panose="02040503050406030204" pitchFamily="18" charset="0"/>
                          </a:rPr>
                          <m:t xml:space="preserve">1</m:t>
                        </m:r>
                      </m:sub>
                    </m:sSub>
                    <m:r>
                      <m:rPr>
                        <m:sty m:val="p"/>
                      </m:rPr>
                      <a:rPr lang="es-ES" sz="1208">
                        <a:solidFill>
                          <a:srgbClr val="2D2D2D"/>
                        </a:solidFill>
                        <a:latin typeface="Cambria Math" panose="02040503050406030204" pitchFamily="18" charset="0"/>
                      </a:rPr>
                      <m:t xml:space="preserve">&gt;</m:t>
                    </m:r>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ζ</m:t>
                        </m:r>
                      </m:e>
                      <m:sub>
                        <m:r>
                          <m:rPr>
                            <m:sty m:val="p"/>
                          </m:rPr>
                          <a:rPr lang="es-ES" sz="1208">
                            <a:solidFill>
                              <a:srgbClr val="2D2D2D"/>
                            </a:solidFill>
                            <a:latin typeface="Cambria Math" panose="02040503050406030204" pitchFamily="18" charset="0"/>
                          </a:rPr>
                          <m:t xml:space="preserve">0</m:t>
                        </m:r>
                      </m:sub>
                    </m:sSub>
                  </m:oMath>
                </a14:m>
              </mc:Choice>
              <mc:Fallback>
                <a:r>
                  <a:rPr lang="en-US" sz="1208" dirty="0">
                    <a:solidFill>
                      <a:srgbClr val="2D2D2D"/>
                    </a:solidFill>
                    <a:latin typeface="Arial" pitchFamily="34" charset="0"/>
                    <a:ea typeface="Arial" pitchFamily="34" charset="-122"/>
                    <a:cs typeface="Arial" pitchFamily="34" charset="-120"/>
                  </a:rPr>
                  <a:t>ζ1 &gt; ζ0</a:t>
                </a:r>
              </mc:Fallback>
            </mc:AlternateContent>
            <a:r>
              <a:rPr lang="en-US" sz="1208" dirty="0">
                <a:solidFill>
                  <a:srgbClr val="2D2D2D"/>
                </a:solidFill>
                <a:latin typeface="Arial" pitchFamily="34" charset="0"/>
                <a:ea typeface="Arial" pitchFamily="34" charset="-122"/>
                <a:cs typeface="Arial" pitchFamily="34" charset="-120"/>
              </a:rPr>
              <a:t>, con la misma frecuencia natural:</a:t>
            </a:r>
            <a:endParaRPr lang="en-US" sz="1208" dirty="0"/>
          </a:p>
        </p:txBody>
      </p:sp>
      <p:sp>
        <p:nvSpPr>
          <p:cNvPr id="64" name="Obj [o508]"/>
          <p:cNvSpPr/>
          <p:nvPr/>
        </p:nvSpPr>
        <p:spPr>
          <a:xfrm>
            <a:off x="441794" y="1899517"/>
            <a:ext cx="6843091" cy="95042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5" name="Obj [o509]"/>
              <p:cNvSpPr txBox="1"/>
              <p:nvPr/>
            </p:nvSpPr>
            <p:spPr>
              <a:xfrm>
                <a:off x="441794" y="1899517"/>
                <a:ext cx="6843091" cy="95042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m:t>
                      </m:r>
                      <m:f>
                        <m:fPr>
                          <m:ctrlPr>
                            <a:rPr lang="es-ES" sz="2600" i="1">
                              <a:latin typeface="Cambria Math" panose="02040503050406030204" pitchFamily="18" charset="0"/>
                            </a:rPr>
                          </m:ctrlPr>
                        </m:fPr>
                        <m:num>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5" name="Obj [o509]"/>
              <p:cNvSpPr txBox="1"/>
              <p:nvPr/>
            </p:nvSpPr>
            <p:spPr>
              <a:xfrm>
                <a:off x="441794" y="1899517"/>
                <a:ext cx="6843091" cy="95042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(s² + 2ζ0ωn·s + ωn²) / (s² + 2ζ1ωn·s + ωn²)</a:t>
                </a:r>
                <a:endParaRPr lang="en-US" sz="2071" dirty="0"/>
              </a:p>
            </p:txBody>
          </p:sp>
        </mc:Fallback>
      </mc:AlternateContent>
      <p:sp>
        <p:nvSpPr>
          <p:cNvPr id="66" name="Obj [o510]"/>
          <p:cNvSpPr txBox="1"/>
          <p:nvPr/>
        </p:nvSpPr>
        <p:spPr>
          <a:xfrm>
            <a:off x="441794" y="2963998"/>
            <a:ext cx="6843091" cy="228103"/>
          </a:xfrm>
          <a:prstGeom prst="rect">
            <a:avLst/>
          </a:prstGeom>
          <a:noFill/>
          <a:ln/>
        </p:spPr>
        <p:txBody>
          <a:bodyPr wrap="square" lIns="0" tIns="0" rIns="0" bIns="0" rtlCol="0" anchor="t"/>
          <a:lstStyle/>
          <a:p>
            <a:pPr indent="0" marL="0">
              <a:buNone/>
            </a:pPr>
            <a:r>
              <a:rPr lang="en-US" sz="1294"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294" i="1">
                            <a:latin typeface="Cambria Math" panose="02040503050406030204" pitchFamily="18" charset="0"/>
                          </a:rPr>
                        </m:ctrlPr>
                      </m:sSubPr>
                      <m:e>
                        <m:r>
                          <a:rPr lang="es-ES" sz="1294" i="1">
                            <a:solidFill>
                              <a:srgbClr val="2D2D2D"/>
                            </a:solidFill>
                            <a:latin typeface="Cambria Math" panose="02040503050406030204" pitchFamily="18" charset="0"/>
                          </a:rPr>
                          <m:t xml:space="preserve">H</m:t>
                        </m:r>
                      </m:e>
                      <m:sub>
                        <m:r>
                          <m:rPr>
                            <m:sty m:val="p"/>
                          </m:rPr>
                          <a:rPr lang="es-ES" sz="1294">
                            <a:solidFill>
                              <a:srgbClr val="2D2D2D"/>
                            </a:solidFill>
                            <a:latin typeface="Cambria Math" panose="02040503050406030204" pitchFamily="18" charset="0"/>
                          </a:rPr>
                          <m:t xml:space="preserve">BP</m:t>
                        </m:r>
                      </m:sub>
                    </m:sSub>
                  </m:oMath>
                </a14:m>
              </mc:Choice>
              <mc:Fallback>
                <a:r>
                  <a:rPr lang="en-US" sz="1294" dirty="0">
                    <a:solidFill>
                      <a:srgbClr val="2D2D2D"/>
                    </a:solidFill>
                    <a:latin typeface="Arial" pitchFamily="34" charset="0"/>
                    <a:ea typeface="Arial" pitchFamily="34" charset="-122"/>
                    <a:cs typeface="Arial" pitchFamily="34" charset="-120"/>
                  </a:rPr>
                  <a:t>HBP</a:t>
                </a:r>
              </mc:Fallback>
            </mc:AlternateContent>
            <a:r>
              <a:rPr lang="en-US" sz="1294" dirty="0">
                <a:solidFill>
                  <a:srgbClr val="2D2D2D"/>
                </a:solidFill>
                <a:latin typeface="Arial" pitchFamily="34" charset="0"/>
                <a:ea typeface="Arial" pitchFamily="34" charset="-122"/>
                <a:cs typeface="Arial" pitchFamily="34" charset="-120"/>
              </a:rPr>
              <a:t>(s):</a:t>
            </a:r>
            <a:endParaRPr lang="en-US" sz="1294" dirty="0"/>
          </a:p>
        </p:txBody>
      </p:sp>
      <p:sp>
        <p:nvSpPr>
          <p:cNvPr id="68" name="Obj [o511]"/>
          <p:cNvSpPr/>
          <p:nvPr/>
        </p:nvSpPr>
        <p:spPr>
          <a:xfrm>
            <a:off x="441794" y="3268135"/>
            <a:ext cx="6843091" cy="98844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9" name="Obj [o512]"/>
              <p:cNvSpPr txBox="1"/>
              <p:nvPr/>
            </p:nvSpPr>
            <p:spPr>
              <a:xfrm>
                <a:off x="441794" y="3268135"/>
                <a:ext cx="6843091" cy="98844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(s)=1−</m:t>
                      </m:r>
                      <m:f>
                        <m:fPr>
                          <m:ctrlPr>
                            <a:rPr lang="es-ES" sz="2600" i="1">
                              <a:latin typeface="Cambria Math" panose="02040503050406030204" pitchFamily="18" charset="0"/>
                            </a:rPr>
                          </m:ctrlPr>
                        </m:fPr>
                        <m:num>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9" name="Obj [o512]"/>
              <p:cNvSpPr txBox="1"/>
              <p:nvPr/>
            </p:nvSpPr>
            <p:spPr>
              <a:xfrm>
                <a:off x="441794" y="3268135"/>
                <a:ext cx="6843091" cy="988447"/>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1 − 2(ζ1 − ζ0)ωn·s / (s² + 2ζ1ωn·s + ωn²)</a:t>
                </a:r>
                <a:endParaRPr lang="en-US" sz="2071" dirty="0"/>
              </a:p>
            </p:txBody>
          </p:sp>
        </mc:Fallback>
      </mc:AlternateContent>
      <p:sp>
        <p:nvSpPr>
          <p:cNvPr id="70" name="Obj [o51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ζ0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ζ1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a:rPr lang="es-ES" sz="800" i="1">
                            <a:solidFill>
                              <a:srgbClr val="6B6B6B"/>
                            </a:solidFill>
                            <a:latin typeface="Cambria Math" panose="02040503050406030204" pitchFamily="18" charset="0"/>
                          </a:rPr>
                          <m:t xml:space="preserve">n</m:t>
                        </m:r>
                      </m:sub>
                    </m:sSub>
                  </m:oMath>
                </a14:m>
              </mc:Choice>
              <mc:Fallback>
                <a:r>
                  <a:rPr lang="en-US" sz="800" dirty="0">
                    <a:solidFill>
                      <a:srgbClr val="6B6B6B"/>
                    </a:solidFill>
                    <a:latin typeface="Arial" pitchFamily="34" charset="0"/>
                    <a:ea typeface="Arial" pitchFamily="34" charset="-122"/>
                    <a:cs typeface="Arial" pitchFamily="34" charset="-120"/>
                  </a:rPr>
                  <a:t>ωn</a:t>
                </a:r>
              </mc:Fallback>
            </mc:AlternateContent>
            <a:r>
              <a:rPr lang="en-US" sz="8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γ0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γ1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ω0</a:t>
                </a:r>
              </mc:Fallback>
            </mc:AlternateContent>
            <a:r>
              <a:rPr lang="en-US" sz="800" dirty="0">
                <a:solidFill>
                  <a:srgbClr val="6B6B6B"/>
                </a:solidFill>
                <a:latin typeface="Arial" pitchFamily="34" charset="0"/>
                <a:ea typeface="Arial" pitchFamily="34" charset="-122"/>
                <a:cs typeface="Arial" pitchFamily="34" charset="-120"/>
              </a:rPr>
              <a:t>).</a:t>
            </a:r>
            <a:endParaRPr lang="en-US" sz="800" dirty="0"/>
          </a:p>
        </p:txBody>
      </p:sp>
      <p:sp>
        <p:nvSpPr>
          <p:cNvPr id="7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22" presetClass="entr" presetSubtype="8" fill="hold" nodeType="withEffect">
                                  <p:stCondLst>
                                    <p:cond delay="205"/>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50"/>
                                        <p:tgtEl>
                                          <p:spTgt spid="5"/>
                                        </p:tgtEl>
                                      </p:cBhvr>
                                    </p:animEffect>
                                  </p:childTnLst>
                                </p:cTn>
                              </p:par>
                              <p:par>
                                <p:cTn id="14" presetID="10" presetClass="entr" presetSubtype="0" fill="hold" nodeType="withEffect">
                                  <p:stCondLst>
                                    <p:cond delay="24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25"/>
                                        <p:tgtEl>
                                          <p:spTgt spid="6"/>
                                        </p:tgtEl>
                                      </p:cBhvr>
                                    </p:animEffect>
                                  </p:childTnLst>
                                </p:cTn>
                              </p:par>
                              <p:par>
                                <p:cTn id="17" presetID="22" presetClass="entr" presetSubtype="8" fill="hold" nodeType="withEffect">
                                  <p:stCondLst>
                                    <p:cond delay="275"/>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250"/>
                                        <p:tgtEl>
                                          <p:spTgt spid="7"/>
                                        </p:tgtEl>
                                      </p:cBhvr>
                                    </p:animEffect>
                                  </p:childTnLst>
                                </p:cTn>
                              </p:par>
                              <p:par>
                                <p:cTn id="20" presetID="10" presetClass="entr" presetSubtype="0" fill="hold" nodeType="withEffect">
                                  <p:stCondLst>
                                    <p:cond delay="31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25"/>
                                        <p:tgtEl>
                                          <p:spTgt spid="8"/>
                                        </p:tgtEl>
                                      </p:cBhvr>
                                    </p:animEffect>
                                  </p:childTnLst>
                                </p:cTn>
                              </p:par>
                              <p:par>
                                <p:cTn id="23" presetID="22" presetClass="entr" presetSubtype="8" fill="hold" nodeType="withEffect">
                                  <p:stCondLst>
                                    <p:cond delay="345"/>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250"/>
                                        <p:tgtEl>
                                          <p:spTgt spid="9"/>
                                        </p:tgtEl>
                                      </p:cBhvr>
                                    </p:animEffect>
                                  </p:childTnLst>
                                </p:cTn>
                              </p:par>
                              <p:par>
                                <p:cTn id="26" presetID="10" presetClass="entr" presetSubtype="0" fill="hold" nodeType="withEffect">
                                  <p:stCondLst>
                                    <p:cond delay="3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25"/>
                                        <p:tgtEl>
                                          <p:spTgt spid="10"/>
                                        </p:tgtEl>
                                      </p:cBhvr>
                                    </p:animEffect>
                                  </p:childTnLst>
                                </p:cTn>
                              </p:par>
                              <p:par>
                                <p:cTn id="29" presetID="22" presetClass="entr" presetSubtype="8" fill="hold" nodeType="withEffect">
                                  <p:stCondLst>
                                    <p:cond delay="415"/>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250"/>
                                        <p:tgtEl>
                                          <p:spTgt spid="11"/>
                                        </p:tgtEl>
                                      </p:cBhvr>
                                    </p:animEffect>
                                  </p:childTnLst>
                                </p:cTn>
                              </p:par>
                              <p:par>
                                <p:cTn id="32" presetID="10" presetClass="entr" presetSubtype="0" fill="hold" nodeType="withEffect">
                                  <p:stCondLst>
                                    <p:cond delay="4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25"/>
                                        <p:tgtEl>
                                          <p:spTgt spid="12"/>
                                        </p:tgtEl>
                                      </p:cBhvr>
                                    </p:animEffect>
                                  </p:childTnLst>
                                </p:cTn>
                              </p:par>
                              <p:par>
                                <p:cTn id="35" presetID="22" presetClass="entr" presetSubtype="8" fill="hold" nodeType="withEffect">
                                  <p:stCondLst>
                                    <p:cond delay="485"/>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250"/>
                                        <p:tgtEl>
                                          <p:spTgt spid="13"/>
                                        </p:tgtEl>
                                      </p:cBhvr>
                                    </p:animEffect>
                                  </p:childTnLst>
                                </p:cTn>
                              </p:par>
                              <p:par>
                                <p:cTn id="38" presetID="10" presetClass="entr" presetSubtype="0" fill="hold" nodeType="withEffect">
                                  <p:stCondLst>
                                    <p:cond delay="52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25"/>
                                        <p:tgtEl>
                                          <p:spTgt spid="14"/>
                                        </p:tgtEl>
                                      </p:cBhvr>
                                    </p:animEffect>
                                  </p:childTnLst>
                                </p:cTn>
                              </p:par>
                              <p:par>
                                <p:cTn id="41" presetID="22" presetClass="entr" presetSubtype="8" fill="hold" nodeType="withEffect">
                                  <p:stCondLst>
                                    <p:cond delay="555"/>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250"/>
                                        <p:tgtEl>
                                          <p:spTgt spid="15"/>
                                        </p:tgtEl>
                                      </p:cBhvr>
                                    </p:animEffect>
                                  </p:childTnLst>
                                </p:cTn>
                              </p:par>
                              <p:par>
                                <p:cTn id="44" presetID="10" presetClass="entr" presetSubtype="0" fill="hold" nodeType="withEffect">
                                  <p:stCondLst>
                                    <p:cond delay="59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25"/>
                                        <p:tgtEl>
                                          <p:spTgt spid="16"/>
                                        </p:tgtEl>
                                      </p:cBhvr>
                                    </p:animEffect>
                                  </p:childTnLst>
                                </p:cTn>
                              </p:par>
                              <p:par>
                                <p:cTn id="47" presetID="22" presetClass="entr" presetSubtype="8" fill="hold" nodeType="withEffect">
                                  <p:stCondLst>
                                    <p:cond delay="625"/>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250"/>
                                        <p:tgtEl>
                                          <p:spTgt spid="17"/>
                                        </p:tgtEl>
                                      </p:cBhvr>
                                    </p:animEffect>
                                  </p:childTnLst>
                                </p:cTn>
                              </p:par>
                              <p:par>
                                <p:cTn id="50" presetID="10" presetClass="entr" presetSubtype="0" fill="hold" nodeType="withEffect">
                                  <p:stCondLst>
                                    <p:cond delay="6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25"/>
                                        <p:tgtEl>
                                          <p:spTgt spid="18"/>
                                        </p:tgtEl>
                                      </p:cBhvr>
                                    </p:animEffect>
                                  </p:childTnLst>
                                </p:cTn>
                              </p:par>
                              <p:par>
                                <p:cTn id="53" presetID="22" presetClass="entr" presetSubtype="8" fill="hold" nodeType="withEffect">
                                  <p:stCondLst>
                                    <p:cond delay="65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250"/>
                                        <p:tgtEl>
                                          <p:spTgt spid="19"/>
                                        </p:tgtEl>
                                      </p:cBhvr>
                                    </p:animEffect>
                                  </p:childTnLst>
                                </p:cTn>
                              </p:par>
                              <p:par>
                                <p:cTn id="56" presetID="22" presetClass="entr" presetSubtype="8" fill="hold" nodeType="withEffect">
                                  <p:stCondLst>
                                    <p:cond delay="65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250"/>
                                        <p:tgtEl>
                                          <p:spTgt spid="20"/>
                                        </p:tgtEl>
                                      </p:cBhvr>
                                    </p:animEffect>
                                  </p:childTnLst>
                                </p:cTn>
                              </p:par>
                              <p:par>
                                <p:cTn id="59" presetID="10" presetClass="entr" presetSubtype="0" fill="hold" nodeType="withEffect">
                                  <p:stCondLst>
                                    <p:cond delay="2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25"/>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175"/>
                                        <p:tgtEl>
                                          <p:spTgt spid="3"/>
                                        </p:tgtEl>
                                      </p:cBhvr>
                                    </p:animEffect>
                                    <p:set>
                                      <p:cBhvr>
                                        <p:cTn id="66" dur="1" fill="hold">
                                          <p:stCondLst>
                                            <p:cond delay="174"/>
                                          </p:stCondLst>
                                        </p:cTn>
                                        <p:tgtEl>
                                          <p:spTgt spid="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75"/>
                                        <p:tgtEl>
                                          <p:spTgt spid="4"/>
                                        </p:tgtEl>
                                      </p:cBhvr>
                                    </p:animEffect>
                                    <p:set>
                                      <p:cBhvr>
                                        <p:cTn id="69" dur="1" fill="hold">
                                          <p:stCondLst>
                                            <p:cond delay="174"/>
                                          </p:stCondLst>
                                        </p:cTn>
                                        <p:tgtEl>
                                          <p:spTgt spid="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75"/>
                                        <p:tgtEl>
                                          <p:spTgt spid="5"/>
                                        </p:tgtEl>
                                      </p:cBhvr>
                                    </p:animEffect>
                                    <p:set>
                                      <p:cBhvr>
                                        <p:cTn id="72" dur="1" fill="hold">
                                          <p:stCondLst>
                                            <p:cond delay="174"/>
                                          </p:stCondLst>
                                        </p:cTn>
                                        <p:tgtEl>
                                          <p:spTgt spid="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75"/>
                                        <p:tgtEl>
                                          <p:spTgt spid="6"/>
                                        </p:tgtEl>
                                      </p:cBhvr>
                                    </p:animEffect>
                                    <p:set>
                                      <p:cBhvr>
                                        <p:cTn id="75" dur="1" fill="hold">
                                          <p:stCondLst>
                                            <p:cond delay="174"/>
                                          </p:stCondLst>
                                        </p:cTn>
                                        <p:tgtEl>
                                          <p:spTgt spid="6"/>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175"/>
                                        <p:tgtEl>
                                          <p:spTgt spid="7"/>
                                        </p:tgtEl>
                                      </p:cBhvr>
                                    </p:animEffect>
                                    <p:set>
                                      <p:cBhvr>
                                        <p:cTn id="78" dur="1" fill="hold">
                                          <p:stCondLst>
                                            <p:cond delay="174"/>
                                          </p:stCondLst>
                                        </p:cTn>
                                        <p:tgtEl>
                                          <p:spTgt spid="7"/>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175"/>
                                        <p:tgtEl>
                                          <p:spTgt spid="8"/>
                                        </p:tgtEl>
                                      </p:cBhvr>
                                    </p:animEffect>
                                    <p:set>
                                      <p:cBhvr>
                                        <p:cTn id="81" dur="1" fill="hold">
                                          <p:stCondLst>
                                            <p:cond delay="174"/>
                                          </p:stCondLst>
                                        </p:cTn>
                                        <p:tgtEl>
                                          <p:spTgt spid="8"/>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175"/>
                                        <p:tgtEl>
                                          <p:spTgt spid="9"/>
                                        </p:tgtEl>
                                      </p:cBhvr>
                                    </p:animEffect>
                                    <p:set>
                                      <p:cBhvr>
                                        <p:cTn id="84" dur="1" fill="hold">
                                          <p:stCondLst>
                                            <p:cond delay="174"/>
                                          </p:stCondLst>
                                        </p:cTn>
                                        <p:tgtEl>
                                          <p:spTgt spid="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75"/>
                                        <p:tgtEl>
                                          <p:spTgt spid="10"/>
                                        </p:tgtEl>
                                      </p:cBhvr>
                                    </p:animEffect>
                                    <p:set>
                                      <p:cBhvr>
                                        <p:cTn id="87" dur="1" fill="hold">
                                          <p:stCondLst>
                                            <p:cond delay="174"/>
                                          </p:stCondLst>
                                        </p:cTn>
                                        <p:tgtEl>
                                          <p:spTgt spid="10"/>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75"/>
                                        <p:tgtEl>
                                          <p:spTgt spid="11"/>
                                        </p:tgtEl>
                                      </p:cBhvr>
                                    </p:animEffect>
                                    <p:set>
                                      <p:cBhvr>
                                        <p:cTn id="90" dur="1" fill="hold">
                                          <p:stCondLst>
                                            <p:cond delay="174"/>
                                          </p:stCondLst>
                                        </p:cTn>
                                        <p:tgtEl>
                                          <p:spTgt spid="11"/>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175"/>
                                        <p:tgtEl>
                                          <p:spTgt spid="12"/>
                                        </p:tgtEl>
                                      </p:cBhvr>
                                    </p:animEffect>
                                    <p:set>
                                      <p:cBhvr>
                                        <p:cTn id="93" dur="1" fill="hold">
                                          <p:stCondLst>
                                            <p:cond delay="174"/>
                                          </p:stCondLst>
                                        </p:cTn>
                                        <p:tgtEl>
                                          <p:spTgt spid="12"/>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175"/>
                                        <p:tgtEl>
                                          <p:spTgt spid="13"/>
                                        </p:tgtEl>
                                      </p:cBhvr>
                                    </p:animEffect>
                                    <p:set>
                                      <p:cBhvr>
                                        <p:cTn id="96" dur="1" fill="hold">
                                          <p:stCondLst>
                                            <p:cond delay="174"/>
                                          </p:stCondLst>
                                        </p:cTn>
                                        <p:tgtEl>
                                          <p:spTgt spid="13"/>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175"/>
                                        <p:tgtEl>
                                          <p:spTgt spid="14"/>
                                        </p:tgtEl>
                                      </p:cBhvr>
                                    </p:animEffect>
                                    <p:set>
                                      <p:cBhvr>
                                        <p:cTn id="99" dur="1" fill="hold">
                                          <p:stCondLst>
                                            <p:cond delay="174"/>
                                          </p:stCondLst>
                                        </p:cTn>
                                        <p:tgtEl>
                                          <p:spTgt spid="14"/>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175"/>
                                        <p:tgtEl>
                                          <p:spTgt spid="15"/>
                                        </p:tgtEl>
                                      </p:cBhvr>
                                    </p:animEffect>
                                    <p:set>
                                      <p:cBhvr>
                                        <p:cTn id="102" dur="1" fill="hold">
                                          <p:stCondLst>
                                            <p:cond delay="174"/>
                                          </p:stCondLst>
                                        </p:cTn>
                                        <p:tgtEl>
                                          <p:spTgt spid="1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175"/>
                                        <p:tgtEl>
                                          <p:spTgt spid="16"/>
                                        </p:tgtEl>
                                      </p:cBhvr>
                                    </p:animEffect>
                                    <p:set>
                                      <p:cBhvr>
                                        <p:cTn id="105" dur="1" fill="hold">
                                          <p:stCondLst>
                                            <p:cond delay="174"/>
                                          </p:stCondLst>
                                        </p:cTn>
                                        <p:tgtEl>
                                          <p:spTgt spid="16"/>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175"/>
                                        <p:tgtEl>
                                          <p:spTgt spid="17"/>
                                        </p:tgtEl>
                                      </p:cBhvr>
                                    </p:animEffect>
                                    <p:set>
                                      <p:cBhvr>
                                        <p:cTn id="108" dur="1" fill="hold">
                                          <p:stCondLst>
                                            <p:cond delay="174"/>
                                          </p:stCondLst>
                                        </p:cTn>
                                        <p:tgtEl>
                                          <p:spTgt spid="17"/>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175"/>
                                        <p:tgtEl>
                                          <p:spTgt spid="18"/>
                                        </p:tgtEl>
                                      </p:cBhvr>
                                    </p:animEffect>
                                    <p:set>
                                      <p:cBhvr>
                                        <p:cTn id="111" dur="1" fill="hold">
                                          <p:stCondLst>
                                            <p:cond delay="174"/>
                                          </p:stCondLst>
                                        </p:cTn>
                                        <p:tgtEl>
                                          <p:spTgt spid="18"/>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175"/>
                                        <p:tgtEl>
                                          <p:spTgt spid="19"/>
                                        </p:tgtEl>
                                      </p:cBhvr>
                                    </p:animEffect>
                                    <p:set>
                                      <p:cBhvr>
                                        <p:cTn id="114" dur="1" fill="hold">
                                          <p:stCondLst>
                                            <p:cond delay="174"/>
                                          </p:stCondLst>
                                        </p:cTn>
                                        <p:tgtEl>
                                          <p:spTgt spid="19"/>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175"/>
                                        <p:tgtEl>
                                          <p:spTgt spid="20"/>
                                        </p:tgtEl>
                                      </p:cBhvr>
                                    </p:animEffect>
                                    <p:set>
                                      <p:cBhvr>
                                        <p:cTn id="117" dur="1" fill="hold">
                                          <p:stCondLst>
                                            <p:cond delay="174"/>
                                          </p:stCondLst>
                                        </p:cTn>
                                        <p:tgtEl>
                                          <p:spTgt spid="20"/>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175"/>
                                        <p:tgtEl>
                                          <p:spTgt spid="21"/>
                                        </p:tgtEl>
                                      </p:cBhvr>
                                    </p:animEffect>
                                    <p:set>
                                      <p:cBhvr>
                                        <p:cTn id="120" dur="1" fill="hold">
                                          <p:stCondLst>
                                            <p:cond delay="174"/>
                                          </p:stCondLst>
                                        </p:cTn>
                                        <p:tgtEl>
                                          <p:spTgt spid="21"/>
                                        </p:tgtEl>
                                        <p:attrNameLst>
                                          <p:attrName>style.visibility</p:attrName>
                                        </p:attrNameLst>
                                      </p:cBhvr>
                                      <p:to>
                                        <p:strVal val="hidden"/>
                                      </p:to>
                                    </p:set>
                                  </p:childTnLst>
                                </p:cTn>
                              </p:par>
                              <p:par>
                                <p:cTn id="121" presetID="10" presetClass="entr" presetSubtype="0" fill="hold" nodeType="withEffect">
                                  <p:stCondLst>
                                    <p:cond delay="225"/>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225"/>
                                        <p:tgtEl>
                                          <p:spTgt spid="22"/>
                                        </p:tgtEl>
                                      </p:cBhvr>
                                    </p:animEffect>
                                  </p:childTnLst>
                                </p:cTn>
                              </p:par>
                              <p:par>
                                <p:cTn id="124" presetID="10" presetClass="entr" presetSubtype="0" grpId="0" fill="hold" nodeType="withEffect">
                                  <p:stCondLst>
                                    <p:cond delay="260"/>
                                  </p:stCondLst>
                                  <p:childTnLst>
                                    <p:set>
                                      <p:cBhvr>
                                        <p:cTn id="125" dur="1" fill="hold">
                                          <p:stCondLst>
                                            <p:cond delay="0"/>
                                          </p:stCondLst>
                                        </p:cTn>
                                        <p:tgtEl>
                                          <p:spTgt spid="23">
                                            <p:txEl>
                                              <p:pRg st="0" end="0"/>
                                            </p:txEl>
                                          </p:spTgt>
                                        </p:tgtEl>
                                        <p:attrNameLst>
                                          <p:attrName>style.visibility</p:attrName>
                                        </p:attrNameLst>
                                      </p:cBhvr>
                                      <p:to>
                                        <p:strVal val="visible"/>
                                      </p:to>
                                    </p:set>
                                    <p:animEffect transition="in" filter="fade">
                                      <p:cBhvr>
                                        <p:cTn id="126" dur="225"/>
                                        <p:tgtEl>
                                          <p:spTgt spid="23">
                                            <p:txEl>
                                              <p:pRg st="0" end="0"/>
                                            </p:txEl>
                                          </p:spTgt>
                                        </p:tgtEl>
                                      </p:cBhvr>
                                    </p:animEffect>
                                  </p:childTnLst>
                                </p:cTn>
                              </p:par>
                              <p:par>
                                <p:cTn id="127" presetID="10" presetClass="entr" presetSubtype="0" grpId="0" fill="hold" nodeType="withEffect">
                                  <p:stCondLst>
                                    <p:cond delay="422"/>
                                  </p:stCondLst>
                                  <p:childTnLst>
                                    <p:set>
                                      <p:cBhvr>
                                        <p:cTn id="128" dur="1" fill="hold">
                                          <p:stCondLst>
                                            <p:cond delay="0"/>
                                          </p:stCondLst>
                                        </p:cTn>
                                        <p:tgtEl>
                                          <p:spTgt spid="23">
                                            <p:txEl>
                                              <p:pRg st="1" end="1"/>
                                            </p:txEl>
                                          </p:spTgt>
                                        </p:tgtEl>
                                        <p:attrNameLst>
                                          <p:attrName>style.visibility</p:attrName>
                                        </p:attrNameLst>
                                      </p:cBhvr>
                                      <p:to>
                                        <p:strVal val="visible"/>
                                      </p:to>
                                    </p:set>
                                    <p:animEffect transition="in" filter="fade">
                                      <p:cBhvr>
                                        <p:cTn id="129" dur="225"/>
                                        <p:tgtEl>
                                          <p:spTgt spid="23">
                                            <p:txEl>
                                              <p:pRg st="1" end="1"/>
                                            </p:txEl>
                                          </p:spTgt>
                                        </p:tgtEl>
                                      </p:cBhvr>
                                    </p:animEffect>
                                  </p:childTnLst>
                                </p:cTn>
                              </p:par>
                              <p:par>
                                <p:cTn id="130" presetID="10" presetClass="entr" presetSubtype="0" grpId="0" fill="hold" nodeType="withEffect">
                                  <p:stCondLst>
                                    <p:cond delay="584"/>
                                  </p:stCondLst>
                                  <p:childTnLst>
                                    <p:set>
                                      <p:cBhvr>
                                        <p:cTn id="131" dur="1" fill="hold">
                                          <p:stCondLst>
                                            <p:cond delay="0"/>
                                          </p:stCondLst>
                                        </p:cTn>
                                        <p:tgtEl>
                                          <p:spTgt spid="23">
                                            <p:txEl>
                                              <p:pRg st="2" end="2"/>
                                            </p:txEl>
                                          </p:spTgt>
                                        </p:tgtEl>
                                        <p:attrNameLst>
                                          <p:attrName>style.visibility</p:attrName>
                                        </p:attrNameLst>
                                      </p:cBhvr>
                                      <p:to>
                                        <p:strVal val="visible"/>
                                      </p:to>
                                    </p:set>
                                    <p:animEffect transition="in" filter="fade">
                                      <p:cBhvr>
                                        <p:cTn id="132" dur="225"/>
                                        <p:tgtEl>
                                          <p:spTgt spid="23">
                                            <p:txEl>
                                              <p:pRg st="2" end="2"/>
                                            </p:txEl>
                                          </p:spTgt>
                                        </p:tgtEl>
                                      </p:cBhvr>
                                    </p:animEffect>
                                  </p:childTnLst>
                                </p:cTn>
                              </p:par>
                              <p:par>
                                <p:cTn id="133" presetID="10" presetClass="entr" presetSubtype="0" grpId="0" fill="hold" nodeType="withEffect">
                                  <p:stCondLst>
                                    <p:cond delay="746"/>
                                  </p:stCondLst>
                                  <p:childTnLst>
                                    <p:set>
                                      <p:cBhvr>
                                        <p:cTn id="134" dur="1" fill="hold">
                                          <p:stCondLst>
                                            <p:cond delay="0"/>
                                          </p:stCondLst>
                                        </p:cTn>
                                        <p:tgtEl>
                                          <p:spTgt spid="23">
                                            <p:txEl>
                                              <p:pRg st="3" end="3"/>
                                            </p:txEl>
                                          </p:spTgt>
                                        </p:tgtEl>
                                        <p:attrNameLst>
                                          <p:attrName>style.visibility</p:attrName>
                                        </p:attrNameLst>
                                      </p:cBhvr>
                                      <p:to>
                                        <p:strVal val="visible"/>
                                      </p:to>
                                    </p:set>
                                    <p:animEffect transition="in" filter="fade">
                                      <p:cBhvr>
                                        <p:cTn id="135" dur="225"/>
                                        <p:tgtEl>
                                          <p:spTgt spid="23">
                                            <p:txEl>
                                              <p:pRg st="3" end="3"/>
                                            </p:txEl>
                                          </p:spTgt>
                                        </p:tgtEl>
                                      </p:cBhvr>
                                    </p:animEffect>
                                  </p:childTnLst>
                                </p:cTn>
                              </p:par>
                              <p:par>
                                <p:cTn id="136" presetID="10" presetClass="entr" presetSubtype="0" fill="hold" nodeType="withEffect">
                                  <p:stCondLst>
                                    <p:cond delay="295"/>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225"/>
                                        <p:tgtEl>
                                          <p:spTgt spid="24"/>
                                        </p:tgtEl>
                                      </p:cBhvr>
                                    </p:animEffect>
                                  </p:childTnLst>
                                </p:cTn>
                              </p:par>
                              <p:par>
                                <p:cTn id="139" presetID="22" presetClass="entr" presetSubtype="4" fill="hold" nodeType="withEffect">
                                  <p:stCondLst>
                                    <p:cond delay="295"/>
                                  </p:stCondLst>
                                  <p:childTnLst>
                                    <p:set>
                                      <p:cBhvr>
                                        <p:cTn id="140" dur="1" fill="hold">
                                          <p:stCondLst>
                                            <p:cond delay="0"/>
                                          </p:stCondLst>
                                        </p:cTn>
                                        <p:tgtEl>
                                          <p:spTgt spid="25"/>
                                        </p:tgtEl>
                                        <p:attrNameLst>
                                          <p:attrName>style.visibility</p:attrName>
                                        </p:attrNameLst>
                                      </p:cBhvr>
                                      <p:to>
                                        <p:strVal val="visible"/>
                                      </p:to>
                                    </p:set>
                                    <p:animEffect transition="in" filter="wipe(down)">
                                      <p:cBhvr>
                                        <p:cTn id="141" dur="250"/>
                                        <p:tgtEl>
                                          <p:spTgt spid="25"/>
                                        </p:tgtEl>
                                      </p:cBhvr>
                                    </p:animEffect>
                                  </p:childTnLst>
                                </p:cTn>
                              </p:par>
                              <p:par>
                                <p:cTn id="142" presetID="10" presetClass="entr" presetSubtype="0" fill="hold" nodeType="withEffect">
                                  <p:stCondLst>
                                    <p:cond delay="330"/>
                                  </p:stCondLst>
                                  <p:childTnLst>
                                    <p:set>
                                      <p:cBhvr>
                                        <p:cTn id="143" dur="1" fill="hold">
                                          <p:stCondLst>
                                            <p:cond delay="0"/>
                                          </p:stCondLst>
                                        </p:cTn>
                                        <p:tgtEl>
                                          <p:spTgt spid="26"/>
                                        </p:tgtEl>
                                        <p:attrNameLst>
                                          <p:attrName>style.visibility</p:attrName>
                                        </p:attrNameLst>
                                      </p:cBhvr>
                                      <p:to>
                                        <p:strVal val="visible"/>
                                      </p:to>
                                    </p:set>
                                    <p:animEffect transition="in" filter="fade">
                                      <p:cBhvr>
                                        <p:cTn id="144" dur="225"/>
                                        <p:tgtEl>
                                          <p:spTgt spid="26"/>
                                        </p:tgtEl>
                                      </p:cBhvr>
                                    </p:animEffect>
                                  </p:childTnLst>
                                </p:cTn>
                              </p:par>
                              <p:par>
                                <p:cTn id="145" presetID="22" presetClass="entr" presetSubtype="4" fill="hold" nodeType="withEffect">
                                  <p:stCondLst>
                                    <p:cond delay="365"/>
                                  </p:stCondLst>
                                  <p:childTnLst>
                                    <p:set>
                                      <p:cBhvr>
                                        <p:cTn id="146" dur="1" fill="hold">
                                          <p:stCondLst>
                                            <p:cond delay="0"/>
                                          </p:stCondLst>
                                        </p:cTn>
                                        <p:tgtEl>
                                          <p:spTgt spid="27"/>
                                        </p:tgtEl>
                                        <p:attrNameLst>
                                          <p:attrName>style.visibility</p:attrName>
                                        </p:attrNameLst>
                                      </p:cBhvr>
                                      <p:to>
                                        <p:strVal val="visible"/>
                                      </p:to>
                                    </p:set>
                                    <p:animEffect transition="in" filter="wipe(down)">
                                      <p:cBhvr>
                                        <p:cTn id="147" dur="250"/>
                                        <p:tgtEl>
                                          <p:spTgt spid="27"/>
                                        </p:tgtEl>
                                      </p:cBhvr>
                                    </p:animEffect>
                                  </p:childTnLst>
                                </p:cTn>
                              </p:par>
                              <p:par>
                                <p:cTn id="148" presetID="22" presetClass="entr" presetSubtype="4" fill="hold" nodeType="withEffect">
                                  <p:stCondLst>
                                    <p:cond delay="400"/>
                                  </p:stCondLst>
                                  <p:childTnLst>
                                    <p:set>
                                      <p:cBhvr>
                                        <p:cTn id="149" dur="1" fill="hold">
                                          <p:stCondLst>
                                            <p:cond delay="0"/>
                                          </p:stCondLst>
                                        </p:cTn>
                                        <p:tgtEl>
                                          <p:spTgt spid="28"/>
                                        </p:tgtEl>
                                        <p:attrNameLst>
                                          <p:attrName>style.visibility</p:attrName>
                                        </p:attrNameLst>
                                      </p:cBhvr>
                                      <p:to>
                                        <p:strVal val="visible"/>
                                      </p:to>
                                    </p:set>
                                    <p:animEffect transition="in" filter="wipe(down)">
                                      <p:cBhvr>
                                        <p:cTn id="150" dur="250"/>
                                        <p:tgtEl>
                                          <p:spTgt spid="28"/>
                                        </p:tgtEl>
                                      </p:cBhvr>
                                    </p:animEffect>
                                  </p:childTnLst>
                                </p:cTn>
                              </p:par>
                              <p:par>
                                <p:cTn id="151" presetID="22" presetClass="entr" presetSubtype="4" fill="hold" nodeType="withEffect">
                                  <p:stCondLst>
                                    <p:cond delay="435"/>
                                  </p:stCondLst>
                                  <p:childTnLst>
                                    <p:set>
                                      <p:cBhvr>
                                        <p:cTn id="152" dur="1" fill="hold">
                                          <p:stCondLst>
                                            <p:cond delay="0"/>
                                          </p:stCondLst>
                                        </p:cTn>
                                        <p:tgtEl>
                                          <p:spTgt spid="30"/>
                                        </p:tgtEl>
                                        <p:attrNameLst>
                                          <p:attrName>style.visibility</p:attrName>
                                        </p:attrNameLst>
                                      </p:cBhvr>
                                      <p:to>
                                        <p:strVal val="visible"/>
                                      </p:to>
                                    </p:set>
                                    <p:animEffect transition="in" filter="wipe(down)">
                                      <p:cBhvr>
                                        <p:cTn id="153" dur="250"/>
                                        <p:tgtEl>
                                          <p:spTgt spid="30"/>
                                        </p:tgtEl>
                                      </p:cBhvr>
                                    </p:animEffect>
                                  </p:childTnLst>
                                </p:cTn>
                              </p:par>
                              <p:par>
                                <p:cTn id="154" presetID="10" presetClass="entr" presetSubtype="0" fill="hold" nodeType="withEffect">
                                  <p:stCondLst>
                                    <p:cond delay="290"/>
                                  </p:stCondLst>
                                  <p:childTnLst>
                                    <p:set>
                                      <p:cBhvr>
                                        <p:cTn id="155" dur="1" fill="hold">
                                          <p:stCondLst>
                                            <p:cond delay="0"/>
                                          </p:stCondLst>
                                        </p:cTn>
                                        <p:tgtEl>
                                          <p:spTgt spid="31"/>
                                        </p:tgtEl>
                                        <p:attrNameLst>
                                          <p:attrName>style.visibility</p:attrName>
                                        </p:attrNameLst>
                                      </p:cBhvr>
                                      <p:to>
                                        <p:strVal val="visible"/>
                                      </p:to>
                                    </p:set>
                                    <p:animEffect transition="in" filter="fade">
                                      <p:cBhvr>
                                        <p:cTn id="156" dur="225"/>
                                        <p:tgtEl>
                                          <p:spTgt spid="31"/>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175"/>
                                        <p:tgtEl>
                                          <p:spTgt spid="22"/>
                                        </p:tgtEl>
                                      </p:cBhvr>
                                    </p:animEffect>
                                    <p:set>
                                      <p:cBhvr>
                                        <p:cTn id="161" dur="1" fill="hold">
                                          <p:stCondLst>
                                            <p:cond delay="174"/>
                                          </p:stCondLst>
                                        </p:cTn>
                                        <p:tgtEl>
                                          <p:spTgt spid="22"/>
                                        </p:tgtEl>
                                        <p:attrNameLst>
                                          <p:attrName>style.visibility</p:attrName>
                                        </p:attrNameLst>
                                      </p:cBhvr>
                                      <p:to>
                                        <p:strVal val="hidden"/>
                                      </p:to>
                                    </p:set>
                                  </p:childTnLst>
                                </p:cTn>
                              </p:par>
                              <p:par>
                                <p:cTn id="162" presetID="10" presetClass="exit" presetSubtype="0" grpId="0" fill="hold" nodeType="withEffect">
                                  <p:stCondLst>
                                    <p:cond delay="0"/>
                                  </p:stCondLst>
                                  <p:childTnLst>
                                    <p:animEffect transition="out" filter="fade">
                                      <p:cBhvr>
                                        <p:cTn id="163" dur="175"/>
                                        <p:tgtEl>
                                          <p:spTgt spid="23">
                                            <p:txEl>
                                              <p:pRg st="0" end="0"/>
                                            </p:txEl>
                                          </p:spTgt>
                                        </p:tgtEl>
                                      </p:cBhvr>
                                    </p:animEffect>
                                    <p:set>
                                      <p:cBhvr>
                                        <p:cTn id="164" dur="1" fill="hold">
                                          <p:stCondLst>
                                            <p:cond delay="174"/>
                                          </p:stCondLst>
                                        </p:cTn>
                                        <p:tgtEl>
                                          <p:spTgt spid="23">
                                            <p:txEl>
                                              <p:pRg st="0" end="0"/>
                                            </p:txEl>
                                          </p:spTgt>
                                        </p:tgtEl>
                                        <p:attrNameLst>
                                          <p:attrName>style.visibility</p:attrName>
                                        </p:attrNameLst>
                                      </p:cBhvr>
                                      <p:to>
                                        <p:strVal val="hidden"/>
                                      </p:to>
                                    </p:set>
                                  </p:childTnLst>
                                </p:cTn>
                              </p:par>
                              <p:par>
                                <p:cTn id="165" presetID="10" presetClass="exit" presetSubtype="0" grpId="0" fill="hold" nodeType="withEffect">
                                  <p:stCondLst>
                                    <p:cond delay="0"/>
                                  </p:stCondLst>
                                  <p:childTnLst>
                                    <p:animEffect transition="out" filter="fade">
                                      <p:cBhvr>
                                        <p:cTn id="166" dur="175"/>
                                        <p:tgtEl>
                                          <p:spTgt spid="23">
                                            <p:txEl>
                                              <p:pRg st="1" end="1"/>
                                            </p:txEl>
                                          </p:spTgt>
                                        </p:tgtEl>
                                      </p:cBhvr>
                                    </p:animEffect>
                                    <p:set>
                                      <p:cBhvr>
                                        <p:cTn id="167" dur="1" fill="hold">
                                          <p:stCondLst>
                                            <p:cond delay="174"/>
                                          </p:stCondLst>
                                        </p:cTn>
                                        <p:tgtEl>
                                          <p:spTgt spid="23">
                                            <p:txEl>
                                              <p:pRg st="1" end="1"/>
                                            </p:txEl>
                                          </p:spTgt>
                                        </p:tgtEl>
                                        <p:attrNameLst>
                                          <p:attrName>style.visibility</p:attrName>
                                        </p:attrNameLst>
                                      </p:cBhvr>
                                      <p:to>
                                        <p:strVal val="hidden"/>
                                      </p:to>
                                    </p:set>
                                  </p:childTnLst>
                                </p:cTn>
                              </p:par>
                              <p:par>
                                <p:cTn id="168" presetID="10" presetClass="exit" presetSubtype="0" grpId="0" fill="hold" nodeType="withEffect">
                                  <p:stCondLst>
                                    <p:cond delay="0"/>
                                  </p:stCondLst>
                                  <p:childTnLst>
                                    <p:animEffect transition="out" filter="fade">
                                      <p:cBhvr>
                                        <p:cTn id="169" dur="175"/>
                                        <p:tgtEl>
                                          <p:spTgt spid="23">
                                            <p:txEl>
                                              <p:pRg st="2" end="2"/>
                                            </p:txEl>
                                          </p:spTgt>
                                        </p:tgtEl>
                                      </p:cBhvr>
                                    </p:animEffect>
                                    <p:set>
                                      <p:cBhvr>
                                        <p:cTn id="170" dur="1" fill="hold">
                                          <p:stCondLst>
                                            <p:cond delay="174"/>
                                          </p:stCondLst>
                                        </p:cTn>
                                        <p:tgtEl>
                                          <p:spTgt spid="23">
                                            <p:txEl>
                                              <p:pRg st="2" end="2"/>
                                            </p:txEl>
                                          </p:spTgt>
                                        </p:tgtEl>
                                        <p:attrNameLst>
                                          <p:attrName>style.visibility</p:attrName>
                                        </p:attrNameLst>
                                      </p:cBhvr>
                                      <p:to>
                                        <p:strVal val="hidden"/>
                                      </p:to>
                                    </p:set>
                                  </p:childTnLst>
                                </p:cTn>
                              </p:par>
                              <p:par>
                                <p:cTn id="171" presetID="10" presetClass="exit" presetSubtype="0" grpId="0" fill="hold" nodeType="withEffect">
                                  <p:stCondLst>
                                    <p:cond delay="0"/>
                                  </p:stCondLst>
                                  <p:childTnLst>
                                    <p:animEffect transition="out" filter="fade">
                                      <p:cBhvr>
                                        <p:cTn id="172" dur="175"/>
                                        <p:tgtEl>
                                          <p:spTgt spid="23">
                                            <p:txEl>
                                              <p:pRg st="3" end="3"/>
                                            </p:txEl>
                                          </p:spTgt>
                                        </p:tgtEl>
                                      </p:cBhvr>
                                    </p:animEffect>
                                    <p:set>
                                      <p:cBhvr>
                                        <p:cTn id="173" dur="1" fill="hold">
                                          <p:stCondLst>
                                            <p:cond delay="174"/>
                                          </p:stCondLst>
                                        </p:cTn>
                                        <p:tgtEl>
                                          <p:spTgt spid="23">
                                            <p:txEl>
                                              <p:pRg st="3" end="3"/>
                                            </p:txEl>
                                          </p:spTgt>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175"/>
                                        <p:tgtEl>
                                          <p:spTgt spid="24"/>
                                        </p:tgtEl>
                                      </p:cBhvr>
                                    </p:animEffect>
                                    <p:set>
                                      <p:cBhvr>
                                        <p:cTn id="176" dur="1" fill="hold">
                                          <p:stCondLst>
                                            <p:cond delay="174"/>
                                          </p:stCondLst>
                                        </p:cTn>
                                        <p:tgtEl>
                                          <p:spTgt spid="24"/>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175"/>
                                        <p:tgtEl>
                                          <p:spTgt spid="25"/>
                                        </p:tgtEl>
                                      </p:cBhvr>
                                    </p:animEffect>
                                    <p:set>
                                      <p:cBhvr>
                                        <p:cTn id="179" dur="1" fill="hold">
                                          <p:stCondLst>
                                            <p:cond delay="174"/>
                                          </p:stCondLst>
                                        </p:cTn>
                                        <p:tgtEl>
                                          <p:spTgt spid="25"/>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175"/>
                                        <p:tgtEl>
                                          <p:spTgt spid="26"/>
                                        </p:tgtEl>
                                      </p:cBhvr>
                                    </p:animEffect>
                                    <p:set>
                                      <p:cBhvr>
                                        <p:cTn id="182" dur="1" fill="hold">
                                          <p:stCondLst>
                                            <p:cond delay="174"/>
                                          </p:stCondLst>
                                        </p:cTn>
                                        <p:tgtEl>
                                          <p:spTgt spid="26"/>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175"/>
                                        <p:tgtEl>
                                          <p:spTgt spid="27"/>
                                        </p:tgtEl>
                                      </p:cBhvr>
                                    </p:animEffect>
                                    <p:set>
                                      <p:cBhvr>
                                        <p:cTn id="185" dur="1" fill="hold">
                                          <p:stCondLst>
                                            <p:cond delay="174"/>
                                          </p:stCondLst>
                                        </p:cTn>
                                        <p:tgtEl>
                                          <p:spTgt spid="27"/>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175"/>
                                        <p:tgtEl>
                                          <p:spTgt spid="28"/>
                                        </p:tgtEl>
                                      </p:cBhvr>
                                    </p:animEffect>
                                    <p:set>
                                      <p:cBhvr>
                                        <p:cTn id="188" dur="1" fill="hold">
                                          <p:stCondLst>
                                            <p:cond delay="174"/>
                                          </p:stCondLst>
                                        </p:cTn>
                                        <p:tgtEl>
                                          <p:spTgt spid="28"/>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175"/>
                                        <p:tgtEl>
                                          <p:spTgt spid="30"/>
                                        </p:tgtEl>
                                      </p:cBhvr>
                                    </p:animEffect>
                                    <p:set>
                                      <p:cBhvr>
                                        <p:cTn id="191" dur="1" fill="hold">
                                          <p:stCondLst>
                                            <p:cond delay="174"/>
                                          </p:stCondLst>
                                        </p:cTn>
                                        <p:tgtEl>
                                          <p:spTgt spid="30"/>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175"/>
                                        <p:tgtEl>
                                          <p:spTgt spid="31"/>
                                        </p:tgtEl>
                                      </p:cBhvr>
                                    </p:animEffect>
                                    <p:set>
                                      <p:cBhvr>
                                        <p:cTn id="194" dur="1" fill="hold">
                                          <p:stCondLst>
                                            <p:cond delay="174"/>
                                          </p:stCondLst>
                                        </p:cTn>
                                        <p:tgtEl>
                                          <p:spTgt spid="31"/>
                                        </p:tgtEl>
                                        <p:attrNameLst>
                                          <p:attrName>style.visibility</p:attrName>
                                        </p:attrNameLst>
                                      </p:cBhvr>
                                      <p:to>
                                        <p:strVal val="hidden"/>
                                      </p:to>
                                    </p:set>
                                  </p:childTnLst>
                                </p:cTn>
                              </p:par>
                              <p:par>
                                <p:cTn id="195" presetID="10" presetClass="entr" presetSubtype="0" fill="hold" nodeType="withEffect">
                                  <p:stCondLst>
                                    <p:cond delay="225"/>
                                  </p:stCondLst>
                                  <p:childTnLst>
                                    <p:set>
                                      <p:cBhvr>
                                        <p:cTn id="196" dur="1" fill="hold">
                                          <p:stCondLst>
                                            <p:cond delay="0"/>
                                          </p:stCondLst>
                                        </p:cTn>
                                        <p:tgtEl>
                                          <p:spTgt spid="32"/>
                                        </p:tgtEl>
                                        <p:attrNameLst>
                                          <p:attrName>style.visibility</p:attrName>
                                        </p:attrNameLst>
                                      </p:cBhvr>
                                      <p:to>
                                        <p:strVal val="visible"/>
                                      </p:to>
                                    </p:set>
                                    <p:animEffect transition="in" filter="fade">
                                      <p:cBhvr>
                                        <p:cTn id="197" dur="225"/>
                                        <p:tgtEl>
                                          <p:spTgt spid="32"/>
                                        </p:tgtEl>
                                      </p:cBhvr>
                                    </p:animEffect>
                                  </p:childTnLst>
                                </p:cTn>
                              </p:par>
                              <p:par>
                                <p:cTn id="198" presetID="10" presetClass="entr" presetSubtype="0" fill="hold" nodeType="withEffect">
                                  <p:stCondLst>
                                    <p:cond delay="260"/>
                                  </p:stCondLst>
                                  <p:childTnLst>
                                    <p:set>
                                      <p:cBhvr>
                                        <p:cTn id="199" dur="1" fill="hold">
                                          <p:stCondLst>
                                            <p:cond delay="0"/>
                                          </p:stCondLst>
                                        </p:cTn>
                                        <p:tgtEl>
                                          <p:spTgt spid="33"/>
                                        </p:tgtEl>
                                        <p:attrNameLst>
                                          <p:attrName>style.visibility</p:attrName>
                                        </p:attrNameLst>
                                      </p:cBhvr>
                                      <p:to>
                                        <p:strVal val="visible"/>
                                      </p:to>
                                    </p:set>
                                    <p:animEffect transition="in" filter="fade">
                                      <p:cBhvr>
                                        <p:cTn id="200" dur="225"/>
                                        <p:tgtEl>
                                          <p:spTgt spid="33"/>
                                        </p:tgtEl>
                                      </p:cBhvr>
                                    </p:animEffect>
                                  </p:childTnLst>
                                </p:cTn>
                              </p:par>
                              <p:par>
                                <p:cTn id="201" presetID="22" presetClass="entr" presetSubtype="8" fill="hold" nodeType="withEffect">
                                  <p:stCondLst>
                                    <p:cond delay="260"/>
                                  </p:stCondLst>
                                  <p:childTnLst>
                                    <p:set>
                                      <p:cBhvr>
                                        <p:cTn id="202" dur="1" fill="hold">
                                          <p:stCondLst>
                                            <p:cond delay="0"/>
                                          </p:stCondLst>
                                        </p:cTn>
                                        <p:tgtEl>
                                          <p:spTgt spid="34"/>
                                        </p:tgtEl>
                                        <p:attrNameLst>
                                          <p:attrName>style.visibility</p:attrName>
                                        </p:attrNameLst>
                                      </p:cBhvr>
                                      <p:to>
                                        <p:strVal val="visible"/>
                                      </p:to>
                                    </p:set>
                                    <p:animEffect transition="in" filter="wipe(left)">
                                      <p:cBhvr>
                                        <p:cTn id="203" dur="250"/>
                                        <p:tgtEl>
                                          <p:spTgt spid="34"/>
                                        </p:tgtEl>
                                      </p:cBhvr>
                                    </p:animEffect>
                                  </p:childTnLst>
                                </p:cTn>
                              </p:par>
                              <p:par>
                                <p:cTn id="204" presetID="10" presetClass="entr" presetSubtype="0" grpId="0" fill="hold" nodeType="withEffect">
                                  <p:stCondLst>
                                    <p:cond delay="295"/>
                                  </p:stCondLst>
                                  <p:childTnLst>
                                    <p:set>
                                      <p:cBhvr>
                                        <p:cTn id="205" dur="1" fill="hold">
                                          <p:stCondLst>
                                            <p:cond delay="0"/>
                                          </p:stCondLst>
                                        </p:cTn>
                                        <p:tgtEl>
                                          <p:spTgt spid="35">
                                            <p:txEl>
                                              <p:pRg st="0" end="0"/>
                                            </p:txEl>
                                          </p:spTgt>
                                        </p:tgtEl>
                                        <p:attrNameLst>
                                          <p:attrName>style.visibility</p:attrName>
                                        </p:attrNameLst>
                                      </p:cBhvr>
                                      <p:to>
                                        <p:strVal val="visible"/>
                                      </p:to>
                                    </p:set>
                                    <p:animEffect transition="in" filter="fade">
                                      <p:cBhvr>
                                        <p:cTn id="206" dur="225"/>
                                        <p:tgtEl>
                                          <p:spTgt spid="35">
                                            <p:txEl>
                                              <p:pRg st="0" end="0"/>
                                            </p:txEl>
                                          </p:spTgt>
                                        </p:tgtEl>
                                      </p:cBhvr>
                                    </p:animEffect>
                                  </p:childTnLst>
                                </p:cTn>
                              </p:par>
                              <p:par>
                                <p:cTn id="207" presetID="10" presetClass="entr" presetSubtype="0" grpId="0" fill="hold" nodeType="withEffect">
                                  <p:stCondLst>
                                    <p:cond delay="485"/>
                                  </p:stCondLst>
                                  <p:childTnLst>
                                    <p:set>
                                      <p:cBhvr>
                                        <p:cTn id="208" dur="1" fill="hold">
                                          <p:stCondLst>
                                            <p:cond delay="0"/>
                                          </p:stCondLst>
                                        </p:cTn>
                                        <p:tgtEl>
                                          <p:spTgt spid="35">
                                            <p:txEl>
                                              <p:pRg st="1" end="1"/>
                                            </p:txEl>
                                          </p:spTgt>
                                        </p:tgtEl>
                                        <p:attrNameLst>
                                          <p:attrName>style.visibility</p:attrName>
                                        </p:attrNameLst>
                                      </p:cBhvr>
                                      <p:to>
                                        <p:strVal val="visible"/>
                                      </p:to>
                                    </p:set>
                                    <p:animEffect transition="in" filter="fade">
                                      <p:cBhvr>
                                        <p:cTn id="209" dur="225"/>
                                        <p:tgtEl>
                                          <p:spTgt spid="35">
                                            <p:txEl>
                                              <p:pRg st="1" end="1"/>
                                            </p:txEl>
                                          </p:spTgt>
                                        </p:tgtEl>
                                      </p:cBhvr>
                                    </p:animEffect>
                                  </p:childTnLst>
                                </p:cTn>
                              </p:par>
                              <p:par>
                                <p:cTn id="210" presetID="10" presetClass="entr" presetSubtype="0" grpId="0" fill="hold" nodeType="withEffect">
                                  <p:stCondLst>
                                    <p:cond delay="675"/>
                                  </p:stCondLst>
                                  <p:childTnLst>
                                    <p:set>
                                      <p:cBhvr>
                                        <p:cTn id="211" dur="1" fill="hold">
                                          <p:stCondLst>
                                            <p:cond delay="0"/>
                                          </p:stCondLst>
                                        </p:cTn>
                                        <p:tgtEl>
                                          <p:spTgt spid="35">
                                            <p:txEl>
                                              <p:pRg st="2" end="2"/>
                                            </p:txEl>
                                          </p:spTgt>
                                        </p:tgtEl>
                                        <p:attrNameLst>
                                          <p:attrName>style.visibility</p:attrName>
                                        </p:attrNameLst>
                                      </p:cBhvr>
                                      <p:to>
                                        <p:strVal val="visible"/>
                                      </p:to>
                                    </p:set>
                                    <p:animEffect transition="in" filter="fade">
                                      <p:cBhvr>
                                        <p:cTn id="212" dur="225"/>
                                        <p:tgtEl>
                                          <p:spTgt spid="35">
                                            <p:txEl>
                                              <p:pRg st="2" end="2"/>
                                            </p:txEl>
                                          </p:spTgt>
                                        </p:tgtEl>
                                      </p:cBhvr>
                                    </p:animEffect>
                                  </p:childTnLst>
                                </p:cTn>
                              </p:par>
                              <p:par>
                                <p:cTn id="213" presetID="22" presetClass="entr" presetSubtype="8" fill="hold" nodeType="withEffect">
                                  <p:stCondLst>
                                    <p:cond delay="330"/>
                                  </p:stCondLst>
                                  <p:childTnLst>
                                    <p:set>
                                      <p:cBhvr>
                                        <p:cTn id="214" dur="1" fill="hold">
                                          <p:stCondLst>
                                            <p:cond delay="0"/>
                                          </p:stCondLst>
                                        </p:cTn>
                                        <p:tgtEl>
                                          <p:spTgt spid="36"/>
                                        </p:tgtEl>
                                        <p:attrNameLst>
                                          <p:attrName>style.visibility</p:attrName>
                                        </p:attrNameLst>
                                      </p:cBhvr>
                                      <p:to>
                                        <p:strVal val="visible"/>
                                      </p:to>
                                    </p:set>
                                    <p:animEffect transition="in" filter="wipe(left)">
                                      <p:cBhvr>
                                        <p:cTn id="215" dur="250"/>
                                        <p:tgtEl>
                                          <p:spTgt spid="36"/>
                                        </p:tgtEl>
                                      </p:cBhvr>
                                    </p:animEffect>
                                  </p:childTnLst>
                                </p:cTn>
                              </p:par>
                              <p:par>
                                <p:cTn id="216" presetID="10" presetClass="entr" presetSubtype="0" fill="hold" nodeType="withEffect">
                                  <p:stCondLst>
                                    <p:cond delay="290"/>
                                  </p:stCondLst>
                                  <p:childTnLst>
                                    <p:set>
                                      <p:cBhvr>
                                        <p:cTn id="217" dur="1" fill="hold">
                                          <p:stCondLst>
                                            <p:cond delay="0"/>
                                          </p:stCondLst>
                                        </p:cTn>
                                        <p:tgtEl>
                                          <p:spTgt spid="37"/>
                                        </p:tgtEl>
                                        <p:attrNameLst>
                                          <p:attrName>style.visibility</p:attrName>
                                        </p:attrNameLst>
                                      </p:cBhvr>
                                      <p:to>
                                        <p:strVal val="visible"/>
                                      </p:to>
                                    </p:set>
                                    <p:animEffect transition="in" filter="fade">
                                      <p:cBhvr>
                                        <p:cTn id="218" dur="225"/>
                                        <p:tgtEl>
                                          <p:spTgt spid="37"/>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xit" presetSubtype="0" fill="hold" nodeType="clickEffect">
                                  <p:stCondLst>
                                    <p:cond delay="0"/>
                                  </p:stCondLst>
                                  <p:childTnLst>
                                    <p:animEffect transition="out" filter="fade">
                                      <p:cBhvr>
                                        <p:cTn id="222" dur="175"/>
                                        <p:tgtEl>
                                          <p:spTgt spid="32"/>
                                        </p:tgtEl>
                                      </p:cBhvr>
                                    </p:animEffect>
                                    <p:set>
                                      <p:cBhvr>
                                        <p:cTn id="223" dur="1" fill="hold">
                                          <p:stCondLst>
                                            <p:cond delay="174"/>
                                          </p:stCondLst>
                                        </p:cTn>
                                        <p:tgtEl>
                                          <p:spTgt spid="32"/>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175"/>
                                        <p:tgtEl>
                                          <p:spTgt spid="33"/>
                                        </p:tgtEl>
                                      </p:cBhvr>
                                    </p:animEffect>
                                    <p:set>
                                      <p:cBhvr>
                                        <p:cTn id="226" dur="1" fill="hold">
                                          <p:stCondLst>
                                            <p:cond delay="174"/>
                                          </p:stCondLst>
                                        </p:cTn>
                                        <p:tgtEl>
                                          <p:spTgt spid="33"/>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175"/>
                                        <p:tgtEl>
                                          <p:spTgt spid="34"/>
                                        </p:tgtEl>
                                      </p:cBhvr>
                                    </p:animEffect>
                                    <p:set>
                                      <p:cBhvr>
                                        <p:cTn id="229" dur="1" fill="hold">
                                          <p:stCondLst>
                                            <p:cond delay="174"/>
                                          </p:stCondLst>
                                        </p:cTn>
                                        <p:tgtEl>
                                          <p:spTgt spid="34"/>
                                        </p:tgtEl>
                                        <p:attrNameLst>
                                          <p:attrName>style.visibility</p:attrName>
                                        </p:attrNameLst>
                                      </p:cBhvr>
                                      <p:to>
                                        <p:strVal val="hidden"/>
                                      </p:to>
                                    </p:set>
                                  </p:childTnLst>
                                </p:cTn>
                              </p:par>
                              <p:par>
                                <p:cTn id="230" presetID="10" presetClass="exit" presetSubtype="0" grpId="0" fill="hold" nodeType="withEffect">
                                  <p:stCondLst>
                                    <p:cond delay="0"/>
                                  </p:stCondLst>
                                  <p:childTnLst>
                                    <p:animEffect transition="out" filter="fade">
                                      <p:cBhvr>
                                        <p:cTn id="231" dur="175"/>
                                        <p:tgtEl>
                                          <p:spTgt spid="35">
                                            <p:txEl>
                                              <p:pRg st="0" end="0"/>
                                            </p:txEl>
                                          </p:spTgt>
                                        </p:tgtEl>
                                      </p:cBhvr>
                                    </p:animEffect>
                                    <p:set>
                                      <p:cBhvr>
                                        <p:cTn id="232" dur="1" fill="hold">
                                          <p:stCondLst>
                                            <p:cond delay="174"/>
                                          </p:stCondLst>
                                        </p:cTn>
                                        <p:tgtEl>
                                          <p:spTgt spid="35">
                                            <p:txEl>
                                              <p:pRg st="0" end="0"/>
                                            </p:txEl>
                                          </p:spTgt>
                                        </p:tgtEl>
                                        <p:attrNameLst>
                                          <p:attrName>style.visibility</p:attrName>
                                        </p:attrNameLst>
                                      </p:cBhvr>
                                      <p:to>
                                        <p:strVal val="hidden"/>
                                      </p:to>
                                    </p:set>
                                  </p:childTnLst>
                                </p:cTn>
                              </p:par>
                              <p:par>
                                <p:cTn id="233" presetID="10" presetClass="exit" presetSubtype="0" grpId="0" fill="hold" nodeType="withEffect">
                                  <p:stCondLst>
                                    <p:cond delay="0"/>
                                  </p:stCondLst>
                                  <p:childTnLst>
                                    <p:animEffect transition="out" filter="fade">
                                      <p:cBhvr>
                                        <p:cTn id="234" dur="175"/>
                                        <p:tgtEl>
                                          <p:spTgt spid="35">
                                            <p:txEl>
                                              <p:pRg st="1" end="1"/>
                                            </p:txEl>
                                          </p:spTgt>
                                        </p:tgtEl>
                                      </p:cBhvr>
                                    </p:animEffect>
                                    <p:set>
                                      <p:cBhvr>
                                        <p:cTn id="235" dur="1" fill="hold">
                                          <p:stCondLst>
                                            <p:cond delay="174"/>
                                          </p:stCondLst>
                                        </p:cTn>
                                        <p:tgtEl>
                                          <p:spTgt spid="35">
                                            <p:txEl>
                                              <p:pRg st="1" end="1"/>
                                            </p:txEl>
                                          </p:spTgt>
                                        </p:tgtEl>
                                        <p:attrNameLst>
                                          <p:attrName>style.visibility</p:attrName>
                                        </p:attrNameLst>
                                      </p:cBhvr>
                                      <p:to>
                                        <p:strVal val="hidden"/>
                                      </p:to>
                                    </p:set>
                                  </p:childTnLst>
                                </p:cTn>
                              </p:par>
                              <p:par>
                                <p:cTn id="236" presetID="10" presetClass="exit" presetSubtype="0" grpId="0" fill="hold" nodeType="withEffect">
                                  <p:stCondLst>
                                    <p:cond delay="0"/>
                                  </p:stCondLst>
                                  <p:childTnLst>
                                    <p:animEffect transition="out" filter="fade">
                                      <p:cBhvr>
                                        <p:cTn id="237" dur="175"/>
                                        <p:tgtEl>
                                          <p:spTgt spid="35">
                                            <p:txEl>
                                              <p:pRg st="2" end="2"/>
                                            </p:txEl>
                                          </p:spTgt>
                                        </p:tgtEl>
                                      </p:cBhvr>
                                    </p:animEffect>
                                    <p:set>
                                      <p:cBhvr>
                                        <p:cTn id="238" dur="1" fill="hold">
                                          <p:stCondLst>
                                            <p:cond delay="174"/>
                                          </p:stCondLst>
                                        </p:cTn>
                                        <p:tgtEl>
                                          <p:spTgt spid="35">
                                            <p:txEl>
                                              <p:pRg st="2" end="2"/>
                                            </p:txEl>
                                          </p:spTgt>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175"/>
                                        <p:tgtEl>
                                          <p:spTgt spid="36"/>
                                        </p:tgtEl>
                                      </p:cBhvr>
                                    </p:animEffect>
                                    <p:set>
                                      <p:cBhvr>
                                        <p:cTn id="241" dur="1" fill="hold">
                                          <p:stCondLst>
                                            <p:cond delay="174"/>
                                          </p:stCondLst>
                                        </p:cTn>
                                        <p:tgtEl>
                                          <p:spTgt spid="36"/>
                                        </p:tgtEl>
                                        <p:attrNameLst>
                                          <p:attrName>style.visibility</p:attrName>
                                        </p:attrNameLst>
                                      </p:cBhvr>
                                      <p:to>
                                        <p:strVal val="hidden"/>
                                      </p:to>
                                    </p:set>
                                  </p:childTnLst>
                                </p:cTn>
                              </p:par>
                              <p:par>
                                <p:cTn id="242" presetID="10" presetClass="exit" presetSubtype="0" fill="hold" nodeType="withEffect">
                                  <p:stCondLst>
                                    <p:cond delay="0"/>
                                  </p:stCondLst>
                                  <p:childTnLst>
                                    <p:animEffect transition="out" filter="fade">
                                      <p:cBhvr>
                                        <p:cTn id="243" dur="175"/>
                                        <p:tgtEl>
                                          <p:spTgt spid="37"/>
                                        </p:tgtEl>
                                      </p:cBhvr>
                                    </p:animEffect>
                                    <p:set>
                                      <p:cBhvr>
                                        <p:cTn id="244" dur="1" fill="hold">
                                          <p:stCondLst>
                                            <p:cond delay="174"/>
                                          </p:stCondLst>
                                        </p:cTn>
                                        <p:tgtEl>
                                          <p:spTgt spid="37"/>
                                        </p:tgtEl>
                                        <p:attrNameLst>
                                          <p:attrName>style.visibility</p:attrName>
                                        </p:attrNameLst>
                                      </p:cBhvr>
                                      <p:to>
                                        <p:strVal val="hidden"/>
                                      </p:to>
                                    </p:set>
                                  </p:childTnLst>
                                </p:cTn>
                              </p:par>
                              <p:par>
                                <p:cTn id="245" presetID="10" presetClass="entr" presetSubtype="0" fill="hold" nodeType="withEffect">
                                  <p:stCondLst>
                                    <p:cond delay="225"/>
                                  </p:stCondLst>
                                  <p:childTnLst>
                                    <p:set>
                                      <p:cBhvr>
                                        <p:cTn id="246" dur="1" fill="hold">
                                          <p:stCondLst>
                                            <p:cond delay="0"/>
                                          </p:stCondLst>
                                        </p:cTn>
                                        <p:tgtEl>
                                          <p:spTgt spid="38"/>
                                        </p:tgtEl>
                                        <p:attrNameLst>
                                          <p:attrName>style.visibility</p:attrName>
                                        </p:attrNameLst>
                                      </p:cBhvr>
                                      <p:to>
                                        <p:strVal val="visible"/>
                                      </p:to>
                                    </p:set>
                                    <p:animEffect transition="in" filter="fade">
                                      <p:cBhvr>
                                        <p:cTn id="247" dur="225"/>
                                        <p:tgtEl>
                                          <p:spTgt spid="38"/>
                                        </p:tgtEl>
                                      </p:cBhvr>
                                    </p:animEffect>
                                  </p:childTnLst>
                                </p:cTn>
                              </p:par>
                              <p:par>
                                <p:cTn id="248" presetID="53" presetClass="entr" presetSubtype="16" fill="hold" nodeType="withEffect">
                                  <p:stCondLst>
                                    <p:cond delay="260"/>
                                  </p:stCondLst>
                                  <p:childTnLst>
                                    <p:set>
                                      <p:cBhvr>
                                        <p:cTn id="249" dur="1" fill="hold">
                                          <p:stCondLst>
                                            <p:cond delay="0"/>
                                          </p:stCondLst>
                                        </p:cTn>
                                        <p:tgtEl>
                                          <p:spTgt spid="39"/>
                                        </p:tgtEl>
                                        <p:attrNameLst>
                                          <p:attrName>style.visibility</p:attrName>
                                        </p:attrNameLst>
                                      </p:cBhvr>
                                      <p:to>
                                        <p:strVal val="visible"/>
                                      </p:to>
                                    </p:set>
                                    <p:anim calcmode="lin" valueType="num">
                                      <p:cBhvr>
                                        <p:cTn id="250" dur="300" fill="hold"/>
                                        <p:tgtEl>
                                          <p:spTgt spid="39"/>
                                        </p:tgtEl>
                                        <p:attrNameLst>
                                          <p:attrName>ppt_w</p:attrName>
                                        </p:attrNameLst>
                                      </p:cBhvr>
                                      <p:tavLst>
                                        <p:tav tm="0">
                                          <p:val>
                                            <p:fltVal val="0"/>
                                          </p:val>
                                        </p:tav>
                                        <p:tav tm="100000">
                                          <p:val>
                                            <p:strVal val="#ppt_w"/>
                                          </p:val>
                                        </p:tav>
                                      </p:tavLst>
                                    </p:anim>
                                    <p:anim calcmode="lin" valueType="num">
                                      <p:cBhvr>
                                        <p:cTn id="251" dur="300" fill="hold"/>
                                        <p:tgtEl>
                                          <p:spTgt spid="39"/>
                                        </p:tgtEl>
                                        <p:attrNameLst>
                                          <p:attrName>ppt_h</p:attrName>
                                        </p:attrNameLst>
                                      </p:cBhvr>
                                      <p:tavLst>
                                        <p:tav tm="0">
                                          <p:val>
                                            <p:fltVal val="0"/>
                                          </p:val>
                                        </p:tav>
                                        <p:tav tm="100000">
                                          <p:val>
                                            <p:strVal val="#ppt_h"/>
                                          </p:val>
                                        </p:tav>
                                      </p:tavLst>
                                    </p:anim>
                                    <p:animEffect transition="in" filter="fade">
                                      <p:cBhvr>
                                        <p:cTn id="252" dur="300"/>
                                        <p:tgtEl>
                                          <p:spTgt spid="39"/>
                                        </p:tgtEl>
                                      </p:cBhvr>
                                    </p:animEffect>
                                  </p:childTnLst>
                                </p:cTn>
                              </p:par>
                              <p:par>
                                <p:cTn id="253" presetID="10" presetClass="entr" presetSubtype="0" grpId="0" fill="hold" nodeType="withEffect">
                                  <p:stCondLst>
                                    <p:cond delay="295"/>
                                  </p:stCondLst>
                                  <p:childTnLst>
                                    <p:set>
                                      <p:cBhvr>
                                        <p:cTn id="254" dur="1" fill="hold">
                                          <p:stCondLst>
                                            <p:cond delay="0"/>
                                          </p:stCondLst>
                                        </p:cTn>
                                        <p:tgtEl>
                                          <p:spTgt spid="40">
                                            <p:txEl>
                                              <p:pRg st="0" end="0"/>
                                            </p:txEl>
                                          </p:spTgt>
                                        </p:tgtEl>
                                        <p:attrNameLst>
                                          <p:attrName>style.visibility</p:attrName>
                                        </p:attrNameLst>
                                      </p:cBhvr>
                                      <p:to>
                                        <p:strVal val="visible"/>
                                      </p:to>
                                    </p:set>
                                    <p:animEffect transition="in" filter="fade">
                                      <p:cBhvr>
                                        <p:cTn id="255" dur="225"/>
                                        <p:tgtEl>
                                          <p:spTgt spid="40">
                                            <p:txEl>
                                              <p:pRg st="0" end="0"/>
                                            </p:txEl>
                                          </p:spTgt>
                                        </p:tgtEl>
                                      </p:cBhvr>
                                    </p:animEffect>
                                  </p:childTnLst>
                                </p:cTn>
                              </p:par>
                              <p:par>
                                <p:cTn id="256" presetID="10" presetClass="entr" presetSubtype="0" grpId="0" fill="hold" nodeType="withEffect">
                                  <p:stCondLst>
                                    <p:cond delay="457"/>
                                  </p:stCondLst>
                                  <p:childTnLst>
                                    <p:set>
                                      <p:cBhvr>
                                        <p:cTn id="257" dur="1" fill="hold">
                                          <p:stCondLst>
                                            <p:cond delay="0"/>
                                          </p:stCondLst>
                                        </p:cTn>
                                        <p:tgtEl>
                                          <p:spTgt spid="40">
                                            <p:txEl>
                                              <p:pRg st="1" end="1"/>
                                            </p:txEl>
                                          </p:spTgt>
                                        </p:tgtEl>
                                        <p:attrNameLst>
                                          <p:attrName>style.visibility</p:attrName>
                                        </p:attrNameLst>
                                      </p:cBhvr>
                                      <p:to>
                                        <p:strVal val="visible"/>
                                      </p:to>
                                    </p:set>
                                    <p:animEffect transition="in" filter="fade">
                                      <p:cBhvr>
                                        <p:cTn id="258" dur="225"/>
                                        <p:tgtEl>
                                          <p:spTgt spid="40">
                                            <p:txEl>
                                              <p:pRg st="1" end="1"/>
                                            </p:txEl>
                                          </p:spTgt>
                                        </p:tgtEl>
                                      </p:cBhvr>
                                    </p:animEffect>
                                  </p:childTnLst>
                                </p:cTn>
                              </p:par>
                              <p:par>
                                <p:cTn id="259" presetID="10" presetClass="entr" presetSubtype="0" grpId="0" fill="hold" nodeType="withEffect">
                                  <p:stCondLst>
                                    <p:cond delay="619"/>
                                  </p:stCondLst>
                                  <p:childTnLst>
                                    <p:set>
                                      <p:cBhvr>
                                        <p:cTn id="260" dur="1" fill="hold">
                                          <p:stCondLst>
                                            <p:cond delay="0"/>
                                          </p:stCondLst>
                                        </p:cTn>
                                        <p:tgtEl>
                                          <p:spTgt spid="40">
                                            <p:txEl>
                                              <p:pRg st="2" end="2"/>
                                            </p:txEl>
                                          </p:spTgt>
                                        </p:tgtEl>
                                        <p:attrNameLst>
                                          <p:attrName>style.visibility</p:attrName>
                                        </p:attrNameLst>
                                      </p:cBhvr>
                                      <p:to>
                                        <p:strVal val="visible"/>
                                      </p:to>
                                    </p:set>
                                    <p:animEffect transition="in" filter="fade">
                                      <p:cBhvr>
                                        <p:cTn id="261" dur="225"/>
                                        <p:tgtEl>
                                          <p:spTgt spid="40">
                                            <p:txEl>
                                              <p:pRg st="2" end="2"/>
                                            </p:txEl>
                                          </p:spTgt>
                                        </p:tgtEl>
                                      </p:cBhvr>
                                    </p:animEffect>
                                  </p:childTnLst>
                                </p:cTn>
                              </p:par>
                              <p:par>
                                <p:cTn id="262" presetID="10" presetClass="entr" presetSubtype="0" grpId="0" fill="hold" nodeType="withEffect">
                                  <p:stCondLst>
                                    <p:cond delay="781"/>
                                  </p:stCondLst>
                                  <p:childTnLst>
                                    <p:set>
                                      <p:cBhvr>
                                        <p:cTn id="263" dur="1" fill="hold">
                                          <p:stCondLst>
                                            <p:cond delay="0"/>
                                          </p:stCondLst>
                                        </p:cTn>
                                        <p:tgtEl>
                                          <p:spTgt spid="40">
                                            <p:txEl>
                                              <p:pRg st="3" end="3"/>
                                            </p:txEl>
                                          </p:spTgt>
                                        </p:tgtEl>
                                        <p:attrNameLst>
                                          <p:attrName>style.visibility</p:attrName>
                                        </p:attrNameLst>
                                      </p:cBhvr>
                                      <p:to>
                                        <p:strVal val="visible"/>
                                      </p:to>
                                    </p:set>
                                    <p:animEffect transition="in" filter="fade">
                                      <p:cBhvr>
                                        <p:cTn id="264" dur="225"/>
                                        <p:tgtEl>
                                          <p:spTgt spid="40">
                                            <p:txEl>
                                              <p:pRg st="3" end="3"/>
                                            </p:txEl>
                                          </p:spTgt>
                                        </p:tgtEl>
                                      </p:cBhvr>
                                    </p:animEffect>
                                  </p:childTnLst>
                                </p:cTn>
                              </p:par>
                              <p:par>
                                <p:cTn id="265" presetID="22" presetClass="entr" presetSubtype="4" fill="hold" nodeType="withEffect">
                                  <p:stCondLst>
                                    <p:cond delay="330"/>
                                  </p:stCondLst>
                                  <p:childTnLst>
                                    <p:set>
                                      <p:cBhvr>
                                        <p:cTn id="266" dur="1" fill="hold">
                                          <p:stCondLst>
                                            <p:cond delay="0"/>
                                          </p:stCondLst>
                                        </p:cTn>
                                        <p:tgtEl>
                                          <p:spTgt spid="41"/>
                                        </p:tgtEl>
                                        <p:attrNameLst>
                                          <p:attrName>style.visibility</p:attrName>
                                        </p:attrNameLst>
                                      </p:cBhvr>
                                      <p:to>
                                        <p:strVal val="visible"/>
                                      </p:to>
                                    </p:set>
                                    <p:animEffect transition="in" filter="wipe(down)">
                                      <p:cBhvr>
                                        <p:cTn id="267" dur="250"/>
                                        <p:tgtEl>
                                          <p:spTgt spid="41"/>
                                        </p:tgtEl>
                                      </p:cBhvr>
                                    </p:animEffect>
                                  </p:childTnLst>
                                </p:cTn>
                              </p:par>
                              <p:par>
                                <p:cTn id="268" presetID="10" presetClass="entr" presetSubtype="0" fill="hold" nodeType="withEffect">
                                  <p:stCondLst>
                                    <p:cond delay="290"/>
                                  </p:stCondLst>
                                  <p:childTnLst>
                                    <p:set>
                                      <p:cBhvr>
                                        <p:cTn id="269" dur="1" fill="hold">
                                          <p:stCondLst>
                                            <p:cond delay="0"/>
                                          </p:stCondLst>
                                        </p:cTn>
                                        <p:tgtEl>
                                          <p:spTgt spid="42"/>
                                        </p:tgtEl>
                                        <p:attrNameLst>
                                          <p:attrName>style.visibility</p:attrName>
                                        </p:attrNameLst>
                                      </p:cBhvr>
                                      <p:to>
                                        <p:strVal val="visible"/>
                                      </p:to>
                                    </p:set>
                                    <p:animEffect transition="in" filter="fade">
                                      <p:cBhvr>
                                        <p:cTn id="270" dur="225"/>
                                        <p:tgtEl>
                                          <p:spTgt spid="42"/>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175"/>
                                        <p:tgtEl>
                                          <p:spTgt spid="38"/>
                                        </p:tgtEl>
                                      </p:cBhvr>
                                    </p:animEffect>
                                    <p:set>
                                      <p:cBhvr>
                                        <p:cTn id="275" dur="1" fill="hold">
                                          <p:stCondLst>
                                            <p:cond delay="174"/>
                                          </p:stCondLst>
                                        </p:cTn>
                                        <p:tgtEl>
                                          <p:spTgt spid="38"/>
                                        </p:tgtEl>
                                        <p:attrNameLst>
                                          <p:attrName>style.visibility</p:attrName>
                                        </p:attrNameLst>
                                      </p:cBhvr>
                                      <p:to>
                                        <p:strVal val="hidden"/>
                                      </p:to>
                                    </p:set>
                                  </p:childTnLst>
                                </p:cTn>
                              </p:par>
                              <p:par>
                                <p:cTn id="276" presetID="10" presetClass="exit" presetSubtype="0" grpId="0" fill="hold" nodeType="withEffect">
                                  <p:stCondLst>
                                    <p:cond delay="0"/>
                                  </p:stCondLst>
                                  <p:childTnLst>
                                    <p:animEffect transition="out" filter="fade">
                                      <p:cBhvr>
                                        <p:cTn id="277" dur="175"/>
                                        <p:tgtEl>
                                          <p:spTgt spid="40">
                                            <p:txEl>
                                              <p:pRg st="0" end="0"/>
                                            </p:txEl>
                                          </p:spTgt>
                                        </p:tgtEl>
                                      </p:cBhvr>
                                    </p:animEffect>
                                    <p:set>
                                      <p:cBhvr>
                                        <p:cTn id="278" dur="1" fill="hold">
                                          <p:stCondLst>
                                            <p:cond delay="174"/>
                                          </p:stCondLst>
                                        </p:cTn>
                                        <p:tgtEl>
                                          <p:spTgt spid="40">
                                            <p:txEl>
                                              <p:pRg st="0" end="0"/>
                                            </p:txEl>
                                          </p:spTgt>
                                        </p:tgtEl>
                                        <p:attrNameLst>
                                          <p:attrName>style.visibility</p:attrName>
                                        </p:attrNameLst>
                                      </p:cBhvr>
                                      <p:to>
                                        <p:strVal val="hidden"/>
                                      </p:to>
                                    </p:set>
                                  </p:childTnLst>
                                </p:cTn>
                              </p:par>
                              <p:par>
                                <p:cTn id="279" presetID="10" presetClass="exit" presetSubtype="0" grpId="0" fill="hold" nodeType="withEffect">
                                  <p:stCondLst>
                                    <p:cond delay="0"/>
                                  </p:stCondLst>
                                  <p:childTnLst>
                                    <p:animEffect transition="out" filter="fade">
                                      <p:cBhvr>
                                        <p:cTn id="280" dur="175"/>
                                        <p:tgtEl>
                                          <p:spTgt spid="40">
                                            <p:txEl>
                                              <p:pRg st="1" end="1"/>
                                            </p:txEl>
                                          </p:spTgt>
                                        </p:tgtEl>
                                      </p:cBhvr>
                                    </p:animEffect>
                                    <p:set>
                                      <p:cBhvr>
                                        <p:cTn id="281" dur="1" fill="hold">
                                          <p:stCondLst>
                                            <p:cond delay="174"/>
                                          </p:stCondLst>
                                        </p:cTn>
                                        <p:tgtEl>
                                          <p:spTgt spid="40">
                                            <p:txEl>
                                              <p:pRg st="1" end="1"/>
                                            </p:txEl>
                                          </p:spTgt>
                                        </p:tgtEl>
                                        <p:attrNameLst>
                                          <p:attrName>style.visibility</p:attrName>
                                        </p:attrNameLst>
                                      </p:cBhvr>
                                      <p:to>
                                        <p:strVal val="hidden"/>
                                      </p:to>
                                    </p:set>
                                  </p:childTnLst>
                                </p:cTn>
                              </p:par>
                              <p:par>
                                <p:cTn id="282" presetID="10" presetClass="exit" presetSubtype="0" grpId="0" fill="hold" nodeType="withEffect">
                                  <p:stCondLst>
                                    <p:cond delay="0"/>
                                  </p:stCondLst>
                                  <p:childTnLst>
                                    <p:animEffect transition="out" filter="fade">
                                      <p:cBhvr>
                                        <p:cTn id="283" dur="175"/>
                                        <p:tgtEl>
                                          <p:spTgt spid="40">
                                            <p:txEl>
                                              <p:pRg st="2" end="2"/>
                                            </p:txEl>
                                          </p:spTgt>
                                        </p:tgtEl>
                                      </p:cBhvr>
                                    </p:animEffect>
                                    <p:set>
                                      <p:cBhvr>
                                        <p:cTn id="284" dur="1" fill="hold">
                                          <p:stCondLst>
                                            <p:cond delay="174"/>
                                          </p:stCondLst>
                                        </p:cTn>
                                        <p:tgtEl>
                                          <p:spTgt spid="40">
                                            <p:txEl>
                                              <p:pRg st="2" end="2"/>
                                            </p:txEl>
                                          </p:spTgt>
                                        </p:tgtEl>
                                        <p:attrNameLst>
                                          <p:attrName>style.visibility</p:attrName>
                                        </p:attrNameLst>
                                      </p:cBhvr>
                                      <p:to>
                                        <p:strVal val="hidden"/>
                                      </p:to>
                                    </p:set>
                                  </p:childTnLst>
                                </p:cTn>
                              </p:par>
                              <p:par>
                                <p:cTn id="285" presetID="10" presetClass="exit" presetSubtype="0" grpId="0" fill="hold" nodeType="withEffect">
                                  <p:stCondLst>
                                    <p:cond delay="0"/>
                                  </p:stCondLst>
                                  <p:childTnLst>
                                    <p:animEffect transition="out" filter="fade">
                                      <p:cBhvr>
                                        <p:cTn id="286" dur="175"/>
                                        <p:tgtEl>
                                          <p:spTgt spid="40">
                                            <p:txEl>
                                              <p:pRg st="3" end="3"/>
                                            </p:txEl>
                                          </p:spTgt>
                                        </p:tgtEl>
                                      </p:cBhvr>
                                    </p:animEffect>
                                    <p:set>
                                      <p:cBhvr>
                                        <p:cTn id="287" dur="1" fill="hold">
                                          <p:stCondLst>
                                            <p:cond delay="174"/>
                                          </p:stCondLst>
                                        </p:cTn>
                                        <p:tgtEl>
                                          <p:spTgt spid="40">
                                            <p:txEl>
                                              <p:pRg st="3" end="3"/>
                                            </p:txEl>
                                          </p:spTgt>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175"/>
                                        <p:tgtEl>
                                          <p:spTgt spid="41"/>
                                        </p:tgtEl>
                                      </p:cBhvr>
                                    </p:animEffect>
                                    <p:set>
                                      <p:cBhvr>
                                        <p:cTn id="290" dur="1" fill="hold">
                                          <p:stCondLst>
                                            <p:cond delay="174"/>
                                          </p:stCondLst>
                                        </p:cTn>
                                        <p:tgtEl>
                                          <p:spTgt spid="41"/>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175"/>
                                        <p:tgtEl>
                                          <p:spTgt spid="42"/>
                                        </p:tgtEl>
                                      </p:cBhvr>
                                    </p:animEffect>
                                    <p:set>
                                      <p:cBhvr>
                                        <p:cTn id="293" dur="1" fill="hold">
                                          <p:stCondLst>
                                            <p:cond delay="174"/>
                                          </p:stCondLst>
                                        </p:cTn>
                                        <p:tgtEl>
                                          <p:spTgt spid="42"/>
                                        </p:tgtEl>
                                        <p:attrNameLst>
                                          <p:attrName>style.visibility</p:attrName>
                                        </p:attrNameLst>
                                      </p:cBhvr>
                                      <p:to>
                                        <p:strVal val="hidden"/>
                                      </p:to>
                                    </p:set>
                                  </p:childTnLst>
                                </p:cTn>
                              </p:par>
                              <p:par>
                                <p:cTn id="294" presetID="0" presetClass="path" presetSubtype="0" accel="50000" decel="50000" fill="hold" nodeType="withEffect">
                                  <p:stCondLst>
                                    <p:cond delay="0"/>
                                  </p:stCondLst>
                                  <p:childTnLst>
                                    <p:animMotion origin="layout" path="M 0 0 L 0.55024 -0.20161 E" pathEditMode="relative" rAng="0" ptsTypes="AA">
                                      <p:cBhvr>
                                        <p:cTn id="295" dur="375" fill="hold"/>
                                        <p:tgtEl>
                                          <p:spTgt spid="39"/>
                                        </p:tgtEl>
                                        <p:attrNameLst>
                                          <p:attrName>ppt_x</p:attrName>
                                          <p:attrName>ppt_y</p:attrName>
                                        </p:attrNameLst>
                                      </p:cBhvr>
                                      <p:rCtr x="27511" y="-10080"/>
                                    </p:animMotion>
                                  </p:childTnLst>
                                </p:cTn>
                              </p:par>
                              <p:par>
                                <p:cTn id="296" presetID="6" presetClass="emph" presetSubtype="0" accel="50000" decel="50000" fill="hold" nodeType="withEffect">
                                  <p:stCondLst>
                                    <p:cond delay="0"/>
                                  </p:stCondLst>
                                  <p:childTnLst>
                                    <p:animScale>
                                      <p:cBhvr>
                                        <p:cTn id="297" dur="375" fill="hold"/>
                                        <p:tgtEl>
                                          <p:spTgt spid="39"/>
                                        </p:tgtEl>
                                      </p:cBhvr>
                                      <p:by x="27510" y="27510"/>
                                    </p:animScale>
                                  </p:childTnLst>
                                </p:cTn>
                              </p:par>
                              <p:par>
                                <p:cTn id="298" presetID="10" presetClass="entr" presetSubtype="0" fill="hold" nodeType="withEffect">
                                  <p:stCondLst>
                                    <p:cond delay="225"/>
                                  </p:stCondLst>
                                  <p:childTnLst>
                                    <p:set>
                                      <p:cBhvr>
                                        <p:cTn id="299" dur="1" fill="hold">
                                          <p:stCondLst>
                                            <p:cond delay="0"/>
                                          </p:stCondLst>
                                        </p:cTn>
                                        <p:tgtEl>
                                          <p:spTgt spid="43"/>
                                        </p:tgtEl>
                                        <p:attrNameLst>
                                          <p:attrName>style.visibility</p:attrName>
                                        </p:attrNameLst>
                                      </p:cBhvr>
                                      <p:to>
                                        <p:strVal val="visible"/>
                                      </p:to>
                                    </p:set>
                                    <p:animEffect transition="in" filter="fade">
                                      <p:cBhvr>
                                        <p:cTn id="300" dur="225"/>
                                        <p:tgtEl>
                                          <p:spTgt spid="43"/>
                                        </p:tgtEl>
                                      </p:cBhvr>
                                    </p:animEffect>
                                  </p:childTnLst>
                                </p:cTn>
                              </p:par>
                              <p:par>
                                <p:cTn id="301" presetID="10" presetClass="entr" presetSubtype="0" fill="hold" nodeType="withEffect">
                                  <p:stCondLst>
                                    <p:cond delay="260"/>
                                  </p:stCondLst>
                                  <p:childTnLst>
                                    <p:set>
                                      <p:cBhvr>
                                        <p:cTn id="302" dur="1" fill="hold">
                                          <p:stCondLst>
                                            <p:cond delay="0"/>
                                          </p:stCondLst>
                                        </p:cTn>
                                        <p:tgtEl>
                                          <p:spTgt spid="44"/>
                                        </p:tgtEl>
                                        <p:attrNameLst>
                                          <p:attrName>style.visibility</p:attrName>
                                        </p:attrNameLst>
                                      </p:cBhvr>
                                      <p:to>
                                        <p:strVal val="visible"/>
                                      </p:to>
                                    </p:set>
                                    <p:animEffect transition="in" filter="fade">
                                      <p:cBhvr>
                                        <p:cTn id="303" dur="225"/>
                                        <p:tgtEl>
                                          <p:spTgt spid="44"/>
                                        </p:tgtEl>
                                      </p:cBhvr>
                                    </p:animEffect>
                                  </p:childTnLst>
                                </p:cTn>
                              </p:par>
                              <p:par>
                                <p:cTn id="304" presetID="22" presetClass="entr" presetSubtype="8" fill="hold" nodeType="withEffect">
                                  <p:stCondLst>
                                    <p:cond delay="295"/>
                                  </p:stCondLst>
                                  <p:childTnLst>
                                    <p:set>
                                      <p:cBhvr>
                                        <p:cTn id="305" dur="1" fill="hold">
                                          <p:stCondLst>
                                            <p:cond delay="0"/>
                                          </p:stCondLst>
                                        </p:cTn>
                                        <p:tgtEl>
                                          <p:spTgt spid="45"/>
                                        </p:tgtEl>
                                        <p:attrNameLst>
                                          <p:attrName>style.visibility</p:attrName>
                                        </p:attrNameLst>
                                      </p:cBhvr>
                                      <p:to>
                                        <p:strVal val="visible"/>
                                      </p:to>
                                    </p:set>
                                    <p:animEffect transition="in" filter="wipe(left)">
                                      <p:cBhvr>
                                        <p:cTn id="306" dur="250"/>
                                        <p:tgtEl>
                                          <p:spTgt spid="45"/>
                                        </p:tgtEl>
                                      </p:cBhvr>
                                    </p:animEffect>
                                  </p:childTnLst>
                                </p:cTn>
                              </p:par>
                              <p:par>
                                <p:cTn id="307" presetID="10" presetClass="entr" presetSubtype="0" fill="hold" nodeType="withEffect">
                                  <p:stCondLst>
                                    <p:cond delay="330"/>
                                  </p:stCondLst>
                                  <p:childTnLst>
                                    <p:set>
                                      <p:cBhvr>
                                        <p:cTn id="308" dur="1" fill="hold">
                                          <p:stCondLst>
                                            <p:cond delay="0"/>
                                          </p:stCondLst>
                                        </p:cTn>
                                        <p:tgtEl>
                                          <p:spTgt spid="46"/>
                                        </p:tgtEl>
                                        <p:attrNameLst>
                                          <p:attrName>style.visibility</p:attrName>
                                        </p:attrNameLst>
                                      </p:cBhvr>
                                      <p:to>
                                        <p:strVal val="visible"/>
                                      </p:to>
                                    </p:set>
                                    <p:animEffect transition="in" filter="fade">
                                      <p:cBhvr>
                                        <p:cTn id="309" dur="225"/>
                                        <p:tgtEl>
                                          <p:spTgt spid="46"/>
                                        </p:tgtEl>
                                      </p:cBhvr>
                                    </p:animEffect>
                                  </p:childTnLst>
                                </p:cTn>
                              </p:par>
                              <p:par>
                                <p:cTn id="310" presetID="22" presetClass="entr" presetSubtype="8" fill="hold" nodeType="withEffect">
                                  <p:stCondLst>
                                    <p:cond delay="365"/>
                                  </p:stCondLst>
                                  <p:childTnLst>
                                    <p:set>
                                      <p:cBhvr>
                                        <p:cTn id="311" dur="1" fill="hold">
                                          <p:stCondLst>
                                            <p:cond delay="0"/>
                                          </p:stCondLst>
                                        </p:cTn>
                                        <p:tgtEl>
                                          <p:spTgt spid="47"/>
                                        </p:tgtEl>
                                        <p:attrNameLst>
                                          <p:attrName>style.visibility</p:attrName>
                                        </p:attrNameLst>
                                      </p:cBhvr>
                                      <p:to>
                                        <p:strVal val="visible"/>
                                      </p:to>
                                    </p:set>
                                    <p:animEffect transition="in" filter="wipe(left)">
                                      <p:cBhvr>
                                        <p:cTn id="312" dur="250"/>
                                        <p:tgtEl>
                                          <p:spTgt spid="47"/>
                                        </p:tgtEl>
                                      </p:cBhvr>
                                    </p:animEffect>
                                  </p:childTnLst>
                                </p:cTn>
                              </p:par>
                              <p:par>
                                <p:cTn id="313" presetID="10" presetClass="entr" presetSubtype="0" fill="hold" nodeType="withEffect">
                                  <p:stCondLst>
                                    <p:cond delay="400"/>
                                  </p:stCondLst>
                                  <p:childTnLst>
                                    <p:set>
                                      <p:cBhvr>
                                        <p:cTn id="314" dur="1" fill="hold">
                                          <p:stCondLst>
                                            <p:cond delay="0"/>
                                          </p:stCondLst>
                                        </p:cTn>
                                        <p:tgtEl>
                                          <p:spTgt spid="48"/>
                                        </p:tgtEl>
                                        <p:attrNameLst>
                                          <p:attrName>style.visibility</p:attrName>
                                        </p:attrNameLst>
                                      </p:cBhvr>
                                      <p:to>
                                        <p:strVal val="visible"/>
                                      </p:to>
                                    </p:set>
                                    <p:animEffect transition="in" filter="fade">
                                      <p:cBhvr>
                                        <p:cTn id="315" dur="225"/>
                                        <p:tgtEl>
                                          <p:spTgt spid="48"/>
                                        </p:tgtEl>
                                      </p:cBhvr>
                                    </p:animEffect>
                                  </p:childTnLst>
                                </p:cTn>
                              </p:par>
                              <p:par>
                                <p:cTn id="316" presetID="22" presetClass="entr" presetSubtype="8" fill="hold" nodeType="withEffect">
                                  <p:stCondLst>
                                    <p:cond delay="435"/>
                                  </p:stCondLst>
                                  <p:childTnLst>
                                    <p:set>
                                      <p:cBhvr>
                                        <p:cTn id="317" dur="1" fill="hold">
                                          <p:stCondLst>
                                            <p:cond delay="0"/>
                                          </p:stCondLst>
                                        </p:cTn>
                                        <p:tgtEl>
                                          <p:spTgt spid="49"/>
                                        </p:tgtEl>
                                        <p:attrNameLst>
                                          <p:attrName>style.visibility</p:attrName>
                                        </p:attrNameLst>
                                      </p:cBhvr>
                                      <p:to>
                                        <p:strVal val="visible"/>
                                      </p:to>
                                    </p:set>
                                    <p:animEffect transition="in" filter="wipe(left)">
                                      <p:cBhvr>
                                        <p:cTn id="318" dur="250"/>
                                        <p:tgtEl>
                                          <p:spTgt spid="49"/>
                                        </p:tgtEl>
                                      </p:cBhvr>
                                    </p:animEffect>
                                  </p:childTnLst>
                                </p:cTn>
                              </p:par>
                              <p:par>
                                <p:cTn id="319" presetID="10" presetClass="entr" presetSubtype="0" fill="hold" nodeType="withEffect">
                                  <p:stCondLst>
                                    <p:cond delay="470"/>
                                  </p:stCondLst>
                                  <p:childTnLst>
                                    <p:set>
                                      <p:cBhvr>
                                        <p:cTn id="320" dur="1" fill="hold">
                                          <p:stCondLst>
                                            <p:cond delay="0"/>
                                          </p:stCondLst>
                                        </p:cTn>
                                        <p:tgtEl>
                                          <p:spTgt spid="50"/>
                                        </p:tgtEl>
                                        <p:attrNameLst>
                                          <p:attrName>style.visibility</p:attrName>
                                        </p:attrNameLst>
                                      </p:cBhvr>
                                      <p:to>
                                        <p:strVal val="visible"/>
                                      </p:to>
                                    </p:set>
                                    <p:animEffect transition="in" filter="fade">
                                      <p:cBhvr>
                                        <p:cTn id="321" dur="225"/>
                                        <p:tgtEl>
                                          <p:spTgt spid="50"/>
                                        </p:tgtEl>
                                      </p:cBhvr>
                                    </p:animEffect>
                                  </p:childTnLst>
                                </p:cTn>
                              </p:par>
                              <p:par>
                                <p:cTn id="322" presetID="22" presetClass="entr" presetSubtype="8" fill="hold" nodeType="withEffect">
                                  <p:stCondLst>
                                    <p:cond delay="505"/>
                                  </p:stCondLst>
                                  <p:childTnLst>
                                    <p:set>
                                      <p:cBhvr>
                                        <p:cTn id="323" dur="1" fill="hold">
                                          <p:stCondLst>
                                            <p:cond delay="0"/>
                                          </p:stCondLst>
                                        </p:cTn>
                                        <p:tgtEl>
                                          <p:spTgt spid="51"/>
                                        </p:tgtEl>
                                        <p:attrNameLst>
                                          <p:attrName>style.visibility</p:attrName>
                                        </p:attrNameLst>
                                      </p:cBhvr>
                                      <p:to>
                                        <p:strVal val="visible"/>
                                      </p:to>
                                    </p:set>
                                    <p:animEffect transition="in" filter="wipe(left)">
                                      <p:cBhvr>
                                        <p:cTn id="324" dur="250"/>
                                        <p:tgtEl>
                                          <p:spTgt spid="51"/>
                                        </p:tgtEl>
                                      </p:cBhvr>
                                    </p:animEffect>
                                  </p:childTnLst>
                                </p:cTn>
                              </p:par>
                              <p:par>
                                <p:cTn id="325" presetID="10" presetClass="entr" presetSubtype="0" fill="hold" nodeType="withEffect">
                                  <p:stCondLst>
                                    <p:cond delay="540"/>
                                  </p:stCondLst>
                                  <p:childTnLst>
                                    <p:set>
                                      <p:cBhvr>
                                        <p:cTn id="326" dur="1" fill="hold">
                                          <p:stCondLst>
                                            <p:cond delay="0"/>
                                          </p:stCondLst>
                                        </p:cTn>
                                        <p:tgtEl>
                                          <p:spTgt spid="52"/>
                                        </p:tgtEl>
                                        <p:attrNameLst>
                                          <p:attrName>style.visibility</p:attrName>
                                        </p:attrNameLst>
                                      </p:cBhvr>
                                      <p:to>
                                        <p:strVal val="visible"/>
                                      </p:to>
                                    </p:set>
                                    <p:animEffect transition="in" filter="fade">
                                      <p:cBhvr>
                                        <p:cTn id="327" dur="225"/>
                                        <p:tgtEl>
                                          <p:spTgt spid="52"/>
                                        </p:tgtEl>
                                      </p:cBhvr>
                                    </p:animEffect>
                                  </p:childTnLst>
                                </p:cTn>
                              </p:par>
                              <p:par>
                                <p:cTn id="328" presetID="22" presetClass="entr" presetSubtype="8" fill="hold" nodeType="withEffect">
                                  <p:stCondLst>
                                    <p:cond delay="575"/>
                                  </p:stCondLst>
                                  <p:childTnLst>
                                    <p:set>
                                      <p:cBhvr>
                                        <p:cTn id="329" dur="1" fill="hold">
                                          <p:stCondLst>
                                            <p:cond delay="0"/>
                                          </p:stCondLst>
                                        </p:cTn>
                                        <p:tgtEl>
                                          <p:spTgt spid="53"/>
                                        </p:tgtEl>
                                        <p:attrNameLst>
                                          <p:attrName>style.visibility</p:attrName>
                                        </p:attrNameLst>
                                      </p:cBhvr>
                                      <p:to>
                                        <p:strVal val="visible"/>
                                      </p:to>
                                    </p:set>
                                    <p:animEffect transition="in" filter="wipe(left)">
                                      <p:cBhvr>
                                        <p:cTn id="330" dur="250"/>
                                        <p:tgtEl>
                                          <p:spTgt spid="53"/>
                                        </p:tgtEl>
                                      </p:cBhvr>
                                    </p:animEffect>
                                  </p:childTnLst>
                                </p:cTn>
                              </p:par>
                              <p:par>
                                <p:cTn id="331" presetID="10" presetClass="entr" presetSubtype="0" fill="hold" nodeType="withEffect">
                                  <p:stCondLst>
                                    <p:cond delay="610"/>
                                  </p:stCondLst>
                                  <p:childTnLst>
                                    <p:set>
                                      <p:cBhvr>
                                        <p:cTn id="332" dur="1" fill="hold">
                                          <p:stCondLst>
                                            <p:cond delay="0"/>
                                          </p:stCondLst>
                                        </p:cTn>
                                        <p:tgtEl>
                                          <p:spTgt spid="54"/>
                                        </p:tgtEl>
                                        <p:attrNameLst>
                                          <p:attrName>style.visibility</p:attrName>
                                        </p:attrNameLst>
                                      </p:cBhvr>
                                      <p:to>
                                        <p:strVal val="visible"/>
                                      </p:to>
                                    </p:set>
                                    <p:animEffect transition="in" filter="fade">
                                      <p:cBhvr>
                                        <p:cTn id="333" dur="225"/>
                                        <p:tgtEl>
                                          <p:spTgt spid="54"/>
                                        </p:tgtEl>
                                      </p:cBhvr>
                                    </p:animEffect>
                                  </p:childTnLst>
                                </p:cTn>
                              </p:par>
                              <p:par>
                                <p:cTn id="334" presetID="22" presetClass="entr" presetSubtype="8" fill="hold" nodeType="withEffect">
                                  <p:stCondLst>
                                    <p:cond delay="645"/>
                                  </p:stCondLst>
                                  <p:childTnLst>
                                    <p:set>
                                      <p:cBhvr>
                                        <p:cTn id="335" dur="1" fill="hold">
                                          <p:stCondLst>
                                            <p:cond delay="0"/>
                                          </p:stCondLst>
                                        </p:cTn>
                                        <p:tgtEl>
                                          <p:spTgt spid="55"/>
                                        </p:tgtEl>
                                        <p:attrNameLst>
                                          <p:attrName>style.visibility</p:attrName>
                                        </p:attrNameLst>
                                      </p:cBhvr>
                                      <p:to>
                                        <p:strVal val="visible"/>
                                      </p:to>
                                    </p:set>
                                    <p:animEffect transition="in" filter="wipe(left)">
                                      <p:cBhvr>
                                        <p:cTn id="336" dur="250"/>
                                        <p:tgtEl>
                                          <p:spTgt spid="55"/>
                                        </p:tgtEl>
                                      </p:cBhvr>
                                    </p:animEffect>
                                  </p:childTnLst>
                                </p:cTn>
                              </p:par>
                              <p:par>
                                <p:cTn id="337" presetID="10" presetClass="entr" presetSubtype="0" fill="hold" nodeType="withEffect">
                                  <p:stCondLst>
                                    <p:cond delay="680"/>
                                  </p:stCondLst>
                                  <p:childTnLst>
                                    <p:set>
                                      <p:cBhvr>
                                        <p:cTn id="338" dur="1" fill="hold">
                                          <p:stCondLst>
                                            <p:cond delay="0"/>
                                          </p:stCondLst>
                                        </p:cTn>
                                        <p:tgtEl>
                                          <p:spTgt spid="56"/>
                                        </p:tgtEl>
                                        <p:attrNameLst>
                                          <p:attrName>style.visibility</p:attrName>
                                        </p:attrNameLst>
                                      </p:cBhvr>
                                      <p:to>
                                        <p:strVal val="visible"/>
                                      </p:to>
                                    </p:set>
                                    <p:animEffect transition="in" filter="fade">
                                      <p:cBhvr>
                                        <p:cTn id="339" dur="225"/>
                                        <p:tgtEl>
                                          <p:spTgt spid="56"/>
                                        </p:tgtEl>
                                      </p:cBhvr>
                                    </p:animEffect>
                                  </p:childTnLst>
                                </p:cTn>
                              </p:par>
                              <p:par>
                                <p:cTn id="340" presetID="22" presetClass="entr" presetSubtype="8" fill="hold" nodeType="withEffect">
                                  <p:stCondLst>
                                    <p:cond delay="715"/>
                                  </p:stCondLst>
                                  <p:childTnLst>
                                    <p:set>
                                      <p:cBhvr>
                                        <p:cTn id="341" dur="1" fill="hold">
                                          <p:stCondLst>
                                            <p:cond delay="0"/>
                                          </p:stCondLst>
                                        </p:cTn>
                                        <p:tgtEl>
                                          <p:spTgt spid="57"/>
                                        </p:tgtEl>
                                        <p:attrNameLst>
                                          <p:attrName>style.visibility</p:attrName>
                                        </p:attrNameLst>
                                      </p:cBhvr>
                                      <p:to>
                                        <p:strVal val="visible"/>
                                      </p:to>
                                    </p:set>
                                    <p:animEffect transition="in" filter="wipe(left)">
                                      <p:cBhvr>
                                        <p:cTn id="342" dur="250"/>
                                        <p:tgtEl>
                                          <p:spTgt spid="57"/>
                                        </p:tgtEl>
                                      </p:cBhvr>
                                    </p:animEffect>
                                  </p:childTnLst>
                                </p:cTn>
                              </p:par>
                              <p:par>
                                <p:cTn id="343" presetID="10" presetClass="entr" presetSubtype="0" fill="hold" nodeType="withEffect">
                                  <p:stCondLst>
                                    <p:cond delay="740"/>
                                  </p:stCondLst>
                                  <p:childTnLst>
                                    <p:set>
                                      <p:cBhvr>
                                        <p:cTn id="344" dur="1" fill="hold">
                                          <p:stCondLst>
                                            <p:cond delay="0"/>
                                          </p:stCondLst>
                                        </p:cTn>
                                        <p:tgtEl>
                                          <p:spTgt spid="58"/>
                                        </p:tgtEl>
                                        <p:attrNameLst>
                                          <p:attrName>style.visibility</p:attrName>
                                        </p:attrNameLst>
                                      </p:cBhvr>
                                      <p:to>
                                        <p:strVal val="visible"/>
                                      </p:to>
                                    </p:set>
                                    <p:animEffect transition="in" filter="fade">
                                      <p:cBhvr>
                                        <p:cTn id="345" dur="225"/>
                                        <p:tgtEl>
                                          <p:spTgt spid="58"/>
                                        </p:tgtEl>
                                      </p:cBhvr>
                                    </p:animEffect>
                                  </p:childTnLst>
                                </p:cTn>
                              </p:par>
                              <p:par>
                                <p:cTn id="346" presetID="22" presetClass="entr" presetSubtype="8" fill="hold" nodeType="withEffect">
                                  <p:stCondLst>
                                    <p:cond delay="740"/>
                                  </p:stCondLst>
                                  <p:childTnLst>
                                    <p:set>
                                      <p:cBhvr>
                                        <p:cTn id="347" dur="1" fill="hold">
                                          <p:stCondLst>
                                            <p:cond delay="0"/>
                                          </p:stCondLst>
                                        </p:cTn>
                                        <p:tgtEl>
                                          <p:spTgt spid="59"/>
                                        </p:tgtEl>
                                        <p:attrNameLst>
                                          <p:attrName>style.visibility</p:attrName>
                                        </p:attrNameLst>
                                      </p:cBhvr>
                                      <p:to>
                                        <p:strVal val="visible"/>
                                      </p:to>
                                    </p:set>
                                    <p:animEffect transition="in" filter="wipe(left)">
                                      <p:cBhvr>
                                        <p:cTn id="348" dur="250"/>
                                        <p:tgtEl>
                                          <p:spTgt spid="59"/>
                                        </p:tgtEl>
                                      </p:cBhvr>
                                    </p:animEffect>
                                  </p:childTnLst>
                                </p:cTn>
                              </p:par>
                              <p:par>
                                <p:cTn id="349" presetID="10" presetClass="entr" presetSubtype="0" fill="hold" nodeType="withEffect">
                                  <p:stCondLst>
                                    <p:cond delay="290"/>
                                  </p:stCondLst>
                                  <p:childTnLst>
                                    <p:set>
                                      <p:cBhvr>
                                        <p:cTn id="350" dur="1" fill="hold">
                                          <p:stCondLst>
                                            <p:cond delay="0"/>
                                          </p:stCondLst>
                                        </p:cTn>
                                        <p:tgtEl>
                                          <p:spTgt spid="60"/>
                                        </p:tgtEl>
                                        <p:attrNameLst>
                                          <p:attrName>style.visibility</p:attrName>
                                        </p:attrNameLst>
                                      </p:cBhvr>
                                      <p:to>
                                        <p:strVal val="visible"/>
                                      </p:to>
                                    </p:set>
                                    <p:animEffect transition="in" filter="fade">
                                      <p:cBhvr>
                                        <p:cTn id="351" dur="225"/>
                                        <p:tgtEl>
                                          <p:spTgt spid="60"/>
                                        </p:tgtEl>
                                      </p:cBhvr>
                                    </p:animEffect>
                                  </p:childTnLst>
                                </p:cTn>
                              </p:par>
                            </p:childTnLst>
                          </p:cTn>
                        </p:par>
                      </p:childTnLst>
                    </p:cTn>
                  </p:par>
                  <p:par>
                    <p:cTn id="352" fill="hold">
                      <p:stCondLst>
                        <p:cond delay="indefinite"/>
                      </p:stCondLst>
                      <p:childTnLst>
                        <p:par>
                          <p:cTn id="353" fill="hold">
                            <p:stCondLst>
                              <p:cond delay="0"/>
                            </p:stCondLst>
                            <p:childTnLst>
                              <p:par>
                                <p:cTn id="354" presetID="10" presetClass="exit" presetSubtype="0" fill="hold" nodeType="clickEffect">
                                  <p:stCondLst>
                                    <p:cond delay="0"/>
                                  </p:stCondLst>
                                  <p:childTnLst>
                                    <p:animEffect transition="out" filter="fade">
                                      <p:cBhvr>
                                        <p:cTn id="355" dur="175"/>
                                        <p:tgtEl>
                                          <p:spTgt spid="43"/>
                                        </p:tgtEl>
                                      </p:cBhvr>
                                    </p:animEffect>
                                    <p:set>
                                      <p:cBhvr>
                                        <p:cTn id="356" dur="1" fill="hold">
                                          <p:stCondLst>
                                            <p:cond delay="174"/>
                                          </p:stCondLst>
                                        </p:cTn>
                                        <p:tgtEl>
                                          <p:spTgt spid="43"/>
                                        </p:tgtEl>
                                        <p:attrNameLst>
                                          <p:attrName>style.visibility</p:attrName>
                                        </p:attrNameLst>
                                      </p:cBhvr>
                                      <p:to>
                                        <p:strVal val="hidden"/>
                                      </p:to>
                                    </p:set>
                                  </p:childTnLst>
                                </p:cTn>
                              </p:par>
                              <p:par>
                                <p:cTn id="357" presetID="10" presetClass="exit" presetSubtype="0" fill="hold" nodeType="withEffect">
                                  <p:stCondLst>
                                    <p:cond delay="0"/>
                                  </p:stCondLst>
                                  <p:childTnLst>
                                    <p:animEffect transition="out" filter="fade">
                                      <p:cBhvr>
                                        <p:cTn id="358" dur="175"/>
                                        <p:tgtEl>
                                          <p:spTgt spid="44"/>
                                        </p:tgtEl>
                                      </p:cBhvr>
                                    </p:animEffect>
                                    <p:set>
                                      <p:cBhvr>
                                        <p:cTn id="359" dur="1" fill="hold">
                                          <p:stCondLst>
                                            <p:cond delay="174"/>
                                          </p:stCondLst>
                                        </p:cTn>
                                        <p:tgtEl>
                                          <p:spTgt spid="44"/>
                                        </p:tgtEl>
                                        <p:attrNameLst>
                                          <p:attrName>style.visibility</p:attrName>
                                        </p:attrNameLst>
                                      </p:cBhvr>
                                      <p:to>
                                        <p:strVal val="hidden"/>
                                      </p:to>
                                    </p:set>
                                  </p:childTnLst>
                                </p:cTn>
                              </p:par>
                              <p:par>
                                <p:cTn id="360" presetID="10" presetClass="exit" presetSubtype="0" fill="hold" nodeType="withEffect">
                                  <p:stCondLst>
                                    <p:cond delay="0"/>
                                  </p:stCondLst>
                                  <p:childTnLst>
                                    <p:animEffect transition="out" filter="fade">
                                      <p:cBhvr>
                                        <p:cTn id="361" dur="175"/>
                                        <p:tgtEl>
                                          <p:spTgt spid="45"/>
                                        </p:tgtEl>
                                      </p:cBhvr>
                                    </p:animEffect>
                                    <p:set>
                                      <p:cBhvr>
                                        <p:cTn id="362" dur="1" fill="hold">
                                          <p:stCondLst>
                                            <p:cond delay="174"/>
                                          </p:stCondLst>
                                        </p:cTn>
                                        <p:tgtEl>
                                          <p:spTgt spid="45"/>
                                        </p:tgtEl>
                                        <p:attrNameLst>
                                          <p:attrName>style.visibility</p:attrName>
                                        </p:attrNameLst>
                                      </p:cBhvr>
                                      <p:to>
                                        <p:strVal val="hidden"/>
                                      </p:to>
                                    </p:set>
                                  </p:childTnLst>
                                </p:cTn>
                              </p:par>
                              <p:par>
                                <p:cTn id="363" presetID="10" presetClass="exit" presetSubtype="0" fill="hold" nodeType="withEffect">
                                  <p:stCondLst>
                                    <p:cond delay="0"/>
                                  </p:stCondLst>
                                  <p:childTnLst>
                                    <p:animEffect transition="out" filter="fade">
                                      <p:cBhvr>
                                        <p:cTn id="364" dur="175"/>
                                        <p:tgtEl>
                                          <p:spTgt spid="46"/>
                                        </p:tgtEl>
                                      </p:cBhvr>
                                    </p:animEffect>
                                    <p:set>
                                      <p:cBhvr>
                                        <p:cTn id="365" dur="1" fill="hold">
                                          <p:stCondLst>
                                            <p:cond delay="174"/>
                                          </p:stCondLst>
                                        </p:cTn>
                                        <p:tgtEl>
                                          <p:spTgt spid="46"/>
                                        </p:tgtEl>
                                        <p:attrNameLst>
                                          <p:attrName>style.visibility</p:attrName>
                                        </p:attrNameLst>
                                      </p:cBhvr>
                                      <p:to>
                                        <p:strVal val="hidden"/>
                                      </p:to>
                                    </p:set>
                                  </p:childTnLst>
                                </p:cTn>
                              </p:par>
                              <p:par>
                                <p:cTn id="366" presetID="10" presetClass="exit" presetSubtype="0" fill="hold" nodeType="withEffect">
                                  <p:stCondLst>
                                    <p:cond delay="0"/>
                                  </p:stCondLst>
                                  <p:childTnLst>
                                    <p:animEffect transition="out" filter="fade">
                                      <p:cBhvr>
                                        <p:cTn id="367" dur="175"/>
                                        <p:tgtEl>
                                          <p:spTgt spid="47"/>
                                        </p:tgtEl>
                                      </p:cBhvr>
                                    </p:animEffect>
                                    <p:set>
                                      <p:cBhvr>
                                        <p:cTn id="368" dur="1" fill="hold">
                                          <p:stCondLst>
                                            <p:cond delay="174"/>
                                          </p:stCondLst>
                                        </p:cTn>
                                        <p:tgtEl>
                                          <p:spTgt spid="47"/>
                                        </p:tgtEl>
                                        <p:attrNameLst>
                                          <p:attrName>style.visibility</p:attrName>
                                        </p:attrNameLst>
                                      </p:cBhvr>
                                      <p:to>
                                        <p:strVal val="hidden"/>
                                      </p:to>
                                    </p:set>
                                  </p:childTnLst>
                                </p:cTn>
                              </p:par>
                              <p:par>
                                <p:cTn id="369" presetID="10" presetClass="exit" presetSubtype="0" fill="hold" nodeType="withEffect">
                                  <p:stCondLst>
                                    <p:cond delay="0"/>
                                  </p:stCondLst>
                                  <p:childTnLst>
                                    <p:animEffect transition="out" filter="fade">
                                      <p:cBhvr>
                                        <p:cTn id="370" dur="175"/>
                                        <p:tgtEl>
                                          <p:spTgt spid="48"/>
                                        </p:tgtEl>
                                      </p:cBhvr>
                                    </p:animEffect>
                                    <p:set>
                                      <p:cBhvr>
                                        <p:cTn id="371" dur="1" fill="hold">
                                          <p:stCondLst>
                                            <p:cond delay="174"/>
                                          </p:stCondLst>
                                        </p:cTn>
                                        <p:tgtEl>
                                          <p:spTgt spid="48"/>
                                        </p:tgtEl>
                                        <p:attrNameLst>
                                          <p:attrName>style.visibility</p:attrName>
                                        </p:attrNameLst>
                                      </p:cBhvr>
                                      <p:to>
                                        <p:strVal val="hidden"/>
                                      </p:to>
                                    </p:set>
                                  </p:childTnLst>
                                </p:cTn>
                              </p:par>
                              <p:par>
                                <p:cTn id="372" presetID="10" presetClass="exit" presetSubtype="0" fill="hold" nodeType="withEffect">
                                  <p:stCondLst>
                                    <p:cond delay="0"/>
                                  </p:stCondLst>
                                  <p:childTnLst>
                                    <p:animEffect transition="out" filter="fade">
                                      <p:cBhvr>
                                        <p:cTn id="373" dur="175"/>
                                        <p:tgtEl>
                                          <p:spTgt spid="49"/>
                                        </p:tgtEl>
                                      </p:cBhvr>
                                    </p:animEffect>
                                    <p:set>
                                      <p:cBhvr>
                                        <p:cTn id="374" dur="1" fill="hold">
                                          <p:stCondLst>
                                            <p:cond delay="174"/>
                                          </p:stCondLst>
                                        </p:cTn>
                                        <p:tgtEl>
                                          <p:spTgt spid="49"/>
                                        </p:tgtEl>
                                        <p:attrNameLst>
                                          <p:attrName>style.visibility</p:attrName>
                                        </p:attrNameLst>
                                      </p:cBhvr>
                                      <p:to>
                                        <p:strVal val="hidden"/>
                                      </p:to>
                                    </p:set>
                                  </p:childTnLst>
                                </p:cTn>
                              </p:par>
                              <p:par>
                                <p:cTn id="375" presetID="10" presetClass="exit" presetSubtype="0" fill="hold" nodeType="withEffect">
                                  <p:stCondLst>
                                    <p:cond delay="0"/>
                                  </p:stCondLst>
                                  <p:childTnLst>
                                    <p:animEffect transition="out" filter="fade">
                                      <p:cBhvr>
                                        <p:cTn id="376" dur="175"/>
                                        <p:tgtEl>
                                          <p:spTgt spid="50"/>
                                        </p:tgtEl>
                                      </p:cBhvr>
                                    </p:animEffect>
                                    <p:set>
                                      <p:cBhvr>
                                        <p:cTn id="377" dur="1" fill="hold">
                                          <p:stCondLst>
                                            <p:cond delay="174"/>
                                          </p:stCondLst>
                                        </p:cTn>
                                        <p:tgtEl>
                                          <p:spTgt spid="50"/>
                                        </p:tgtEl>
                                        <p:attrNameLst>
                                          <p:attrName>style.visibility</p:attrName>
                                        </p:attrNameLst>
                                      </p:cBhvr>
                                      <p:to>
                                        <p:strVal val="hidden"/>
                                      </p:to>
                                    </p:set>
                                  </p:childTnLst>
                                </p:cTn>
                              </p:par>
                              <p:par>
                                <p:cTn id="378" presetID="10" presetClass="exit" presetSubtype="0" fill="hold" nodeType="withEffect">
                                  <p:stCondLst>
                                    <p:cond delay="0"/>
                                  </p:stCondLst>
                                  <p:childTnLst>
                                    <p:animEffect transition="out" filter="fade">
                                      <p:cBhvr>
                                        <p:cTn id="379" dur="175"/>
                                        <p:tgtEl>
                                          <p:spTgt spid="51"/>
                                        </p:tgtEl>
                                      </p:cBhvr>
                                    </p:animEffect>
                                    <p:set>
                                      <p:cBhvr>
                                        <p:cTn id="380" dur="1" fill="hold">
                                          <p:stCondLst>
                                            <p:cond delay="174"/>
                                          </p:stCondLst>
                                        </p:cTn>
                                        <p:tgtEl>
                                          <p:spTgt spid="51"/>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175"/>
                                        <p:tgtEl>
                                          <p:spTgt spid="52"/>
                                        </p:tgtEl>
                                      </p:cBhvr>
                                    </p:animEffect>
                                    <p:set>
                                      <p:cBhvr>
                                        <p:cTn id="383" dur="1" fill="hold">
                                          <p:stCondLst>
                                            <p:cond delay="174"/>
                                          </p:stCondLst>
                                        </p:cTn>
                                        <p:tgtEl>
                                          <p:spTgt spid="52"/>
                                        </p:tgtEl>
                                        <p:attrNameLst>
                                          <p:attrName>style.visibility</p:attrName>
                                        </p:attrNameLst>
                                      </p:cBhvr>
                                      <p:to>
                                        <p:strVal val="hidden"/>
                                      </p:to>
                                    </p:set>
                                  </p:childTnLst>
                                </p:cTn>
                              </p:par>
                              <p:par>
                                <p:cTn id="384" presetID="10" presetClass="exit" presetSubtype="0" fill="hold" nodeType="withEffect">
                                  <p:stCondLst>
                                    <p:cond delay="0"/>
                                  </p:stCondLst>
                                  <p:childTnLst>
                                    <p:animEffect transition="out" filter="fade">
                                      <p:cBhvr>
                                        <p:cTn id="385" dur="175"/>
                                        <p:tgtEl>
                                          <p:spTgt spid="53"/>
                                        </p:tgtEl>
                                      </p:cBhvr>
                                    </p:animEffect>
                                    <p:set>
                                      <p:cBhvr>
                                        <p:cTn id="386" dur="1" fill="hold">
                                          <p:stCondLst>
                                            <p:cond delay="174"/>
                                          </p:stCondLst>
                                        </p:cTn>
                                        <p:tgtEl>
                                          <p:spTgt spid="53"/>
                                        </p:tgtEl>
                                        <p:attrNameLst>
                                          <p:attrName>style.visibility</p:attrName>
                                        </p:attrNameLst>
                                      </p:cBhvr>
                                      <p:to>
                                        <p:strVal val="hidden"/>
                                      </p:to>
                                    </p:set>
                                  </p:childTnLst>
                                </p:cTn>
                              </p:par>
                              <p:par>
                                <p:cTn id="387" presetID="10" presetClass="exit" presetSubtype="0" fill="hold" nodeType="withEffect">
                                  <p:stCondLst>
                                    <p:cond delay="0"/>
                                  </p:stCondLst>
                                  <p:childTnLst>
                                    <p:animEffect transition="out" filter="fade">
                                      <p:cBhvr>
                                        <p:cTn id="388" dur="175"/>
                                        <p:tgtEl>
                                          <p:spTgt spid="54"/>
                                        </p:tgtEl>
                                      </p:cBhvr>
                                    </p:animEffect>
                                    <p:set>
                                      <p:cBhvr>
                                        <p:cTn id="389" dur="1" fill="hold">
                                          <p:stCondLst>
                                            <p:cond delay="174"/>
                                          </p:stCondLst>
                                        </p:cTn>
                                        <p:tgtEl>
                                          <p:spTgt spid="54"/>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175"/>
                                        <p:tgtEl>
                                          <p:spTgt spid="55"/>
                                        </p:tgtEl>
                                      </p:cBhvr>
                                    </p:animEffect>
                                    <p:set>
                                      <p:cBhvr>
                                        <p:cTn id="392" dur="1" fill="hold">
                                          <p:stCondLst>
                                            <p:cond delay="174"/>
                                          </p:stCondLst>
                                        </p:cTn>
                                        <p:tgtEl>
                                          <p:spTgt spid="55"/>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175"/>
                                        <p:tgtEl>
                                          <p:spTgt spid="56"/>
                                        </p:tgtEl>
                                      </p:cBhvr>
                                    </p:animEffect>
                                    <p:set>
                                      <p:cBhvr>
                                        <p:cTn id="395" dur="1" fill="hold">
                                          <p:stCondLst>
                                            <p:cond delay="174"/>
                                          </p:stCondLst>
                                        </p:cTn>
                                        <p:tgtEl>
                                          <p:spTgt spid="56"/>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175"/>
                                        <p:tgtEl>
                                          <p:spTgt spid="57"/>
                                        </p:tgtEl>
                                      </p:cBhvr>
                                    </p:animEffect>
                                    <p:set>
                                      <p:cBhvr>
                                        <p:cTn id="398" dur="1" fill="hold">
                                          <p:stCondLst>
                                            <p:cond delay="174"/>
                                          </p:stCondLst>
                                        </p:cTn>
                                        <p:tgtEl>
                                          <p:spTgt spid="57"/>
                                        </p:tgtEl>
                                        <p:attrNameLst>
                                          <p:attrName>style.visibility</p:attrName>
                                        </p:attrNameLst>
                                      </p:cBhvr>
                                      <p:to>
                                        <p:strVal val="hidden"/>
                                      </p:to>
                                    </p:set>
                                  </p:childTnLst>
                                </p:cTn>
                              </p:par>
                              <p:par>
                                <p:cTn id="399" presetID="10" presetClass="exit" presetSubtype="0" fill="hold" nodeType="withEffect">
                                  <p:stCondLst>
                                    <p:cond delay="0"/>
                                  </p:stCondLst>
                                  <p:childTnLst>
                                    <p:animEffect transition="out" filter="fade">
                                      <p:cBhvr>
                                        <p:cTn id="400" dur="175"/>
                                        <p:tgtEl>
                                          <p:spTgt spid="58"/>
                                        </p:tgtEl>
                                      </p:cBhvr>
                                    </p:animEffect>
                                    <p:set>
                                      <p:cBhvr>
                                        <p:cTn id="401" dur="1" fill="hold">
                                          <p:stCondLst>
                                            <p:cond delay="174"/>
                                          </p:stCondLst>
                                        </p:cTn>
                                        <p:tgtEl>
                                          <p:spTgt spid="58"/>
                                        </p:tgtEl>
                                        <p:attrNameLst>
                                          <p:attrName>style.visibility</p:attrName>
                                        </p:attrNameLst>
                                      </p:cBhvr>
                                      <p:to>
                                        <p:strVal val="hidden"/>
                                      </p:to>
                                    </p:set>
                                  </p:childTnLst>
                                </p:cTn>
                              </p:par>
                              <p:par>
                                <p:cTn id="402" presetID="10" presetClass="exit" presetSubtype="0" fill="hold" nodeType="withEffect">
                                  <p:stCondLst>
                                    <p:cond delay="0"/>
                                  </p:stCondLst>
                                  <p:childTnLst>
                                    <p:animEffect transition="out" filter="fade">
                                      <p:cBhvr>
                                        <p:cTn id="403" dur="175"/>
                                        <p:tgtEl>
                                          <p:spTgt spid="59"/>
                                        </p:tgtEl>
                                      </p:cBhvr>
                                    </p:animEffect>
                                    <p:set>
                                      <p:cBhvr>
                                        <p:cTn id="404" dur="1" fill="hold">
                                          <p:stCondLst>
                                            <p:cond delay="174"/>
                                          </p:stCondLst>
                                        </p:cTn>
                                        <p:tgtEl>
                                          <p:spTgt spid="59"/>
                                        </p:tgtEl>
                                        <p:attrNameLst>
                                          <p:attrName>style.visibility</p:attrName>
                                        </p:attrNameLst>
                                      </p:cBhvr>
                                      <p:to>
                                        <p:strVal val="hidden"/>
                                      </p:to>
                                    </p:set>
                                  </p:childTnLst>
                                </p:cTn>
                              </p:par>
                              <p:par>
                                <p:cTn id="405" presetID="10" presetClass="exit" presetSubtype="0" fill="hold" nodeType="withEffect">
                                  <p:stCondLst>
                                    <p:cond delay="0"/>
                                  </p:stCondLst>
                                  <p:childTnLst>
                                    <p:animEffect transition="out" filter="fade">
                                      <p:cBhvr>
                                        <p:cTn id="406" dur="175"/>
                                        <p:tgtEl>
                                          <p:spTgt spid="60"/>
                                        </p:tgtEl>
                                      </p:cBhvr>
                                    </p:animEffect>
                                    <p:set>
                                      <p:cBhvr>
                                        <p:cTn id="407" dur="1" fill="hold">
                                          <p:stCondLst>
                                            <p:cond delay="174"/>
                                          </p:stCondLst>
                                        </p:cTn>
                                        <p:tgtEl>
                                          <p:spTgt spid="60"/>
                                        </p:tgtEl>
                                        <p:attrNameLst>
                                          <p:attrName>style.visibility</p:attrName>
                                        </p:attrNameLst>
                                      </p:cBhvr>
                                      <p:to>
                                        <p:strVal val="hidden"/>
                                      </p:to>
                                    </p:set>
                                  </p:childTnLst>
                                </p:cTn>
                              </p:par>
                              <p:par>
                                <p:cTn id="408" presetID="10" presetClass="entr" presetSubtype="0" fill="hold" nodeType="withEffect">
                                  <p:stCondLst>
                                    <p:cond delay="225"/>
                                  </p:stCondLst>
                                  <p:childTnLst>
                                    <p:set>
                                      <p:cBhvr>
                                        <p:cTn id="409" dur="1" fill="hold">
                                          <p:stCondLst>
                                            <p:cond delay="0"/>
                                          </p:stCondLst>
                                        </p:cTn>
                                        <p:tgtEl>
                                          <p:spTgt spid="61"/>
                                        </p:tgtEl>
                                        <p:attrNameLst>
                                          <p:attrName>style.visibility</p:attrName>
                                        </p:attrNameLst>
                                      </p:cBhvr>
                                      <p:to>
                                        <p:strVal val="visible"/>
                                      </p:to>
                                    </p:set>
                                    <p:animEffect transition="in" filter="fade">
                                      <p:cBhvr>
                                        <p:cTn id="410" dur="225"/>
                                        <p:tgtEl>
                                          <p:spTgt spid="61"/>
                                        </p:tgtEl>
                                      </p:cBhvr>
                                    </p:animEffect>
                                  </p:childTnLst>
                                </p:cTn>
                              </p:par>
                              <p:par>
                                <p:cTn id="411" presetID="22" presetClass="entr" presetSubtype="4" fill="hold" nodeType="withEffect">
                                  <p:stCondLst>
                                    <p:cond delay="260"/>
                                  </p:stCondLst>
                                  <p:childTnLst>
                                    <p:set>
                                      <p:cBhvr>
                                        <p:cTn id="412" dur="1" fill="hold">
                                          <p:stCondLst>
                                            <p:cond delay="0"/>
                                          </p:stCondLst>
                                        </p:cTn>
                                        <p:tgtEl>
                                          <p:spTgt spid="62"/>
                                        </p:tgtEl>
                                        <p:attrNameLst>
                                          <p:attrName>style.visibility</p:attrName>
                                        </p:attrNameLst>
                                      </p:cBhvr>
                                      <p:to>
                                        <p:strVal val="visible"/>
                                      </p:to>
                                    </p:set>
                                    <p:animEffect transition="in" filter="wipe(down)">
                                      <p:cBhvr>
                                        <p:cTn id="413" dur="250"/>
                                        <p:tgtEl>
                                          <p:spTgt spid="62"/>
                                        </p:tgtEl>
                                      </p:cBhvr>
                                    </p:animEffect>
                                  </p:childTnLst>
                                </p:cTn>
                              </p:par>
                              <p:par>
                                <p:cTn id="414" presetID="10" presetClass="entr" presetSubtype="0" fill="hold" nodeType="withEffect">
                                  <p:stCondLst>
                                    <p:cond delay="295"/>
                                  </p:stCondLst>
                                  <p:childTnLst>
                                    <p:set>
                                      <p:cBhvr>
                                        <p:cTn id="415" dur="1" fill="hold">
                                          <p:stCondLst>
                                            <p:cond delay="0"/>
                                          </p:stCondLst>
                                        </p:cTn>
                                        <p:tgtEl>
                                          <p:spTgt spid="64"/>
                                        </p:tgtEl>
                                        <p:attrNameLst>
                                          <p:attrName>style.visibility</p:attrName>
                                        </p:attrNameLst>
                                      </p:cBhvr>
                                      <p:to>
                                        <p:strVal val="visible"/>
                                      </p:to>
                                    </p:set>
                                    <p:animEffect transition="in" filter="fade">
                                      <p:cBhvr>
                                        <p:cTn id="416" dur="225"/>
                                        <p:tgtEl>
                                          <p:spTgt spid="64"/>
                                        </p:tgtEl>
                                      </p:cBhvr>
                                    </p:animEffect>
                                  </p:childTnLst>
                                </p:cTn>
                              </p:par>
                              <p:par>
                                <p:cTn id="417" presetID="22" presetClass="entr" presetSubtype="4" fill="hold" nodeType="withEffect">
                                  <p:stCondLst>
                                    <p:cond delay="295"/>
                                  </p:stCondLst>
                                  <p:childTnLst>
                                    <p:set>
                                      <p:cBhvr>
                                        <p:cTn id="418" dur="1" fill="hold">
                                          <p:stCondLst>
                                            <p:cond delay="0"/>
                                          </p:stCondLst>
                                        </p:cTn>
                                        <p:tgtEl>
                                          <p:spTgt spid="65"/>
                                        </p:tgtEl>
                                        <p:attrNameLst>
                                          <p:attrName>style.visibility</p:attrName>
                                        </p:attrNameLst>
                                      </p:cBhvr>
                                      <p:to>
                                        <p:strVal val="visible"/>
                                      </p:to>
                                    </p:set>
                                    <p:animEffect transition="in" filter="wipe(down)">
                                      <p:cBhvr>
                                        <p:cTn id="419" dur="250"/>
                                        <p:tgtEl>
                                          <p:spTgt spid="65"/>
                                        </p:tgtEl>
                                      </p:cBhvr>
                                    </p:animEffect>
                                  </p:childTnLst>
                                </p:cTn>
                              </p:par>
                              <p:par>
                                <p:cTn id="420" presetID="22" presetClass="entr" presetSubtype="4" fill="hold" nodeType="withEffect">
                                  <p:stCondLst>
                                    <p:cond delay="330"/>
                                  </p:stCondLst>
                                  <p:childTnLst>
                                    <p:set>
                                      <p:cBhvr>
                                        <p:cTn id="421" dur="1" fill="hold">
                                          <p:stCondLst>
                                            <p:cond delay="0"/>
                                          </p:stCondLst>
                                        </p:cTn>
                                        <p:tgtEl>
                                          <p:spTgt spid="66"/>
                                        </p:tgtEl>
                                        <p:attrNameLst>
                                          <p:attrName>style.visibility</p:attrName>
                                        </p:attrNameLst>
                                      </p:cBhvr>
                                      <p:to>
                                        <p:strVal val="visible"/>
                                      </p:to>
                                    </p:set>
                                    <p:animEffect transition="in" filter="wipe(down)">
                                      <p:cBhvr>
                                        <p:cTn id="422" dur="250"/>
                                        <p:tgtEl>
                                          <p:spTgt spid="66"/>
                                        </p:tgtEl>
                                      </p:cBhvr>
                                    </p:animEffect>
                                  </p:childTnLst>
                                </p:cTn>
                              </p:par>
                              <p:par>
                                <p:cTn id="423" presetID="10" presetClass="entr" presetSubtype="0" fill="hold" nodeType="withEffect">
                                  <p:stCondLst>
                                    <p:cond delay="365"/>
                                  </p:stCondLst>
                                  <p:childTnLst>
                                    <p:set>
                                      <p:cBhvr>
                                        <p:cTn id="424" dur="1" fill="hold">
                                          <p:stCondLst>
                                            <p:cond delay="0"/>
                                          </p:stCondLst>
                                        </p:cTn>
                                        <p:tgtEl>
                                          <p:spTgt spid="68"/>
                                        </p:tgtEl>
                                        <p:attrNameLst>
                                          <p:attrName>style.visibility</p:attrName>
                                        </p:attrNameLst>
                                      </p:cBhvr>
                                      <p:to>
                                        <p:strVal val="visible"/>
                                      </p:to>
                                    </p:set>
                                    <p:animEffect transition="in" filter="fade">
                                      <p:cBhvr>
                                        <p:cTn id="425" dur="225"/>
                                        <p:tgtEl>
                                          <p:spTgt spid="68"/>
                                        </p:tgtEl>
                                      </p:cBhvr>
                                    </p:animEffect>
                                  </p:childTnLst>
                                </p:cTn>
                              </p:par>
                              <p:par>
                                <p:cTn id="426" presetID="22" presetClass="entr" presetSubtype="4" fill="hold" nodeType="withEffect">
                                  <p:stCondLst>
                                    <p:cond delay="365"/>
                                  </p:stCondLst>
                                  <p:childTnLst>
                                    <p:set>
                                      <p:cBhvr>
                                        <p:cTn id="427" dur="1" fill="hold">
                                          <p:stCondLst>
                                            <p:cond delay="0"/>
                                          </p:stCondLst>
                                        </p:cTn>
                                        <p:tgtEl>
                                          <p:spTgt spid="69"/>
                                        </p:tgtEl>
                                        <p:attrNameLst>
                                          <p:attrName>style.visibility</p:attrName>
                                        </p:attrNameLst>
                                      </p:cBhvr>
                                      <p:to>
                                        <p:strVal val="visible"/>
                                      </p:to>
                                    </p:set>
                                    <p:animEffect transition="in" filter="wipe(down)">
                                      <p:cBhvr>
                                        <p:cTn id="428" dur="250"/>
                                        <p:tgtEl>
                                          <p:spTgt spid="69"/>
                                        </p:tgtEl>
                                      </p:cBhvr>
                                    </p:animEffect>
                                  </p:childTnLst>
                                </p:cTn>
                              </p:par>
                              <p:par>
                                <p:cTn id="429" presetID="10" presetClass="entr" presetSubtype="0" fill="hold" nodeType="withEffect">
                                  <p:stCondLst>
                                    <p:cond delay="290"/>
                                  </p:stCondLst>
                                  <p:childTnLst>
                                    <p:set>
                                      <p:cBhvr>
                                        <p:cTn id="430" dur="1" fill="hold">
                                          <p:stCondLst>
                                            <p:cond delay="0"/>
                                          </p:stCondLst>
                                        </p:cTn>
                                        <p:tgtEl>
                                          <p:spTgt spid="70"/>
                                        </p:tgtEl>
                                        <p:attrNameLst>
                                          <p:attrName>style.visibility</p:attrName>
                                        </p:attrNameLst>
                                      </p:cBhvr>
                                      <p:to>
                                        <p:strVal val="visible"/>
                                      </p:to>
                                    </p:set>
                                    <p:animEffect transition="in" filter="fade">
                                      <p:cBhvr>
                                        <p:cTn id="431" dur="225"/>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35" grpId="0" build="p"/>
      <p:bldP spid="4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AFE: entrada instrumental, pasabanda inversor, sumador y antialias Bessel</a:t>
            </a:r>
            <a:endParaRPr lang="en-US" sz="2200" dirty="0"/>
          </a:p>
        </p:txBody>
      </p:sp>
      <p:sp>
        <p:nvSpPr>
          <p:cNvPr id="3" name="Obj [o51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Implementación: la ganancia se reparte entre las etapas para recuperar la atenuación del compensador</a:t>
            </a:r>
            <a:endParaRPr lang="en-US" sz="1400" dirty="0"/>
          </a:p>
        </p:txBody>
      </p:sp>
      <p:sp>
        <p:nvSpPr>
          <p:cNvPr id="4" name="Obj [o515]"/>
          <p:cNvSpPr/>
          <p:nvPr/>
        </p:nvSpPr>
        <p:spPr>
          <a:xfrm>
            <a:off x="966136" y="1841914"/>
            <a:ext cx="1041694" cy="560912"/>
          </a:xfrm>
          <a:prstGeom prst="roundRect">
            <a:avLst>
              <a:gd name="adj" fmla="val 13042"/>
            </a:avLst>
          </a:prstGeom>
          <a:solidFill>
            <a:srgbClr val="2E75B6"/>
          </a:solidFill>
          <a:ln w="6350">
            <a:solidFill>
              <a:srgbClr val="2E75B6"/>
            </a:solidFill>
            <a:prstDash val="solid"/>
          </a:ln>
        </p:spPr>
      </p:sp>
      <p:sp>
        <p:nvSpPr>
          <p:cNvPr id="5" name="Obj [o516]"/>
          <p:cNvSpPr txBox="1"/>
          <p:nvPr/>
        </p:nvSpPr>
        <p:spPr>
          <a:xfrm>
            <a:off x="966136" y="1841914"/>
            <a:ext cx="1041694"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Geófono</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SM-24</a:t>
            </a:r>
            <a:endParaRPr lang="en-US" sz="1170" dirty="0"/>
          </a:p>
        </p:txBody>
      </p:sp>
      <p:sp>
        <p:nvSpPr>
          <p:cNvPr id="6" name="Obj [o517]"/>
          <p:cNvSpPr/>
          <p:nvPr/>
        </p:nvSpPr>
        <p:spPr>
          <a:xfrm>
            <a:off x="2248221" y="1841914"/>
            <a:ext cx="1201955" cy="560912"/>
          </a:xfrm>
          <a:prstGeom prst="roundRect">
            <a:avLst>
              <a:gd name="adj" fmla="val 13042"/>
            </a:avLst>
          </a:prstGeom>
          <a:solidFill>
            <a:srgbClr val="2E75B6"/>
          </a:solidFill>
          <a:ln w="6350">
            <a:solidFill>
              <a:srgbClr val="2E75B6"/>
            </a:solidFill>
            <a:prstDash val="solid"/>
          </a:ln>
        </p:spPr>
      </p:sp>
      <p:sp>
        <p:nvSpPr>
          <p:cNvPr id="7" name="Obj [o518]"/>
          <p:cNvSpPr txBox="1"/>
          <p:nvPr/>
        </p:nvSpPr>
        <p:spPr>
          <a:xfrm>
            <a:off x="2248221" y="1841914"/>
            <a:ext cx="120195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Entrada dif.</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 PGA</a:t>
            </a:r>
            <a:endParaRPr lang="en-US" sz="1170" dirty="0"/>
          </a:p>
        </p:txBody>
      </p:sp>
      <p:sp>
        <p:nvSpPr>
          <p:cNvPr id="8" name="Obj [o519]"/>
          <p:cNvSpPr/>
          <p:nvPr/>
        </p:nvSpPr>
        <p:spPr>
          <a:xfrm>
            <a:off x="3850827" y="2442892"/>
            <a:ext cx="1282085" cy="560912"/>
          </a:xfrm>
          <a:prstGeom prst="roundRect">
            <a:avLst>
              <a:gd name="adj" fmla="val 13042"/>
            </a:avLst>
          </a:prstGeom>
          <a:solidFill>
            <a:srgbClr val="C55A11"/>
          </a:solidFill>
          <a:ln w="6350">
            <a:solidFill>
              <a:srgbClr val="C55A11"/>
            </a:solidFill>
            <a:prstDash val="solid"/>
          </a:ln>
        </p:spPr>
      </p:sp>
      <p:sp>
        <p:nvSpPr>
          <p:cNvPr id="9" name="Obj [o520]"/>
          <p:cNvSpPr txBox="1"/>
          <p:nvPr/>
        </p:nvSpPr>
        <p:spPr>
          <a:xfrm>
            <a:off x="3850827" y="2442892"/>
            <a:ext cx="128208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Pasabanda</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inversor</a:t>
            </a:r>
            <a:endParaRPr lang="en-US" sz="1170" dirty="0"/>
          </a:p>
        </p:txBody>
      </p:sp>
      <p:sp>
        <p:nvSpPr>
          <p:cNvPr id="10" name="Obj [o521]"/>
          <p:cNvSpPr/>
          <p:nvPr/>
        </p:nvSpPr>
        <p:spPr>
          <a:xfrm>
            <a:off x="5156951" y="1906019"/>
            <a:ext cx="432704" cy="432704"/>
          </a:xfrm>
          <a:prstGeom prst="ellipse">
            <a:avLst/>
          </a:prstGeom>
          <a:solidFill>
            <a:srgbClr val="1F4E79"/>
          </a:solidFill>
          <a:ln w="6350">
            <a:solidFill>
              <a:srgbClr val="1F4E79"/>
            </a:solidFill>
            <a:prstDash val="solid"/>
          </a:ln>
        </p:spPr>
      </p:sp>
      <p:sp>
        <p:nvSpPr>
          <p:cNvPr id="11" name="Obj [o522]"/>
          <p:cNvSpPr txBox="1"/>
          <p:nvPr/>
        </p:nvSpPr>
        <p:spPr>
          <a:xfrm>
            <a:off x="5156951" y="1906019"/>
            <a:ext cx="432704" cy="432704"/>
          </a:xfrm>
          <a:prstGeom prst="rect">
            <a:avLst/>
          </a:prstGeom>
          <a:noFill/>
          <a:ln/>
        </p:spPr>
        <p:txBody>
          <a:bodyPr wrap="square" lIns="0" tIns="0" rIns="0" bIns="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Σ</a:t>
            </a:r>
            <a:endParaRPr lang="en-US" sz="1620" dirty="0"/>
          </a:p>
        </p:txBody>
      </p:sp>
      <p:sp>
        <p:nvSpPr>
          <p:cNvPr id="12" name="Obj [o523]"/>
          <p:cNvSpPr/>
          <p:nvPr/>
        </p:nvSpPr>
        <p:spPr>
          <a:xfrm>
            <a:off x="6054411" y="1841914"/>
            <a:ext cx="1001629" cy="560912"/>
          </a:xfrm>
          <a:prstGeom prst="roundRect">
            <a:avLst>
              <a:gd name="adj" fmla="val 13042"/>
            </a:avLst>
          </a:prstGeom>
          <a:solidFill>
            <a:srgbClr val="2E75B6"/>
          </a:solidFill>
          <a:ln w="6350">
            <a:solidFill>
              <a:srgbClr val="2E75B6"/>
            </a:solidFill>
            <a:prstDash val="solid"/>
          </a:ln>
        </p:spPr>
      </p:sp>
      <p:sp>
        <p:nvSpPr>
          <p:cNvPr id="13" name="Obj [o524]"/>
          <p:cNvSpPr txBox="1"/>
          <p:nvPr/>
        </p:nvSpPr>
        <p:spPr>
          <a:xfrm>
            <a:off x="6054411" y="1841914"/>
            <a:ext cx="1001629"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Pasa-bajos</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antialias</a:t>
            </a:r>
            <a:endParaRPr lang="en-US" sz="1170" dirty="0"/>
          </a:p>
        </p:txBody>
      </p:sp>
      <p:sp>
        <p:nvSpPr>
          <p:cNvPr id="14" name="Obj [o525]"/>
          <p:cNvSpPr/>
          <p:nvPr/>
        </p:nvSpPr>
        <p:spPr>
          <a:xfrm>
            <a:off x="7296431" y="1841914"/>
            <a:ext cx="881433" cy="560912"/>
          </a:xfrm>
          <a:prstGeom prst="roundRect">
            <a:avLst>
              <a:gd name="adj" fmla="val 13042"/>
            </a:avLst>
          </a:prstGeom>
          <a:solidFill>
            <a:srgbClr val="1F4E79"/>
          </a:solidFill>
          <a:ln w="6350">
            <a:solidFill>
              <a:srgbClr val="1F4E79"/>
            </a:solidFill>
            <a:prstDash val="solid"/>
          </a:ln>
        </p:spPr>
      </p:sp>
      <p:sp>
        <p:nvSpPr>
          <p:cNvPr id="15" name="Obj [o526]"/>
          <p:cNvSpPr txBox="1"/>
          <p:nvPr/>
        </p:nvSpPr>
        <p:spPr>
          <a:xfrm>
            <a:off x="7296431" y="1841914"/>
            <a:ext cx="881433"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ADC</a:t>
            </a:r>
            <a:endParaRPr lang="en-US" sz="1170" dirty="0"/>
          </a:p>
        </p:txBody>
      </p:sp>
      <p:sp>
        <p:nvSpPr>
          <p:cNvPr id="16" name="Obj [o527]"/>
          <p:cNvSpPr/>
          <p:nvPr/>
        </p:nvSpPr>
        <p:spPr>
          <a:xfrm>
            <a:off x="2007830" y="2122371"/>
            <a:ext cx="240391" cy="0"/>
          </a:xfrm>
          <a:prstGeom prst="line">
            <a:avLst/>
          </a:prstGeom>
          <a:noFill/>
          <a:ln w="27823">
            <a:solidFill>
              <a:srgbClr val="1F4E79"/>
            </a:solidFill>
            <a:prstDash val="solid"/>
            <a:tailEnd type="triangle"/>
          </a:ln>
        </p:spPr>
      </p:sp>
      <p:sp>
        <p:nvSpPr>
          <p:cNvPr id="17" name="Obj [o528]"/>
          <p:cNvSpPr/>
          <p:nvPr/>
        </p:nvSpPr>
        <p:spPr>
          <a:xfrm>
            <a:off x="3450176" y="2122371"/>
            <a:ext cx="1706776" cy="0"/>
          </a:xfrm>
          <a:prstGeom prst="line">
            <a:avLst/>
          </a:prstGeom>
          <a:noFill/>
          <a:ln w="27823">
            <a:solidFill>
              <a:srgbClr val="1F4E79"/>
            </a:solidFill>
            <a:prstDash val="solid"/>
            <a:tailEnd type="triangle"/>
          </a:ln>
        </p:spPr>
      </p:sp>
      <p:sp>
        <p:nvSpPr>
          <p:cNvPr id="18" name="Obj [o529]"/>
          <p:cNvSpPr/>
          <p:nvPr/>
        </p:nvSpPr>
        <p:spPr>
          <a:xfrm>
            <a:off x="3610436" y="2082305"/>
            <a:ext cx="80130" cy="80130"/>
          </a:xfrm>
          <a:prstGeom prst="ellipse">
            <a:avLst/>
          </a:prstGeom>
          <a:solidFill>
            <a:srgbClr val="1F4E79"/>
          </a:solidFill>
          <a:ln w="6350">
            <a:solidFill>
              <a:srgbClr val="1F4E79"/>
            </a:solidFill>
            <a:prstDash val="solid"/>
          </a:ln>
        </p:spPr>
      </p:sp>
      <p:sp>
        <p:nvSpPr>
          <p:cNvPr id="19" name="Obj [o530]"/>
          <p:cNvSpPr/>
          <p:nvPr/>
        </p:nvSpPr>
        <p:spPr>
          <a:xfrm>
            <a:off x="3650501" y="2122371"/>
            <a:ext cx="0" cy="600977"/>
          </a:xfrm>
          <a:prstGeom prst="line">
            <a:avLst/>
          </a:prstGeom>
          <a:noFill/>
          <a:ln w="27823">
            <a:solidFill>
              <a:srgbClr val="C55A11"/>
            </a:solidFill>
            <a:prstDash val="solid"/>
          </a:ln>
        </p:spPr>
      </p:sp>
      <p:sp>
        <p:nvSpPr>
          <p:cNvPr id="20" name="Obj [o531]"/>
          <p:cNvSpPr/>
          <p:nvPr/>
        </p:nvSpPr>
        <p:spPr>
          <a:xfrm>
            <a:off x="3650501" y="2723348"/>
            <a:ext cx="200326" cy="0"/>
          </a:xfrm>
          <a:prstGeom prst="line">
            <a:avLst/>
          </a:prstGeom>
          <a:noFill/>
          <a:ln w="27823">
            <a:solidFill>
              <a:srgbClr val="C55A11"/>
            </a:solidFill>
            <a:prstDash val="solid"/>
            <a:tailEnd type="triangle"/>
          </a:ln>
        </p:spPr>
      </p:sp>
      <p:sp>
        <p:nvSpPr>
          <p:cNvPr id="21" name="Obj [o532]"/>
          <p:cNvSpPr/>
          <p:nvPr/>
        </p:nvSpPr>
        <p:spPr>
          <a:xfrm>
            <a:off x="5132912" y="2723348"/>
            <a:ext cx="240391" cy="0"/>
          </a:xfrm>
          <a:prstGeom prst="line">
            <a:avLst/>
          </a:prstGeom>
          <a:noFill/>
          <a:ln w="27823">
            <a:solidFill>
              <a:srgbClr val="C55A11"/>
            </a:solidFill>
            <a:prstDash val="solid"/>
          </a:ln>
        </p:spPr>
      </p:sp>
      <p:sp>
        <p:nvSpPr>
          <p:cNvPr id="22" name="Obj [o533]"/>
          <p:cNvSpPr/>
          <p:nvPr/>
        </p:nvSpPr>
        <p:spPr>
          <a:xfrm flipV="1">
            <a:off x="5373303" y="2338722"/>
            <a:ext cx="0" cy="384626"/>
          </a:xfrm>
          <a:prstGeom prst="line">
            <a:avLst/>
          </a:prstGeom>
          <a:noFill/>
          <a:ln w="27823">
            <a:solidFill>
              <a:srgbClr val="C55A11"/>
            </a:solidFill>
            <a:prstDash val="solid"/>
            <a:tailEnd type="triangle"/>
          </a:ln>
        </p:spPr>
      </p:sp>
      <p:sp>
        <p:nvSpPr>
          <p:cNvPr id="23" name="Obj [o534]"/>
          <p:cNvSpPr/>
          <p:nvPr/>
        </p:nvSpPr>
        <p:spPr>
          <a:xfrm>
            <a:off x="5589655" y="2122371"/>
            <a:ext cx="464756" cy="0"/>
          </a:xfrm>
          <a:prstGeom prst="line">
            <a:avLst/>
          </a:prstGeom>
          <a:noFill/>
          <a:ln w="27823">
            <a:solidFill>
              <a:srgbClr val="1F4E79"/>
            </a:solidFill>
            <a:prstDash val="solid"/>
            <a:tailEnd type="triangle"/>
          </a:ln>
        </p:spPr>
      </p:sp>
      <p:sp>
        <p:nvSpPr>
          <p:cNvPr id="24" name="Obj [o535]"/>
          <p:cNvSpPr/>
          <p:nvPr/>
        </p:nvSpPr>
        <p:spPr>
          <a:xfrm>
            <a:off x="7056040" y="2122371"/>
            <a:ext cx="240391" cy="0"/>
          </a:xfrm>
          <a:prstGeom prst="line">
            <a:avLst/>
          </a:prstGeom>
          <a:noFill/>
          <a:ln w="27823">
            <a:solidFill>
              <a:srgbClr val="1F4E79"/>
            </a:solidFill>
            <a:prstDash val="solid"/>
            <a:tailEnd type="triangle"/>
          </a:ln>
        </p:spPr>
      </p:sp>
      <p:sp>
        <p:nvSpPr>
          <p:cNvPr id="25" name="Obj [o536]"/>
          <p:cNvSpPr txBox="1"/>
          <p:nvPr/>
        </p:nvSpPr>
        <p:spPr>
          <a:xfrm>
            <a:off x="4852456" y="1785823"/>
            <a:ext cx="240391" cy="240391"/>
          </a:xfrm>
          <a:prstGeom prst="rect">
            <a:avLst/>
          </a:prstGeom>
          <a:noFill/>
          <a:ln/>
        </p:spPr>
        <p:txBody>
          <a:bodyPr wrap="square" lIns="0" tIns="0" rIns="0" bIns="0" rtlCol="0" anchor="t"/>
          <a:lstStyle/>
          <a:p>
            <a:pPr algn="ctr" indent="0" marL="0">
              <a:buNone/>
            </a:pPr>
            <a:r>
              <a:rPr lang="en-US" sz="1440" b="1" dirty="0">
                <a:solidFill>
                  <a:srgbClr val="1F4E79"/>
                </a:solidFill>
                <a:latin typeface="Arial" pitchFamily="34" charset="0"/>
                <a:ea typeface="Arial" pitchFamily="34" charset="-122"/>
                <a:cs typeface="Arial" pitchFamily="34" charset="-120"/>
              </a:rPr>
              <a:t>+</a:t>
            </a:r>
            <a:endParaRPr lang="en-US" sz="1440" dirty="0"/>
          </a:p>
        </p:txBody>
      </p:sp>
      <p:sp>
        <p:nvSpPr>
          <p:cNvPr id="26" name="Obj [o537]"/>
          <p:cNvSpPr txBox="1"/>
          <p:nvPr/>
        </p:nvSpPr>
        <p:spPr>
          <a:xfrm>
            <a:off x="5453433" y="2386801"/>
            <a:ext cx="240391" cy="240391"/>
          </a:xfrm>
          <a:prstGeom prst="rect">
            <a:avLst/>
          </a:prstGeom>
          <a:noFill/>
          <a:ln/>
        </p:spPr>
        <p:txBody>
          <a:bodyPr wrap="square" lIns="0" tIns="0" rIns="0" bIns="0" rtlCol="0" anchor="t"/>
          <a:lstStyle/>
          <a:p>
            <a:pPr algn="ctr" indent="0" marL="0">
              <a:buNone/>
            </a:pPr>
            <a:r>
              <a:rPr lang="en-US" sz="1800" b="1" dirty="0">
                <a:solidFill>
                  <a:srgbClr val="C55A11"/>
                </a:solidFill>
                <a:latin typeface="Arial" pitchFamily="34" charset="0"/>
                <a:ea typeface="Arial" pitchFamily="34" charset="-122"/>
                <a:cs typeface="Arial" pitchFamily="34" charset="-120"/>
              </a:rPr>
              <a:t>+</a:t>
            </a:r>
            <a:endParaRPr lang="en-US" sz="1800" dirty="0"/>
          </a:p>
        </p:txBody>
      </p:sp>
      <p:sp>
        <p:nvSpPr>
          <p:cNvPr id="27" name="Obj [o538]"/>
          <p:cNvSpPr txBox="1"/>
          <p:nvPr/>
        </p:nvSpPr>
        <p:spPr>
          <a:xfrm>
            <a:off x="966136" y="3364390"/>
            <a:ext cx="7211728" cy="1041694"/>
          </a:xfrm>
          <a:prstGeom prst="rect">
            <a:avLst/>
          </a:prstGeom>
          <a:noFill/>
          <a:ln/>
        </p:spPr>
        <p:txBody>
          <a:bodyPr wrap="square" lIns="0" tIns="0" rIns="0" bIns="0" rtlCol="0" anchor="t"/>
          <a:lstStyle/>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350" dirty="0"/>
          </a:p>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350" i="1">
                            <a:latin typeface="Cambria Math" panose="02040503050406030204" pitchFamily="18" charset="0"/>
                          </a:rPr>
                        </m:ctrlPr>
                      </m:sSubPr>
                      <m:e>
                        <m:r>
                          <a:rPr lang="es-ES" sz="1350" i="1">
                            <a:solidFill>
                              <a:srgbClr val="2D2D2D"/>
                            </a:solidFill>
                            <a:latin typeface="Cambria Math" panose="02040503050406030204" pitchFamily="18" charset="0"/>
                          </a:rPr>
                          <m:t xml:space="preserve">ζ</m:t>
                        </m:r>
                      </m:e>
                      <m:sub>
                        <m:r>
                          <m:rPr>
                            <m:sty m:val="p"/>
                          </m:rPr>
                          <a:rPr lang="es-ES" sz="1350">
                            <a:solidFill>
                              <a:srgbClr val="2D2D2D"/>
                            </a:solidFill>
                            <a:latin typeface="Cambria Math" panose="02040503050406030204" pitchFamily="18" charset="0"/>
                          </a:rPr>
                          <m:t xml:space="preserve">1</m:t>
                        </m:r>
                      </m:sub>
                    </m:sSub>
                    <m:r>
                      <m:rPr>
                        <m:sty m:val="p"/>
                      </m:rPr>
                      <a:rPr lang="es-ES" sz="1350">
                        <a:solidFill>
                          <a:srgbClr val="2D2D2D"/>
                        </a:solidFill>
                        <a:latin typeface="Cambria Math" panose="02040503050406030204" pitchFamily="18" charset="0"/>
                      </a:rPr>
                      <m:t xml:space="preserve">≈</m:t>
                    </m:r>
                    <m:r>
                      <m:rPr>
                        <m:sty m:val="p"/>
                      </m:rPr>
                      <a:rPr lang="es-ES" sz="1350">
                        <a:solidFill>
                          <a:srgbClr val="2D2D2D"/>
                        </a:solidFill>
                        <a:latin typeface="Cambria Math" panose="02040503050406030204" pitchFamily="18" charset="0"/>
                      </a:rPr>
                      <m:t xml:space="preserve">938</m:t>
                    </m:r>
                  </m:oMath>
                </a14:m>
              </mc:Choice>
              <mc:Fallback>
                <a:r>
                  <a:rPr lang="en-US" sz="1350" dirty="0">
                    <a:solidFill>
                      <a:srgbClr val="2D2D2D"/>
                    </a:solidFill>
                    <a:latin typeface="Arial" pitchFamily="34" charset="0"/>
                    <a:ea typeface="Arial" pitchFamily="34" charset="-122"/>
                    <a:cs typeface="Arial" pitchFamily="34" charset="-120"/>
                  </a:rPr>
                  <a:t>ζ1 ≈ 938</a:t>
                </a:r>
              </mc:Fallback>
            </mc:AlternateContent>
            <a:r>
              <a:rPr lang="en-US" sz="135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350" dirty="0"/>
          </a:p>
        </p:txBody>
      </p:sp>
      <p:sp>
        <p:nvSpPr>
          <p:cNvPr id="29" name="Obj [o53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(acondicionamiento); esquema propio.</a:t>
            </a:r>
            <a:endParaRPr lang="en-US" sz="800" dirty="0"/>
          </a:p>
        </p:txBody>
      </p:sp>
      <p:sp>
        <p:nvSpPr>
          <p:cNvPr id="30" name="Obj [o54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entrada es instrumental, con dos operacionales, para rechazar el ruido de red</a:t>
            </a:r>
            <a:endParaRPr lang="en-US" sz="1400" dirty="0"/>
          </a:p>
        </p:txBody>
      </p:sp>
      <p:pic>
        <p:nvPicPr>
          <p:cNvPr id="31" name="Obj [o541]" descr="Amplificador diferencial de dos operacionales con entradas V1 y V2">    </p:cNvPr>
          <p:cNvPicPr>
            <a:picLocks noChangeAspect="1"/>
          </p:cNvPicPr>
          <p:nvPr/>
        </p:nvPicPr>
        <p:blipFill>
          <a:blip r:embed="rId1"/>
          <a:stretch>
            <a:fillRect/>
          </a:stretch>
        </p:blipFill>
        <p:spPr>
          <a:xfrm>
            <a:off x="886005" y="1641589"/>
            <a:ext cx="4166776" cy="2083388"/>
          </a:xfrm>
          <a:prstGeom prst="rect">
            <a:avLst/>
          </a:prstGeom>
        </p:spPr>
      </p:pic>
      <p:sp>
        <p:nvSpPr>
          <p:cNvPr id="32" name="Obj [o542]"/>
          <p:cNvSpPr txBox="1"/>
          <p:nvPr/>
        </p:nvSpPr>
        <p:spPr>
          <a:xfrm>
            <a:off x="5293173" y="1721719"/>
            <a:ext cx="2884691" cy="2403909"/>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ruido de red está muy presente en el geófono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 entrada diferencial lo rechaza como señal de modo común</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Aporta una ganancia de ×2</a:t>
            </a:r>
            <a:endParaRPr lang="en-US" sz="1440" dirty="0"/>
          </a:p>
        </p:txBody>
      </p:sp>
      <p:sp>
        <p:nvSpPr>
          <p:cNvPr id="33" name="Obj [o5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genérico aportado por el autor (fuente por confirmar); ganancia: documento de tesis, sec. 3.</a:t>
            </a:r>
            <a:endParaRPr lang="en-US" sz="800" dirty="0"/>
          </a:p>
        </p:txBody>
      </p:sp>
      <p:sp>
        <p:nvSpPr>
          <p:cNvPr id="34" name="Obj [o54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pasabanda es un inversor con dos quiebres desacoplados, en lugar de un Sallen-Key</a:t>
            </a:r>
            <a:endParaRPr lang="en-US" sz="1400" dirty="0"/>
          </a:p>
        </p:txBody>
      </p:sp>
      <p:pic>
        <p:nvPicPr>
          <p:cNvPr id="35" name="Obj [o545]" descr="Filtro pasabanda Sallen-Key con admitancias Y1 a Y5">    </p:cNvPr>
          <p:cNvPicPr>
            <a:picLocks noChangeAspect="1"/>
          </p:cNvPicPr>
          <p:nvPr/>
        </p:nvPicPr>
        <p:blipFill>
          <a:blip r:embed="rId2"/>
          <a:stretch>
            <a:fillRect/>
          </a:stretch>
        </p:blipFill>
        <p:spPr>
          <a:xfrm>
            <a:off x="517829" y="1595380"/>
            <a:ext cx="2433099" cy="1824824"/>
          </a:xfrm>
          <a:prstGeom prst="rect">
            <a:avLst/>
          </a:prstGeom>
        </p:spPr>
      </p:pic>
      <p:pic>
        <p:nvPicPr>
          <p:cNvPr id="36" name="Obj [o546]" descr="Amplificador inversor con Cin y Rin en la entrada y Rf en paralelo con Cf en la realimentación">    </p:cNvPr>
          <p:cNvPicPr>
            <a:picLocks noChangeAspect="1"/>
          </p:cNvPicPr>
          <p:nvPr/>
        </p:nvPicPr>
        <p:blipFill>
          <a:blip r:embed="rId3"/>
          <a:stretch>
            <a:fillRect/>
          </a:stretch>
        </p:blipFill>
        <p:spPr>
          <a:xfrm>
            <a:off x="3787306" y="1595380"/>
            <a:ext cx="3193443" cy="1596721"/>
          </a:xfrm>
          <a:prstGeom prst="rect">
            <a:avLst/>
          </a:prstGeom>
        </p:spPr>
      </p:pic>
      <p:sp>
        <p:nvSpPr>
          <p:cNvPr id="37" name="Obj [o547]"/>
          <p:cNvSpPr txBox="1"/>
          <p:nvPr/>
        </p:nvSpPr>
        <p:spPr>
          <a:xfrm>
            <a:off x="441794" y="3496238"/>
            <a:ext cx="2585168" cy="228103"/>
          </a:xfrm>
          <a:prstGeom prst="rect">
            <a:avLst/>
          </a:prstGeom>
          <a:noFill/>
          <a:ln/>
        </p:spPr>
        <p:txBody>
          <a:bodyPr wrap="square" lIns="0" tIns="0" rIns="0" bIns="0" rtlCol="0" anchor="t"/>
          <a:lstStyle/>
          <a:p>
            <a:pPr algn="ctr" indent="0" marL="0">
              <a:buNone/>
            </a:pPr>
            <a:r>
              <a:rPr lang="en-US" sz="1208" b="1" dirty="0">
                <a:solidFill>
                  <a:srgbClr val="6B6B6B"/>
                </a:solidFill>
                <a:latin typeface="Arial" pitchFamily="34" charset="0"/>
                <a:ea typeface="Arial" pitchFamily="34" charset="-122"/>
                <a:cs typeface="Arial" pitchFamily="34" charset="-120"/>
              </a:rPr>
              <a:t>Ma et al.: Sallen-Key</a:t>
            </a:r>
            <a:endParaRPr lang="en-US" sz="1208" dirty="0"/>
          </a:p>
        </p:txBody>
      </p:sp>
      <p:sp>
        <p:nvSpPr>
          <p:cNvPr id="38" name="Obj [o548]"/>
          <p:cNvSpPr txBox="1"/>
          <p:nvPr/>
        </p:nvSpPr>
        <p:spPr>
          <a:xfrm>
            <a:off x="3635237" y="3230118"/>
            <a:ext cx="3649649" cy="228103"/>
          </a:xfrm>
          <a:prstGeom prst="rect">
            <a:avLst/>
          </a:prstGeom>
          <a:noFill/>
          <a:ln/>
        </p:spPr>
        <p:txBody>
          <a:bodyPr wrap="square" lIns="0" tIns="0" rIns="0" bIns="0" rtlCol="0" anchor="t"/>
          <a:lstStyle/>
          <a:p>
            <a:pPr algn="ctr" indent="0" marL="0">
              <a:buNone/>
            </a:pPr>
            <a:r>
              <a:rPr lang="en-US" sz="1208" b="1" dirty="0">
                <a:solidFill>
                  <a:srgbClr val="1F4E79"/>
                </a:solidFill>
                <a:latin typeface="Arial" pitchFamily="34" charset="0"/>
                <a:ea typeface="Arial" pitchFamily="34" charset="-122"/>
                <a:cs typeface="Arial" pitchFamily="34" charset="-120"/>
              </a:rPr>
              <a:t>Este trabajo: inversor, −Zf/Zin</a:t>
            </a:r>
            <a:endParaRPr lang="en-US" sz="1208" dirty="0"/>
          </a:p>
        </p:txBody>
      </p:sp>
      <p:sp>
        <p:nvSpPr>
          <p:cNvPr id="39" name="Obj [o549]"/>
          <p:cNvSpPr txBox="1"/>
          <p:nvPr/>
        </p:nvSpPr>
        <p:spPr>
          <a:xfrm>
            <a:off x="441794" y="3762358"/>
            <a:ext cx="2585168" cy="380172"/>
          </a:xfrm>
          <a:prstGeom prst="rect">
            <a:avLst/>
          </a:prstGeom>
          <a:noFill/>
          <a:ln/>
        </p:spPr>
        <p:txBody>
          <a:bodyPr wrap="square" lIns="0" tIns="0" rIns="0" bIns="0" rtlCol="0" anchor="t"/>
          <a:lstStyle/>
          <a:p>
            <a:pPr algn="ctr" indent="0" marL="0">
              <a:buNone/>
            </a:pPr>
            <a:r>
              <a:rPr lang="en-US" sz="1122" dirty="0">
                <a:solidFill>
                  <a:srgbClr val="6B6B6B"/>
                </a:solidFill>
                <a:latin typeface="Arial" pitchFamily="34" charset="0"/>
                <a:ea typeface="Arial" pitchFamily="34" charset="-122"/>
                <a:cs typeface="Arial" pitchFamily="34" charset="-120"/>
              </a:rPr>
              <a:t>Cada polo se reparte entre varios componentes</a:t>
            </a:r>
            <a:endParaRPr lang="en-US" sz="1122" dirty="0"/>
          </a:p>
        </p:txBody>
      </p:sp>
      <p:sp>
        <p:nvSpPr>
          <p:cNvPr id="40" name="Obj [o550]"/>
          <p:cNvSpPr/>
          <p:nvPr/>
        </p:nvSpPr>
        <p:spPr>
          <a:xfrm>
            <a:off x="3635237" y="3496238"/>
            <a:ext cx="1786807"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1" name="Obj [o551]"/>
              <p:cNvSpPr txBox="1"/>
              <p:nvPr/>
            </p:nvSpPr>
            <p:spPr>
              <a:xfrm>
                <a:off x="3635237" y="3496238"/>
                <a:ext cx="1786807"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f</m:t>
                          </m:r>
                        </m:e>
                        <m:sub>
                          <m:r>
                            <m:rPr>
                              <m:sty m:val="p"/>
                            </m:rPr>
                            <a:rPr lang="es-ES" sz="1700">
                              <a:solidFill>
                                <a:srgbClr val="1F4E79"/>
                              </a:solidFill>
                              <a:latin typeface="Cambria Math" panose="02040503050406030204" pitchFamily="18" charset="0"/>
                            </a:rPr>
                            <m:t xml:space="preserve">low</m:t>
                          </m:r>
                        </m:sub>
                      </m:sSub>
                      <m:r>
                        <a:rPr lang="es-ES" sz="1700" i="1">
                          <a:solidFill>
                            <a:srgbClr val="1F4E79"/>
                          </a:solidFill>
                          <a:latin typeface="Cambria Math" panose="02040503050406030204" pitchFamily="18" charset="0"/>
                        </a:rPr>
                        <m:t xml:space="preserve">=</m:t>
                      </m:r>
                      <m:f>
                        <m:fPr>
                          <m:ctrlPr>
                            <a:rPr lang="es-ES" sz="1700" i="1">
                              <a:latin typeface="Cambria Math" panose="02040503050406030204" pitchFamily="18" charset="0"/>
                            </a:rPr>
                          </m:ctrlPr>
                        </m:fPr>
                        <m:num>
                          <m:r>
                            <a:rPr lang="es-ES" sz="1700" i="1">
                              <a:solidFill>
                                <a:srgbClr val="1F4E79"/>
                              </a:solidFill>
                              <a:latin typeface="Cambria Math" panose="02040503050406030204" pitchFamily="18" charset="0"/>
                            </a:rPr>
                            <m:t xml:space="preserve">1</m:t>
                          </m:r>
                        </m:num>
                        <m:den>
                          <m:r>
                            <a:rPr lang="es-ES" sz="1700" i="1">
                              <a:solidFill>
                                <a:srgbClr val="1F4E79"/>
                              </a:solidFill>
                              <a:latin typeface="Cambria Math" panose="02040503050406030204" pitchFamily="18" charset="0"/>
                            </a:rPr>
                            <m:t xml:space="preserve">2π</m:t>
                          </m:r>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R</m:t>
                              </m:r>
                            </m:e>
                            <m:sub>
                              <m:r>
                                <m:rPr>
                                  <m:sty m:val="p"/>
                                </m:rPr>
                                <a:rPr lang="es-ES" sz="1700">
                                  <a:solidFill>
                                    <a:srgbClr val="1F4E79"/>
                                  </a:solidFill>
                                  <a:latin typeface="Cambria Math" panose="02040503050406030204" pitchFamily="18" charset="0"/>
                                </a:rPr>
                                <m:t xml:space="preserve">in</m:t>
                              </m:r>
                            </m:sub>
                          </m:sSub>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C</m:t>
                              </m:r>
                            </m:e>
                            <m:sub>
                              <m:r>
                                <m:rPr>
                                  <m:sty m:val="p"/>
                                </m:rPr>
                                <a:rPr lang="es-ES" sz="1700">
                                  <a:solidFill>
                                    <a:srgbClr val="1F4E79"/>
                                  </a:solidFill>
                                  <a:latin typeface="Cambria Math" panose="02040503050406030204" pitchFamily="18" charset="0"/>
                                </a:rPr>
                                <m:t xml:space="preserve">in</m:t>
                              </m:r>
                            </m:sub>
                          </m:sSub>
                        </m:den>
                      </m:f>
                    </m:oMath>
                  </m:oMathPara>
                </a14:m>
                <a:endParaRPr lang="es-ES"/>
              </a:p>
            </p:txBody>
          </p:sp>
        </mc:Choice>
        <mc:Fallback>
          <p:sp>
            <p:nvSpPr>
              <p:cNvPr id="41" name="Obj [o551]"/>
              <p:cNvSpPr txBox="1"/>
              <p:nvPr/>
            </p:nvSpPr>
            <p:spPr>
              <a:xfrm>
                <a:off x="3635237" y="3496238"/>
                <a:ext cx="1786807"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f_low = 1 / (2π Rin Cin)</a:t>
                </a:r>
                <a:endParaRPr lang="en-US" sz="2071" dirty="0"/>
              </a:p>
            </p:txBody>
          </p:sp>
        </mc:Fallback>
      </mc:AlternateContent>
      <p:sp>
        <p:nvSpPr>
          <p:cNvPr id="42" name="Obj [o552]"/>
          <p:cNvSpPr/>
          <p:nvPr/>
        </p:nvSpPr>
        <p:spPr>
          <a:xfrm>
            <a:off x="5498078" y="3496238"/>
            <a:ext cx="1786807"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3" name="Obj [o553]"/>
              <p:cNvSpPr txBox="1"/>
              <p:nvPr/>
            </p:nvSpPr>
            <p:spPr>
              <a:xfrm>
                <a:off x="5498078" y="3496238"/>
                <a:ext cx="1786807"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f</m:t>
                          </m:r>
                        </m:e>
                        <m:sub>
                          <m:r>
                            <m:rPr>
                              <m:sty m:val="p"/>
                            </m:rPr>
                            <a:rPr lang="es-ES" sz="1700">
                              <a:solidFill>
                                <a:srgbClr val="1F4E79"/>
                              </a:solidFill>
                              <a:latin typeface="Cambria Math" panose="02040503050406030204" pitchFamily="18" charset="0"/>
                            </a:rPr>
                            <m:t xml:space="preserve">high</m:t>
                          </m:r>
                        </m:sub>
                      </m:sSub>
                      <m:r>
                        <a:rPr lang="es-ES" sz="1700" i="1">
                          <a:solidFill>
                            <a:srgbClr val="1F4E79"/>
                          </a:solidFill>
                          <a:latin typeface="Cambria Math" panose="02040503050406030204" pitchFamily="18" charset="0"/>
                        </a:rPr>
                        <m:t xml:space="preserve">=</m:t>
                      </m:r>
                      <m:f>
                        <m:fPr>
                          <m:ctrlPr>
                            <a:rPr lang="es-ES" sz="1700" i="1">
                              <a:latin typeface="Cambria Math" panose="02040503050406030204" pitchFamily="18" charset="0"/>
                            </a:rPr>
                          </m:ctrlPr>
                        </m:fPr>
                        <m:num>
                          <m:r>
                            <a:rPr lang="es-ES" sz="1700" i="1">
                              <a:solidFill>
                                <a:srgbClr val="1F4E79"/>
                              </a:solidFill>
                              <a:latin typeface="Cambria Math" panose="02040503050406030204" pitchFamily="18" charset="0"/>
                            </a:rPr>
                            <m:t xml:space="preserve">1</m:t>
                          </m:r>
                        </m:num>
                        <m:den>
                          <m:r>
                            <a:rPr lang="es-ES" sz="1700" i="1">
                              <a:solidFill>
                                <a:srgbClr val="1F4E79"/>
                              </a:solidFill>
                              <a:latin typeface="Cambria Math" panose="02040503050406030204" pitchFamily="18" charset="0"/>
                            </a:rPr>
                            <m:t xml:space="preserve">2π</m:t>
                          </m:r>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R</m:t>
                              </m:r>
                            </m:e>
                            <m:sub>
                              <m:r>
                                <m:rPr>
                                  <m:sty m:val="p"/>
                                </m:rPr>
                                <a:rPr lang="es-ES" sz="1700">
                                  <a:solidFill>
                                    <a:srgbClr val="1F4E79"/>
                                  </a:solidFill>
                                  <a:latin typeface="Cambria Math" panose="02040503050406030204" pitchFamily="18" charset="0"/>
                                </a:rPr>
                                <m:t xml:space="preserve">f</m:t>
                              </m:r>
                            </m:sub>
                          </m:sSub>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C</m:t>
                              </m:r>
                            </m:e>
                            <m:sub>
                              <m:r>
                                <m:rPr>
                                  <m:sty m:val="p"/>
                                </m:rPr>
                                <a:rPr lang="es-ES" sz="1700">
                                  <a:solidFill>
                                    <a:srgbClr val="1F4E79"/>
                                  </a:solidFill>
                                  <a:latin typeface="Cambria Math" panose="02040503050406030204" pitchFamily="18" charset="0"/>
                                </a:rPr>
                                <m:t xml:space="preserve">f</m:t>
                              </m:r>
                            </m:sub>
                          </m:sSub>
                        </m:den>
                      </m:f>
                    </m:oMath>
                  </m:oMathPara>
                </a14:m>
                <a:endParaRPr lang="es-ES"/>
              </a:p>
            </p:txBody>
          </p:sp>
        </mc:Choice>
        <mc:Fallback>
          <p:sp>
            <p:nvSpPr>
              <p:cNvPr id="43" name="Obj [o553]"/>
              <p:cNvSpPr txBox="1"/>
              <p:nvPr/>
            </p:nvSpPr>
            <p:spPr>
              <a:xfrm>
                <a:off x="5498078" y="3496238"/>
                <a:ext cx="1786807"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f_high = 1 / (2π Rf Cf)</a:t>
                </a:r>
                <a:endParaRPr lang="en-US" sz="2071" dirty="0"/>
              </a:p>
            </p:txBody>
          </p:sp>
        </mc:Fallback>
      </mc:AlternateContent>
      <p:sp>
        <p:nvSpPr>
          <p:cNvPr id="44" name="Obj [o55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45" name="Obj [o55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el pasabanda ya invierte la fase, un sumador reemplaza al amplificador diferencial</a:t>
            </a:r>
            <a:endParaRPr lang="en-US" sz="1400" dirty="0"/>
          </a:p>
        </p:txBody>
      </p:sp>
      <p:pic>
        <p:nvPicPr>
          <p:cNvPr id="46" name="Obj [o556]" descr="Amplificador diferencial de un operacional con R1 a R4">    </p:cNvPr>
          <p:cNvPicPr>
            <a:picLocks noChangeAspect="1"/>
          </p:cNvPicPr>
          <p:nvPr/>
        </p:nvPicPr>
        <p:blipFill>
          <a:blip r:embed="rId4"/>
          <a:stretch>
            <a:fillRect/>
          </a:stretch>
        </p:blipFill>
        <p:spPr>
          <a:xfrm>
            <a:off x="441794" y="1557362"/>
            <a:ext cx="2357065" cy="1767799"/>
          </a:xfrm>
          <a:prstGeom prst="rect">
            <a:avLst/>
          </a:prstGeom>
        </p:spPr>
      </p:pic>
      <p:pic>
        <p:nvPicPr>
          <p:cNvPr id="47" name="Obj [o557]" descr="Sumador inversor con Rf en paralelo con Cf">    </p:cNvPr>
          <p:cNvPicPr>
            <a:picLocks noChangeAspect="1"/>
          </p:cNvPicPr>
          <p:nvPr/>
        </p:nvPicPr>
        <p:blipFill>
          <a:blip r:embed="rId5"/>
          <a:stretch>
            <a:fillRect/>
          </a:stretch>
        </p:blipFill>
        <p:spPr>
          <a:xfrm>
            <a:off x="3635237" y="1557362"/>
            <a:ext cx="2357065" cy="1767799"/>
          </a:xfrm>
          <a:prstGeom prst="rect">
            <a:avLst/>
          </a:prstGeom>
        </p:spPr>
      </p:pic>
      <p:sp>
        <p:nvSpPr>
          <p:cNvPr id="48" name="Obj [o558]"/>
          <p:cNvSpPr txBox="1"/>
          <p:nvPr/>
        </p:nvSpPr>
        <p:spPr>
          <a:xfrm>
            <a:off x="441794" y="3382187"/>
            <a:ext cx="2585168" cy="228103"/>
          </a:xfrm>
          <a:prstGeom prst="rect">
            <a:avLst/>
          </a:prstGeom>
          <a:noFill/>
          <a:ln/>
        </p:spPr>
        <p:txBody>
          <a:bodyPr wrap="square" lIns="0" tIns="0" rIns="0" bIns="0" rtlCol="0" anchor="t"/>
          <a:lstStyle/>
          <a:p>
            <a:pPr indent="0" marL="0">
              <a:buNone/>
            </a:pPr>
            <a:r>
              <a:rPr lang="en-US" sz="1208" b="1" dirty="0">
                <a:solidFill>
                  <a:srgbClr val="6B6B6B"/>
                </a:solidFill>
                <a:latin typeface="Arial" pitchFamily="34" charset="0"/>
                <a:ea typeface="Arial" pitchFamily="34" charset="-122"/>
                <a:cs typeface="Arial" pitchFamily="34" charset="-120"/>
              </a:rPr>
              <a:t>Ma et al.: amplificador diferencial</a:t>
            </a:r>
            <a:endParaRPr lang="en-US" sz="1208" dirty="0"/>
          </a:p>
        </p:txBody>
      </p:sp>
      <p:sp>
        <p:nvSpPr>
          <p:cNvPr id="49" name="Obj [o559]"/>
          <p:cNvSpPr txBox="1"/>
          <p:nvPr/>
        </p:nvSpPr>
        <p:spPr>
          <a:xfrm>
            <a:off x="3635237" y="3382187"/>
            <a:ext cx="3649649" cy="228103"/>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Este trabajo: sumador inversor</a:t>
            </a:r>
            <a:endParaRPr lang="en-US" sz="1208" dirty="0"/>
          </a:p>
        </p:txBody>
      </p:sp>
      <p:sp>
        <p:nvSpPr>
          <p:cNvPr id="50" name="Obj [o560]"/>
          <p:cNvSpPr txBox="1"/>
          <p:nvPr/>
        </p:nvSpPr>
        <p:spPr>
          <a:xfrm>
            <a:off x="441794" y="3648307"/>
            <a:ext cx="2585168" cy="380172"/>
          </a:xfrm>
          <a:prstGeom prst="rect">
            <a:avLst/>
          </a:prstGeom>
          <a:noFill/>
          <a:ln/>
        </p:spPr>
        <p:txBody>
          <a:bodyPr wrap="square" lIns="0" tIns="0" rIns="0" bIns="0" rtlCol="0" anchor="t"/>
          <a:lstStyle/>
          <a:p>
            <a:pPr indent="0" marL="0">
              <a:buNone/>
            </a:pPr>
            <a:r>
              <a:rPr lang="en-US" sz="1122" dirty="0">
                <a:solidFill>
                  <a:srgbClr val="6B6B6B"/>
                </a:solidFill>
                <a:latin typeface="Arial" pitchFamily="34" charset="0"/>
                <a:ea typeface="Arial" pitchFamily="34" charset="-122"/>
                <a:cs typeface="Arial" pitchFamily="34" charset="-120"/>
              </a:rPr>
              <a:t>Exige resistencias pareadas</a:t>
            </a:r>
            <a:endParaRPr lang="en-US" sz="1122" dirty="0"/>
          </a:p>
        </p:txBody>
      </p:sp>
      <p:sp>
        <p:nvSpPr>
          <p:cNvPr id="51" name="Obj [o561]"/>
          <p:cNvSpPr txBox="1"/>
          <p:nvPr/>
        </p:nvSpPr>
        <p:spPr>
          <a:xfrm>
            <a:off x="3635237" y="3610290"/>
            <a:ext cx="3649649" cy="722326"/>
          </a:xfrm>
          <a:prstGeom prst="rect">
            <a:avLst/>
          </a:prstGeom>
          <a:noFill/>
          <a:ln/>
        </p:spPr>
        <p:txBody>
          <a:bodyPr wrap="square" lIns="0" tIns="0" rIns="0" bIns="0" rtlCol="0" anchor="t"/>
          <a:lstStyle/>
          <a:p>
            <a:pPr marL="342900" indent="-342900">
              <a:spcAft>
                <a:spcPts val="345"/>
              </a:spcAft>
              <a:buSzPct val="100000"/>
              <a:buChar char="•"/>
            </a:pPr>
            <a:r>
              <a:rPr lang="en-US" sz="1122" dirty="0">
                <a:solidFill>
                  <a:srgbClr val="2D2D2D"/>
                </a:solidFill>
                <a:latin typeface="Arial" pitchFamily="34" charset="0"/>
                <a:ea typeface="Arial" pitchFamily="34" charset="-122"/>
                <a:cs typeface="Arial" pitchFamily="34" charset="-120"/>
              </a:rPr>
              <a:t>Menos componentes y menos dependencia de tolerancias</a:t>
            </a:r>
            <a:endParaRPr lang="en-US" sz="1122" dirty="0"/>
          </a:p>
          <a:p>
            <a:pPr marL="342900" indent="-342900">
              <a:spcAft>
                <a:spcPts val="345"/>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122" i="1">
                            <a:latin typeface="Cambria Math" panose="02040503050406030204" pitchFamily="18" charset="0"/>
                          </a:rPr>
                        </m:ctrlPr>
                      </m:sSubPr>
                      <m:e>
                        <m:r>
                          <a:rPr lang="es-ES" sz="1122" i="1">
                            <a:solidFill>
                              <a:srgbClr val="2D2D2D"/>
                            </a:solidFill>
                            <a:latin typeface="Cambria Math" panose="02040503050406030204" pitchFamily="18" charset="0"/>
                          </a:rPr>
                          <m:t xml:space="preserve">C</m:t>
                        </m:r>
                      </m:e>
                      <m:sub>
                        <m:r>
                          <a:rPr lang="es-ES" sz="1122" i="1">
                            <a:solidFill>
                              <a:srgbClr val="2D2D2D"/>
                            </a:solidFill>
                            <a:latin typeface="Cambria Math" panose="02040503050406030204" pitchFamily="18" charset="0"/>
                          </a:rPr>
                          <m:t xml:space="preserve">f</m:t>
                        </m:r>
                      </m:sub>
                    </m:sSub>
                  </m:oMath>
                </a14:m>
              </mc:Choice>
              <mc:Fallback>
                <a:r>
                  <a:rPr lang="en-US" sz="1122" dirty="0">
                    <a:solidFill>
                      <a:srgbClr val="2D2D2D"/>
                    </a:solidFill>
                    <a:latin typeface="Arial" pitchFamily="34" charset="0"/>
                    <a:ea typeface="Arial" pitchFamily="34" charset="-122"/>
                    <a:cs typeface="Arial" pitchFamily="34" charset="-120"/>
                  </a:rPr>
                  <a:t>Cf</a:t>
                </a:r>
              </mc:Fallback>
            </mc:AlternateContent>
            <a:r>
              <a:rPr lang="en-US" sz="1122"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122" i="1">
                            <a:latin typeface="Cambria Math" panose="02040503050406030204" pitchFamily="18" charset="0"/>
                          </a:rPr>
                        </m:ctrlPr>
                      </m:sSubPr>
                      <m:e>
                        <m:r>
                          <a:rPr lang="es-ES" sz="1122" i="1">
                            <a:solidFill>
                              <a:srgbClr val="2D2D2D"/>
                            </a:solidFill>
                            <a:latin typeface="Cambria Math" panose="02040503050406030204" pitchFamily="18" charset="0"/>
                          </a:rPr>
                          <m:t xml:space="preserve">R</m:t>
                        </m:r>
                      </m:e>
                      <m:sub>
                        <m:r>
                          <a:rPr lang="es-ES" sz="1122" i="1">
                            <a:solidFill>
                              <a:srgbClr val="2D2D2D"/>
                            </a:solidFill>
                            <a:latin typeface="Cambria Math" panose="02040503050406030204" pitchFamily="18" charset="0"/>
                          </a:rPr>
                          <m:t xml:space="preserve">f</m:t>
                        </m:r>
                      </m:sub>
                    </m:sSub>
                  </m:oMath>
                </a14:m>
              </mc:Choice>
              <mc:Fallback>
                <a:r>
                  <a:rPr lang="en-US" sz="1122" dirty="0">
                    <a:solidFill>
                      <a:srgbClr val="2D2D2D"/>
                    </a:solidFill>
                    <a:latin typeface="Arial" pitchFamily="34" charset="0"/>
                    <a:ea typeface="Arial" pitchFamily="34" charset="-122"/>
                    <a:cs typeface="Arial" pitchFamily="34" charset="-120"/>
                  </a:rPr>
                  <a:t>Rf</a:t>
                </a:r>
              </mc:Fallback>
            </mc:AlternateContent>
            <a:r>
              <a:rPr lang="en-US" sz="1122" dirty="0">
                <a:solidFill>
                  <a:srgbClr val="2D2D2D"/>
                </a:solidFill>
                <a:latin typeface="Arial" pitchFamily="34" charset="0"/>
                <a:ea typeface="Arial" pitchFamily="34" charset="-122"/>
                <a:cs typeface="Arial" pitchFamily="34" charset="-120"/>
              </a:rPr>
              <a:t> agrega un polo pasa-bajos</a:t>
            </a:r>
            <a:endParaRPr lang="en-US" sz="1122" dirty="0"/>
          </a:p>
        </p:txBody>
      </p:sp>
      <p:sp>
        <p:nvSpPr>
          <p:cNvPr id="54" name="Obj [o56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55" name="Obj [o56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antialias es un Bessel de tercer orden que aprovecha el polo del sumador</a:t>
            </a:r>
            <a:endParaRPr lang="en-US" sz="1400" dirty="0"/>
          </a:p>
        </p:txBody>
      </p:sp>
      <p:pic>
        <p:nvPicPr>
          <p:cNvPr id="56" name="Obj [o564]" descr="Filtro pasabajos de realimentación múltiple (MFB) con R1, R3, R4, C2 y C5">    </p:cNvPr>
          <p:cNvPicPr>
            <a:picLocks noChangeAspect="1"/>
          </p:cNvPicPr>
          <p:nvPr/>
        </p:nvPicPr>
        <p:blipFill>
          <a:blip r:embed="rId6"/>
          <a:stretch>
            <a:fillRect/>
          </a:stretch>
        </p:blipFill>
        <p:spPr>
          <a:xfrm>
            <a:off x="365760" y="1595380"/>
            <a:ext cx="3725683" cy="2794262"/>
          </a:xfrm>
          <a:prstGeom prst="rect">
            <a:avLst/>
          </a:prstGeom>
        </p:spPr>
      </p:pic>
      <p:sp>
        <p:nvSpPr>
          <p:cNvPr id="57" name="Obj [o565]"/>
          <p:cNvSpPr txBox="1"/>
          <p:nvPr/>
        </p:nvSpPr>
        <p:spPr>
          <a:xfrm>
            <a:off x="4243512" y="1671414"/>
            <a:ext cx="3041374" cy="2585168"/>
          </a:xfrm>
          <a:prstGeom prst="rect">
            <a:avLst/>
          </a:prstGeom>
          <a:noFill/>
          <a:ln/>
        </p:spPr>
        <p:txBody>
          <a:bodyPr wrap="square" lIns="0" tIns="0" rIns="0" bIns="0" rtlCol="0" anchor="t"/>
          <a:lstStyle/>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Se decidió que sea Bessel, de fase casi lineal</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294" dirty="0"/>
          </a:p>
        </p:txBody>
      </p:sp>
      <p:sp>
        <p:nvSpPr>
          <p:cNvPr id="58" name="Obj [o56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y latex/03b_topologias.tex. Imagen aportada por el autor.</a:t>
            </a:r>
            <a:endParaRPr lang="en-US" sz="800" dirty="0"/>
          </a:p>
        </p:txBody>
      </p:sp>
      <p:sp>
        <p:nvSpPr>
          <p:cNvPr id="59" name="Obj [o56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AFE final</a:t>
            </a:r>
            <a:endParaRPr lang="en-US" sz="1400" dirty="0"/>
          </a:p>
        </p:txBody>
      </p:sp>
      <p:pic>
        <p:nvPicPr>
          <p:cNvPr id="60" name="Obj [o568]" descr="Esquema del frente analógico en PSoC Creator: entrada diferencial, ganancia programable, rama pasabanda, sumador, pasa-bajos, referencias VDAC y ADC">    </p:cNvPr>
          <p:cNvPicPr>
            <a:picLocks noChangeAspect="1"/>
          </p:cNvPicPr>
          <p:nvPr/>
        </p:nvPicPr>
        <p:blipFill>
          <a:blip r:embed="rId7"/>
          <a:stretch>
            <a:fillRect/>
          </a:stretch>
        </p:blipFill>
        <p:spPr>
          <a:xfrm>
            <a:off x="593863" y="1291242"/>
            <a:ext cx="6538954" cy="2947978"/>
          </a:xfrm>
          <a:prstGeom prst="rect">
            <a:avLst/>
          </a:prstGeom>
        </p:spPr>
      </p:pic>
      <p:sp>
        <p:nvSpPr>
          <p:cNvPr id="61" name="Obj [o5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5 y sec. 4.3).</a:t>
            </a:r>
            <a:endParaRPr lang="en-US" sz="800" dirty="0"/>
          </a:p>
        </p:txBody>
      </p:sp>
      <p:sp>
        <p:nvSpPr>
          <p:cNvPr id="6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10" presetClass="entr" presetSubtype="0" grpId="0" fill="hold" nodeType="withEffect">
                                  <p:stCondLst>
                                    <p:cond delay="17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225"/>
                                        <p:tgtEl>
                                          <p:spTgt spid="5">
                                            <p:txEl>
                                              <p:pRg st="0" end="0"/>
                                            </p:txEl>
                                          </p:spTgt>
                                        </p:tgtEl>
                                      </p:cBhvr>
                                    </p:animEffect>
                                  </p:childTnLst>
                                </p:cTn>
                              </p:par>
                              <p:par>
                                <p:cTn id="14" presetID="10" presetClass="entr" presetSubtype="0" grpId="0" fill="hold" nodeType="withEffect">
                                  <p:stCondLst>
                                    <p:cond delay="36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225"/>
                                        <p:tgtEl>
                                          <p:spTgt spid="5">
                                            <p:txEl>
                                              <p:pRg st="1" end="1"/>
                                            </p:txEl>
                                          </p:spTgt>
                                        </p:tgtEl>
                                      </p:cBhvr>
                                    </p:animEffect>
                                  </p:childTnLst>
                                </p:cTn>
                              </p:par>
                              <p:par>
                                <p:cTn id="17" presetID="10" presetClass="entr" presetSubtype="0" fill="hold" nodeType="withEffect">
                                  <p:stCondLst>
                                    <p:cond delay="205"/>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25"/>
                                        <p:tgtEl>
                                          <p:spTgt spid="6"/>
                                        </p:tgtEl>
                                      </p:cBhvr>
                                    </p:animEffect>
                                  </p:childTnLst>
                                </p:cTn>
                              </p:par>
                              <p:par>
                                <p:cTn id="20" presetID="10" presetClass="entr" presetSubtype="0" grpId="0" fill="hold" nodeType="withEffect">
                                  <p:stCondLst>
                                    <p:cond delay="205"/>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25"/>
                                        <p:tgtEl>
                                          <p:spTgt spid="7">
                                            <p:txEl>
                                              <p:pRg st="0" end="0"/>
                                            </p:txEl>
                                          </p:spTgt>
                                        </p:tgtEl>
                                      </p:cBhvr>
                                    </p:animEffect>
                                  </p:childTnLst>
                                </p:cTn>
                              </p:par>
                              <p:par>
                                <p:cTn id="23" presetID="10" presetClass="entr" presetSubtype="0" grpId="0" fill="hold" nodeType="withEffect">
                                  <p:stCondLst>
                                    <p:cond delay="395"/>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fade">
                                      <p:cBhvr>
                                        <p:cTn id="25" dur="225"/>
                                        <p:tgtEl>
                                          <p:spTgt spid="7">
                                            <p:txEl>
                                              <p:pRg st="1" end="1"/>
                                            </p:txEl>
                                          </p:spTgt>
                                        </p:tgtEl>
                                      </p:cBhvr>
                                    </p:animEffect>
                                  </p:childTnLst>
                                </p:cTn>
                              </p:par>
                              <p:par>
                                <p:cTn id="26" presetID="10" presetClass="entr" presetSubtype="0" fill="hold" nodeType="withEffect">
                                  <p:stCondLst>
                                    <p:cond delay="24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25"/>
                                        <p:tgtEl>
                                          <p:spTgt spid="8"/>
                                        </p:tgtEl>
                                      </p:cBhvr>
                                    </p:animEffect>
                                  </p:childTnLst>
                                </p:cTn>
                              </p:par>
                              <p:par>
                                <p:cTn id="29" presetID="10" presetClass="entr" presetSubtype="0" grpId="0" fill="hold" nodeType="withEffect">
                                  <p:stCondLst>
                                    <p:cond delay="240"/>
                                  </p:stCondLst>
                                  <p:childTnLst>
                                    <p:set>
                                      <p:cBhvr>
                                        <p:cTn id="30" dur="1" fill="hold">
                                          <p:stCondLst>
                                            <p:cond delay="0"/>
                                          </p:stCondLst>
                                        </p:cTn>
                                        <p:tgtEl>
                                          <p:spTgt spid="9">
                                            <p:txEl>
                                              <p:pRg st="0" end="0"/>
                                            </p:txEl>
                                          </p:spTgt>
                                        </p:tgtEl>
                                        <p:attrNameLst>
                                          <p:attrName>style.visibility</p:attrName>
                                        </p:attrNameLst>
                                      </p:cBhvr>
                                      <p:to>
                                        <p:strVal val="visible"/>
                                      </p:to>
                                    </p:set>
                                    <p:animEffect transition="in" filter="fade">
                                      <p:cBhvr>
                                        <p:cTn id="31" dur="225"/>
                                        <p:tgtEl>
                                          <p:spTgt spid="9">
                                            <p:txEl>
                                              <p:pRg st="0" end="0"/>
                                            </p:txEl>
                                          </p:spTgt>
                                        </p:tgtEl>
                                      </p:cBhvr>
                                    </p:animEffect>
                                  </p:childTnLst>
                                </p:cTn>
                              </p:par>
                              <p:par>
                                <p:cTn id="32" presetID="10" presetClass="entr" presetSubtype="0" grpId="0" fill="hold" nodeType="withEffect">
                                  <p:stCondLst>
                                    <p:cond delay="430"/>
                                  </p:stCondLst>
                                  <p:childTnLst>
                                    <p:set>
                                      <p:cBhvr>
                                        <p:cTn id="33" dur="1" fill="hold">
                                          <p:stCondLst>
                                            <p:cond delay="0"/>
                                          </p:stCondLst>
                                        </p:cTn>
                                        <p:tgtEl>
                                          <p:spTgt spid="9">
                                            <p:txEl>
                                              <p:pRg st="1" end="1"/>
                                            </p:txEl>
                                          </p:spTgt>
                                        </p:tgtEl>
                                        <p:attrNameLst>
                                          <p:attrName>style.visibility</p:attrName>
                                        </p:attrNameLst>
                                      </p:cBhvr>
                                      <p:to>
                                        <p:strVal val="visible"/>
                                      </p:to>
                                    </p:set>
                                    <p:animEffect transition="in" filter="fade">
                                      <p:cBhvr>
                                        <p:cTn id="34" dur="225"/>
                                        <p:tgtEl>
                                          <p:spTgt spid="9">
                                            <p:txEl>
                                              <p:pRg st="1" end="1"/>
                                            </p:txEl>
                                          </p:spTgt>
                                        </p:tgtEl>
                                      </p:cBhvr>
                                    </p:animEffect>
                                  </p:childTnLst>
                                </p:cTn>
                              </p:par>
                              <p:par>
                                <p:cTn id="35" presetID="10" presetClass="entr" presetSubtype="0" fill="hold" nodeType="withEffect">
                                  <p:stCondLst>
                                    <p:cond delay="275"/>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225"/>
                                        <p:tgtEl>
                                          <p:spTgt spid="10"/>
                                        </p:tgtEl>
                                      </p:cBhvr>
                                    </p:animEffect>
                                  </p:childTnLst>
                                </p:cTn>
                              </p:par>
                              <p:par>
                                <p:cTn id="38" presetID="22" presetClass="entr" presetSubtype="8" fill="hold" nodeType="withEffect">
                                  <p:stCondLst>
                                    <p:cond delay="275"/>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250"/>
                                        <p:tgtEl>
                                          <p:spTgt spid="11"/>
                                        </p:tgtEl>
                                      </p:cBhvr>
                                    </p:animEffect>
                                  </p:childTnLst>
                                </p:cTn>
                              </p:par>
                              <p:par>
                                <p:cTn id="41" presetID="10" presetClass="entr" presetSubtype="0" fill="hold" nodeType="withEffect">
                                  <p:stCondLst>
                                    <p:cond delay="31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225"/>
                                        <p:tgtEl>
                                          <p:spTgt spid="12"/>
                                        </p:tgtEl>
                                      </p:cBhvr>
                                    </p:animEffect>
                                  </p:childTnLst>
                                </p:cTn>
                              </p:par>
                              <p:par>
                                <p:cTn id="44" presetID="10" presetClass="entr" presetSubtype="0" grpId="0" fill="hold" nodeType="withEffect">
                                  <p:stCondLst>
                                    <p:cond delay="310"/>
                                  </p:stCondLst>
                                  <p:childTnLst>
                                    <p:set>
                                      <p:cBhvr>
                                        <p:cTn id="45" dur="1" fill="hold">
                                          <p:stCondLst>
                                            <p:cond delay="0"/>
                                          </p:stCondLst>
                                        </p:cTn>
                                        <p:tgtEl>
                                          <p:spTgt spid="13">
                                            <p:txEl>
                                              <p:pRg st="0" end="0"/>
                                            </p:txEl>
                                          </p:spTgt>
                                        </p:tgtEl>
                                        <p:attrNameLst>
                                          <p:attrName>style.visibility</p:attrName>
                                        </p:attrNameLst>
                                      </p:cBhvr>
                                      <p:to>
                                        <p:strVal val="visible"/>
                                      </p:to>
                                    </p:set>
                                    <p:animEffect transition="in" filter="fade">
                                      <p:cBhvr>
                                        <p:cTn id="46" dur="225"/>
                                        <p:tgtEl>
                                          <p:spTgt spid="13">
                                            <p:txEl>
                                              <p:pRg st="0" end="0"/>
                                            </p:txEl>
                                          </p:spTgt>
                                        </p:tgtEl>
                                      </p:cBhvr>
                                    </p:animEffect>
                                  </p:childTnLst>
                                </p:cTn>
                              </p:par>
                              <p:par>
                                <p:cTn id="47" presetID="10" presetClass="entr" presetSubtype="0" grpId="0" fill="hold" nodeType="withEffect">
                                  <p:stCondLst>
                                    <p:cond delay="500"/>
                                  </p:stCondLst>
                                  <p:childTnLst>
                                    <p:set>
                                      <p:cBhvr>
                                        <p:cTn id="48" dur="1" fill="hold">
                                          <p:stCondLst>
                                            <p:cond delay="0"/>
                                          </p:stCondLst>
                                        </p:cTn>
                                        <p:tgtEl>
                                          <p:spTgt spid="13">
                                            <p:txEl>
                                              <p:pRg st="1" end="1"/>
                                            </p:txEl>
                                          </p:spTgt>
                                        </p:tgtEl>
                                        <p:attrNameLst>
                                          <p:attrName>style.visibility</p:attrName>
                                        </p:attrNameLst>
                                      </p:cBhvr>
                                      <p:to>
                                        <p:strVal val="visible"/>
                                      </p:to>
                                    </p:set>
                                    <p:animEffect transition="in" filter="fade">
                                      <p:cBhvr>
                                        <p:cTn id="49" dur="225"/>
                                        <p:tgtEl>
                                          <p:spTgt spid="13">
                                            <p:txEl>
                                              <p:pRg st="1" end="1"/>
                                            </p:txEl>
                                          </p:spTgt>
                                        </p:tgtEl>
                                      </p:cBhvr>
                                    </p:animEffect>
                                  </p:childTnLst>
                                </p:cTn>
                              </p:par>
                              <p:par>
                                <p:cTn id="50" presetID="10" presetClass="entr" presetSubtype="0" fill="hold" nodeType="withEffect">
                                  <p:stCondLst>
                                    <p:cond delay="345"/>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225"/>
                                        <p:tgtEl>
                                          <p:spTgt spid="14"/>
                                        </p:tgtEl>
                                      </p:cBhvr>
                                    </p:animEffect>
                                  </p:childTnLst>
                                </p:cTn>
                              </p:par>
                              <p:par>
                                <p:cTn id="53" presetID="22" presetClass="entr" presetSubtype="8" fill="hold" nodeType="withEffect">
                                  <p:stCondLst>
                                    <p:cond delay="345"/>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250"/>
                                        <p:tgtEl>
                                          <p:spTgt spid="15"/>
                                        </p:tgtEl>
                                      </p:cBhvr>
                                    </p:animEffect>
                                  </p:childTnLst>
                                </p:cTn>
                              </p:par>
                              <p:par>
                                <p:cTn id="56" presetID="10" presetClass="entr" presetSubtype="0" fill="hold" nodeType="withEffect">
                                  <p:stCondLst>
                                    <p:cond delay="38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225"/>
                                        <p:tgtEl>
                                          <p:spTgt spid="16"/>
                                        </p:tgtEl>
                                      </p:cBhvr>
                                    </p:animEffect>
                                  </p:childTnLst>
                                </p:cTn>
                              </p:par>
                              <p:par>
                                <p:cTn id="59" presetID="10" presetClass="entr" presetSubtype="0" fill="hold" nodeType="withEffect">
                                  <p:stCondLst>
                                    <p:cond delay="415"/>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225"/>
                                        <p:tgtEl>
                                          <p:spTgt spid="17"/>
                                        </p:tgtEl>
                                      </p:cBhvr>
                                    </p:animEffect>
                                  </p:childTnLst>
                                </p:cTn>
                              </p:par>
                              <p:par>
                                <p:cTn id="62" presetID="10" presetClass="entr" presetSubtype="0" fill="hold" nodeType="withEffect">
                                  <p:stCondLst>
                                    <p:cond delay="4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225"/>
                                        <p:tgtEl>
                                          <p:spTgt spid="18"/>
                                        </p:tgtEl>
                                      </p:cBhvr>
                                    </p:animEffect>
                                  </p:childTnLst>
                                </p:cTn>
                              </p:par>
                              <p:par>
                                <p:cTn id="65" presetID="10" presetClass="entr" presetSubtype="0" fill="hold" nodeType="withEffect">
                                  <p:stCondLst>
                                    <p:cond delay="485"/>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225"/>
                                        <p:tgtEl>
                                          <p:spTgt spid="19"/>
                                        </p:tgtEl>
                                      </p:cBhvr>
                                    </p:animEffect>
                                  </p:childTnLst>
                                </p:cTn>
                              </p:par>
                              <p:par>
                                <p:cTn id="68" presetID="10" presetClass="entr" presetSubtype="0" fill="hold" nodeType="withEffect">
                                  <p:stCondLst>
                                    <p:cond delay="52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225"/>
                                        <p:tgtEl>
                                          <p:spTgt spid="20"/>
                                        </p:tgtEl>
                                      </p:cBhvr>
                                    </p:animEffect>
                                  </p:childTnLst>
                                </p:cTn>
                              </p:par>
                              <p:par>
                                <p:cTn id="71" presetID="10" presetClass="entr" presetSubtype="0" fill="hold" nodeType="withEffect">
                                  <p:stCondLst>
                                    <p:cond delay="555"/>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225"/>
                                        <p:tgtEl>
                                          <p:spTgt spid="21"/>
                                        </p:tgtEl>
                                      </p:cBhvr>
                                    </p:animEffect>
                                  </p:childTnLst>
                                </p:cTn>
                              </p:par>
                              <p:par>
                                <p:cTn id="74" presetID="10" presetClass="entr" presetSubtype="0" fill="hold" nodeType="withEffect">
                                  <p:stCondLst>
                                    <p:cond delay="59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225"/>
                                        <p:tgtEl>
                                          <p:spTgt spid="22"/>
                                        </p:tgtEl>
                                      </p:cBhvr>
                                    </p:animEffect>
                                  </p:childTnLst>
                                </p:cTn>
                              </p:par>
                              <p:par>
                                <p:cTn id="77" presetID="10" presetClass="entr" presetSubtype="0" fill="hold" nodeType="withEffect">
                                  <p:stCondLst>
                                    <p:cond delay="625"/>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225"/>
                                        <p:tgtEl>
                                          <p:spTgt spid="23"/>
                                        </p:tgtEl>
                                      </p:cBhvr>
                                    </p:animEffect>
                                  </p:childTnLst>
                                </p:cTn>
                              </p:par>
                              <p:par>
                                <p:cTn id="80" presetID="10" presetClass="entr" presetSubtype="0" fill="hold" nodeType="withEffect">
                                  <p:stCondLst>
                                    <p:cond delay="65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225"/>
                                        <p:tgtEl>
                                          <p:spTgt spid="24"/>
                                        </p:tgtEl>
                                      </p:cBhvr>
                                    </p:animEffect>
                                  </p:childTnLst>
                                </p:cTn>
                              </p:par>
                              <p:par>
                                <p:cTn id="83" presetID="22" presetClass="entr" presetSubtype="8" fill="hold" nodeType="withEffect">
                                  <p:stCondLst>
                                    <p:cond delay="650"/>
                                  </p:stCondLst>
                                  <p:childTnLst>
                                    <p:set>
                                      <p:cBhvr>
                                        <p:cTn id="84" dur="1" fill="hold">
                                          <p:stCondLst>
                                            <p:cond delay="0"/>
                                          </p:stCondLst>
                                        </p:cTn>
                                        <p:tgtEl>
                                          <p:spTgt spid="25"/>
                                        </p:tgtEl>
                                        <p:attrNameLst>
                                          <p:attrName>style.visibility</p:attrName>
                                        </p:attrNameLst>
                                      </p:cBhvr>
                                      <p:to>
                                        <p:strVal val="visible"/>
                                      </p:to>
                                    </p:set>
                                    <p:animEffect transition="in" filter="wipe(left)">
                                      <p:cBhvr>
                                        <p:cTn id="85" dur="250"/>
                                        <p:tgtEl>
                                          <p:spTgt spid="25"/>
                                        </p:tgtEl>
                                      </p:cBhvr>
                                    </p:animEffect>
                                  </p:childTnLst>
                                </p:cTn>
                              </p:par>
                              <p:par>
                                <p:cTn id="86" presetID="22" presetClass="entr" presetSubtype="8" fill="hold" nodeType="withEffect">
                                  <p:stCondLst>
                                    <p:cond delay="650"/>
                                  </p:stCondLst>
                                  <p:childTnLst>
                                    <p:set>
                                      <p:cBhvr>
                                        <p:cTn id="87" dur="1" fill="hold">
                                          <p:stCondLst>
                                            <p:cond delay="0"/>
                                          </p:stCondLst>
                                        </p:cTn>
                                        <p:tgtEl>
                                          <p:spTgt spid="26"/>
                                        </p:tgtEl>
                                        <p:attrNameLst>
                                          <p:attrName>style.visibility</p:attrName>
                                        </p:attrNameLst>
                                      </p:cBhvr>
                                      <p:to>
                                        <p:strVal val="visible"/>
                                      </p:to>
                                    </p:set>
                                    <p:animEffect transition="in" filter="wipe(left)">
                                      <p:cBhvr>
                                        <p:cTn id="88" dur="250"/>
                                        <p:tgtEl>
                                          <p:spTgt spid="26"/>
                                        </p:tgtEl>
                                      </p:cBhvr>
                                    </p:animEffect>
                                  </p:childTnLst>
                                </p:cTn>
                              </p:par>
                              <p:par>
                                <p:cTn id="89" presetID="10" presetClass="entr" presetSubtype="0" grpId="0" fill="hold" nodeType="withEffect">
                                  <p:stCondLst>
                                    <p:cond delay="650"/>
                                  </p:stCondLst>
                                  <p:childTnLst>
                                    <p:set>
                                      <p:cBhvr>
                                        <p:cTn id="90" dur="1" fill="hold">
                                          <p:stCondLst>
                                            <p:cond delay="0"/>
                                          </p:stCondLst>
                                        </p:cTn>
                                        <p:tgtEl>
                                          <p:spTgt spid="27">
                                            <p:txEl>
                                              <p:pRg st="0" end="0"/>
                                            </p:txEl>
                                          </p:spTgt>
                                        </p:tgtEl>
                                        <p:attrNameLst>
                                          <p:attrName>style.visibility</p:attrName>
                                        </p:attrNameLst>
                                      </p:cBhvr>
                                      <p:to>
                                        <p:strVal val="visible"/>
                                      </p:to>
                                    </p:set>
                                    <p:animEffect transition="in" filter="fade">
                                      <p:cBhvr>
                                        <p:cTn id="91" dur="225"/>
                                        <p:tgtEl>
                                          <p:spTgt spid="27">
                                            <p:txEl>
                                              <p:pRg st="0" end="0"/>
                                            </p:txEl>
                                          </p:spTgt>
                                        </p:tgtEl>
                                      </p:cBhvr>
                                    </p:animEffect>
                                  </p:childTnLst>
                                </p:cTn>
                              </p:par>
                              <p:par>
                                <p:cTn id="92" presetID="10" presetClass="entr" presetSubtype="0" grpId="0" fill="hold" nodeType="withEffect">
                                  <p:stCondLst>
                                    <p:cond delay="840"/>
                                  </p:stCondLst>
                                  <p:childTnLst>
                                    <p:set>
                                      <p:cBhvr>
                                        <p:cTn id="93" dur="1" fill="hold">
                                          <p:stCondLst>
                                            <p:cond delay="0"/>
                                          </p:stCondLst>
                                        </p:cTn>
                                        <p:tgtEl>
                                          <p:spTgt spid="27">
                                            <p:txEl>
                                              <p:pRg st="1" end="1"/>
                                            </p:txEl>
                                          </p:spTgt>
                                        </p:tgtEl>
                                        <p:attrNameLst>
                                          <p:attrName>style.visibility</p:attrName>
                                        </p:attrNameLst>
                                      </p:cBhvr>
                                      <p:to>
                                        <p:strVal val="visible"/>
                                      </p:to>
                                    </p:set>
                                    <p:animEffect transition="in" filter="fade">
                                      <p:cBhvr>
                                        <p:cTn id="94" dur="225"/>
                                        <p:tgtEl>
                                          <p:spTgt spid="27">
                                            <p:txEl>
                                              <p:pRg st="1" end="1"/>
                                            </p:txEl>
                                          </p:spTgt>
                                        </p:tgtEl>
                                      </p:cBhvr>
                                    </p:animEffect>
                                  </p:childTnLst>
                                </p:cTn>
                              </p:par>
                              <p:par>
                                <p:cTn id="95" presetID="10" presetClass="entr" presetSubtype="0" fill="hold" nodeType="withEffect">
                                  <p:stCondLst>
                                    <p:cond delay="20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225"/>
                                        <p:tgtEl>
                                          <p:spTgt spid="2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175"/>
                                        <p:tgtEl>
                                          <p:spTgt spid="3"/>
                                        </p:tgtEl>
                                      </p:cBhvr>
                                    </p:animEffect>
                                    <p:set>
                                      <p:cBhvr>
                                        <p:cTn id="102" dur="1" fill="hold">
                                          <p:stCondLst>
                                            <p:cond delay="174"/>
                                          </p:stCondLst>
                                        </p:cTn>
                                        <p:tgtEl>
                                          <p:spTgt spid="3"/>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175"/>
                                        <p:tgtEl>
                                          <p:spTgt spid="4"/>
                                        </p:tgtEl>
                                      </p:cBhvr>
                                    </p:animEffect>
                                    <p:set>
                                      <p:cBhvr>
                                        <p:cTn id="105" dur="1" fill="hold">
                                          <p:stCondLst>
                                            <p:cond delay="174"/>
                                          </p:stCondLst>
                                        </p:cTn>
                                        <p:tgtEl>
                                          <p:spTgt spid="4"/>
                                        </p:tgtEl>
                                        <p:attrNameLst>
                                          <p:attrName>style.visibility</p:attrName>
                                        </p:attrNameLst>
                                      </p:cBhvr>
                                      <p:to>
                                        <p:strVal val="hidden"/>
                                      </p:to>
                                    </p:set>
                                  </p:childTnLst>
                                </p:cTn>
                              </p:par>
                              <p:par>
                                <p:cTn id="106" presetID="10" presetClass="exit" presetSubtype="0" grpId="0" fill="hold" nodeType="withEffect">
                                  <p:stCondLst>
                                    <p:cond delay="0"/>
                                  </p:stCondLst>
                                  <p:childTnLst>
                                    <p:animEffect transition="out" filter="fade">
                                      <p:cBhvr>
                                        <p:cTn id="107" dur="175"/>
                                        <p:tgtEl>
                                          <p:spTgt spid="5">
                                            <p:txEl>
                                              <p:pRg st="0" end="0"/>
                                            </p:txEl>
                                          </p:spTgt>
                                        </p:tgtEl>
                                      </p:cBhvr>
                                    </p:animEffect>
                                    <p:set>
                                      <p:cBhvr>
                                        <p:cTn id="108" dur="1" fill="hold">
                                          <p:stCondLst>
                                            <p:cond delay="174"/>
                                          </p:stCondLst>
                                        </p:cTn>
                                        <p:tgtEl>
                                          <p:spTgt spid="5">
                                            <p:txEl>
                                              <p:pRg st="0" end="0"/>
                                            </p:txEl>
                                          </p:spTgt>
                                        </p:tgtEl>
                                        <p:attrNameLst>
                                          <p:attrName>style.visibility</p:attrName>
                                        </p:attrNameLst>
                                      </p:cBhvr>
                                      <p:to>
                                        <p:strVal val="hidden"/>
                                      </p:to>
                                    </p:set>
                                  </p:childTnLst>
                                </p:cTn>
                              </p:par>
                              <p:par>
                                <p:cTn id="109" presetID="10" presetClass="exit" presetSubtype="0" grpId="0" fill="hold" nodeType="withEffect">
                                  <p:stCondLst>
                                    <p:cond delay="0"/>
                                  </p:stCondLst>
                                  <p:childTnLst>
                                    <p:animEffect transition="out" filter="fade">
                                      <p:cBhvr>
                                        <p:cTn id="110" dur="175"/>
                                        <p:tgtEl>
                                          <p:spTgt spid="5">
                                            <p:txEl>
                                              <p:pRg st="1" end="1"/>
                                            </p:txEl>
                                          </p:spTgt>
                                        </p:tgtEl>
                                      </p:cBhvr>
                                    </p:animEffect>
                                    <p:set>
                                      <p:cBhvr>
                                        <p:cTn id="111" dur="1" fill="hold">
                                          <p:stCondLst>
                                            <p:cond delay="174"/>
                                          </p:stCondLst>
                                        </p:cTn>
                                        <p:tgtEl>
                                          <p:spTgt spid="5">
                                            <p:txEl>
                                              <p:pRg st="1" end="1"/>
                                            </p:txEl>
                                          </p:spTgt>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175"/>
                                        <p:tgtEl>
                                          <p:spTgt spid="6"/>
                                        </p:tgtEl>
                                      </p:cBhvr>
                                    </p:animEffect>
                                    <p:set>
                                      <p:cBhvr>
                                        <p:cTn id="114" dur="1" fill="hold">
                                          <p:stCondLst>
                                            <p:cond delay="174"/>
                                          </p:stCondLst>
                                        </p:cTn>
                                        <p:tgtEl>
                                          <p:spTgt spid="6"/>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175"/>
                                        <p:tgtEl>
                                          <p:spTgt spid="7">
                                            <p:txEl>
                                              <p:pRg st="0" end="0"/>
                                            </p:txEl>
                                          </p:spTgt>
                                        </p:tgtEl>
                                      </p:cBhvr>
                                    </p:animEffect>
                                    <p:set>
                                      <p:cBhvr>
                                        <p:cTn id="117" dur="1" fill="hold">
                                          <p:stCondLst>
                                            <p:cond delay="174"/>
                                          </p:stCondLst>
                                        </p:cTn>
                                        <p:tgtEl>
                                          <p:spTgt spid="7">
                                            <p:txEl>
                                              <p:pRg st="0" end="0"/>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175"/>
                                        <p:tgtEl>
                                          <p:spTgt spid="7">
                                            <p:txEl>
                                              <p:pRg st="1" end="1"/>
                                            </p:txEl>
                                          </p:spTgt>
                                        </p:tgtEl>
                                      </p:cBhvr>
                                    </p:animEffect>
                                    <p:set>
                                      <p:cBhvr>
                                        <p:cTn id="120" dur="1" fill="hold">
                                          <p:stCondLst>
                                            <p:cond delay="174"/>
                                          </p:stCondLst>
                                        </p:cTn>
                                        <p:tgtEl>
                                          <p:spTgt spid="7">
                                            <p:txEl>
                                              <p:pRg st="1" end="1"/>
                                            </p:txEl>
                                          </p:spTgt>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175"/>
                                        <p:tgtEl>
                                          <p:spTgt spid="8"/>
                                        </p:tgtEl>
                                      </p:cBhvr>
                                    </p:animEffect>
                                    <p:set>
                                      <p:cBhvr>
                                        <p:cTn id="123" dur="1" fill="hold">
                                          <p:stCondLst>
                                            <p:cond delay="174"/>
                                          </p:stCondLst>
                                        </p:cTn>
                                        <p:tgtEl>
                                          <p:spTgt spid="8"/>
                                        </p:tgtEl>
                                        <p:attrNameLst>
                                          <p:attrName>style.visibility</p:attrName>
                                        </p:attrNameLst>
                                      </p:cBhvr>
                                      <p:to>
                                        <p:strVal val="hidden"/>
                                      </p:to>
                                    </p:set>
                                  </p:childTnLst>
                                </p:cTn>
                              </p:par>
                              <p:par>
                                <p:cTn id="124" presetID="10" presetClass="exit" presetSubtype="0" grpId="0" fill="hold" nodeType="withEffect">
                                  <p:stCondLst>
                                    <p:cond delay="0"/>
                                  </p:stCondLst>
                                  <p:childTnLst>
                                    <p:animEffect transition="out" filter="fade">
                                      <p:cBhvr>
                                        <p:cTn id="125" dur="175"/>
                                        <p:tgtEl>
                                          <p:spTgt spid="9">
                                            <p:txEl>
                                              <p:pRg st="0" end="0"/>
                                            </p:txEl>
                                          </p:spTgt>
                                        </p:tgtEl>
                                      </p:cBhvr>
                                    </p:animEffect>
                                    <p:set>
                                      <p:cBhvr>
                                        <p:cTn id="126" dur="1" fill="hold">
                                          <p:stCondLst>
                                            <p:cond delay="174"/>
                                          </p:stCondLst>
                                        </p:cTn>
                                        <p:tgtEl>
                                          <p:spTgt spid="9">
                                            <p:txEl>
                                              <p:pRg st="0" end="0"/>
                                            </p:txEl>
                                          </p:spTgt>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175"/>
                                        <p:tgtEl>
                                          <p:spTgt spid="9">
                                            <p:txEl>
                                              <p:pRg st="1" end="1"/>
                                            </p:txEl>
                                          </p:spTgt>
                                        </p:tgtEl>
                                      </p:cBhvr>
                                    </p:animEffect>
                                    <p:set>
                                      <p:cBhvr>
                                        <p:cTn id="129" dur="1" fill="hold">
                                          <p:stCondLst>
                                            <p:cond delay="174"/>
                                          </p:stCondLst>
                                        </p:cTn>
                                        <p:tgtEl>
                                          <p:spTgt spid="9">
                                            <p:txEl>
                                              <p:pRg st="1" end="1"/>
                                            </p:txEl>
                                          </p:spTgt>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175"/>
                                        <p:tgtEl>
                                          <p:spTgt spid="10"/>
                                        </p:tgtEl>
                                      </p:cBhvr>
                                    </p:animEffect>
                                    <p:set>
                                      <p:cBhvr>
                                        <p:cTn id="132" dur="1" fill="hold">
                                          <p:stCondLst>
                                            <p:cond delay="174"/>
                                          </p:stCondLst>
                                        </p:cTn>
                                        <p:tgtEl>
                                          <p:spTgt spid="10"/>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175"/>
                                        <p:tgtEl>
                                          <p:spTgt spid="11"/>
                                        </p:tgtEl>
                                      </p:cBhvr>
                                    </p:animEffect>
                                    <p:set>
                                      <p:cBhvr>
                                        <p:cTn id="135" dur="1" fill="hold">
                                          <p:stCondLst>
                                            <p:cond delay="174"/>
                                          </p:stCondLst>
                                        </p:cTn>
                                        <p:tgtEl>
                                          <p:spTgt spid="11"/>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175"/>
                                        <p:tgtEl>
                                          <p:spTgt spid="12"/>
                                        </p:tgtEl>
                                      </p:cBhvr>
                                    </p:animEffect>
                                    <p:set>
                                      <p:cBhvr>
                                        <p:cTn id="138" dur="1" fill="hold">
                                          <p:stCondLst>
                                            <p:cond delay="174"/>
                                          </p:stCondLst>
                                        </p:cTn>
                                        <p:tgtEl>
                                          <p:spTgt spid="12"/>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175"/>
                                        <p:tgtEl>
                                          <p:spTgt spid="13">
                                            <p:txEl>
                                              <p:pRg st="0" end="0"/>
                                            </p:txEl>
                                          </p:spTgt>
                                        </p:tgtEl>
                                      </p:cBhvr>
                                    </p:animEffect>
                                    <p:set>
                                      <p:cBhvr>
                                        <p:cTn id="141" dur="1" fill="hold">
                                          <p:stCondLst>
                                            <p:cond delay="174"/>
                                          </p:stCondLst>
                                        </p:cTn>
                                        <p:tgtEl>
                                          <p:spTgt spid="13">
                                            <p:txEl>
                                              <p:pRg st="0" end="0"/>
                                            </p:txEl>
                                          </p:spTgt>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175"/>
                                        <p:tgtEl>
                                          <p:spTgt spid="13">
                                            <p:txEl>
                                              <p:pRg st="1" end="1"/>
                                            </p:txEl>
                                          </p:spTgt>
                                        </p:tgtEl>
                                      </p:cBhvr>
                                    </p:animEffect>
                                    <p:set>
                                      <p:cBhvr>
                                        <p:cTn id="144" dur="1" fill="hold">
                                          <p:stCondLst>
                                            <p:cond delay="174"/>
                                          </p:stCondLst>
                                        </p:cTn>
                                        <p:tgtEl>
                                          <p:spTgt spid="13">
                                            <p:txEl>
                                              <p:pRg st="1" end="1"/>
                                            </p:txEl>
                                          </p:spTgt>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175"/>
                                        <p:tgtEl>
                                          <p:spTgt spid="14"/>
                                        </p:tgtEl>
                                      </p:cBhvr>
                                    </p:animEffect>
                                    <p:set>
                                      <p:cBhvr>
                                        <p:cTn id="147" dur="1" fill="hold">
                                          <p:stCondLst>
                                            <p:cond delay="174"/>
                                          </p:stCondLst>
                                        </p:cTn>
                                        <p:tgtEl>
                                          <p:spTgt spid="14"/>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175"/>
                                        <p:tgtEl>
                                          <p:spTgt spid="15"/>
                                        </p:tgtEl>
                                      </p:cBhvr>
                                    </p:animEffect>
                                    <p:set>
                                      <p:cBhvr>
                                        <p:cTn id="150" dur="1" fill="hold">
                                          <p:stCondLst>
                                            <p:cond delay="174"/>
                                          </p:stCondLst>
                                        </p:cTn>
                                        <p:tgtEl>
                                          <p:spTgt spid="15"/>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175"/>
                                        <p:tgtEl>
                                          <p:spTgt spid="16"/>
                                        </p:tgtEl>
                                      </p:cBhvr>
                                    </p:animEffect>
                                    <p:set>
                                      <p:cBhvr>
                                        <p:cTn id="153" dur="1" fill="hold">
                                          <p:stCondLst>
                                            <p:cond delay="174"/>
                                          </p:stCondLst>
                                        </p:cTn>
                                        <p:tgtEl>
                                          <p:spTgt spid="16"/>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175"/>
                                        <p:tgtEl>
                                          <p:spTgt spid="17"/>
                                        </p:tgtEl>
                                      </p:cBhvr>
                                    </p:animEffect>
                                    <p:set>
                                      <p:cBhvr>
                                        <p:cTn id="156" dur="1" fill="hold">
                                          <p:stCondLst>
                                            <p:cond delay="174"/>
                                          </p:stCondLst>
                                        </p:cTn>
                                        <p:tgtEl>
                                          <p:spTgt spid="1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175"/>
                                        <p:tgtEl>
                                          <p:spTgt spid="18"/>
                                        </p:tgtEl>
                                      </p:cBhvr>
                                    </p:animEffect>
                                    <p:set>
                                      <p:cBhvr>
                                        <p:cTn id="159" dur="1" fill="hold">
                                          <p:stCondLst>
                                            <p:cond delay="174"/>
                                          </p:stCondLst>
                                        </p:cTn>
                                        <p:tgtEl>
                                          <p:spTgt spid="18"/>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175"/>
                                        <p:tgtEl>
                                          <p:spTgt spid="19"/>
                                        </p:tgtEl>
                                      </p:cBhvr>
                                    </p:animEffect>
                                    <p:set>
                                      <p:cBhvr>
                                        <p:cTn id="162" dur="1" fill="hold">
                                          <p:stCondLst>
                                            <p:cond delay="174"/>
                                          </p:stCondLst>
                                        </p:cTn>
                                        <p:tgtEl>
                                          <p:spTgt spid="19"/>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175"/>
                                        <p:tgtEl>
                                          <p:spTgt spid="20"/>
                                        </p:tgtEl>
                                      </p:cBhvr>
                                    </p:animEffect>
                                    <p:set>
                                      <p:cBhvr>
                                        <p:cTn id="165" dur="1" fill="hold">
                                          <p:stCondLst>
                                            <p:cond delay="174"/>
                                          </p:stCondLst>
                                        </p:cTn>
                                        <p:tgtEl>
                                          <p:spTgt spid="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175"/>
                                        <p:tgtEl>
                                          <p:spTgt spid="21"/>
                                        </p:tgtEl>
                                      </p:cBhvr>
                                    </p:animEffect>
                                    <p:set>
                                      <p:cBhvr>
                                        <p:cTn id="168" dur="1" fill="hold">
                                          <p:stCondLst>
                                            <p:cond delay="174"/>
                                          </p:stCondLst>
                                        </p:cTn>
                                        <p:tgtEl>
                                          <p:spTgt spid="21"/>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175"/>
                                        <p:tgtEl>
                                          <p:spTgt spid="22"/>
                                        </p:tgtEl>
                                      </p:cBhvr>
                                    </p:animEffect>
                                    <p:set>
                                      <p:cBhvr>
                                        <p:cTn id="171" dur="1" fill="hold">
                                          <p:stCondLst>
                                            <p:cond delay="174"/>
                                          </p:stCondLst>
                                        </p:cTn>
                                        <p:tgtEl>
                                          <p:spTgt spid="22"/>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175"/>
                                        <p:tgtEl>
                                          <p:spTgt spid="23"/>
                                        </p:tgtEl>
                                      </p:cBhvr>
                                    </p:animEffect>
                                    <p:set>
                                      <p:cBhvr>
                                        <p:cTn id="174" dur="1" fill="hold">
                                          <p:stCondLst>
                                            <p:cond delay="174"/>
                                          </p:stCondLst>
                                        </p:cTn>
                                        <p:tgtEl>
                                          <p:spTgt spid="23"/>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176" dur="175"/>
                                        <p:tgtEl>
                                          <p:spTgt spid="24"/>
                                        </p:tgtEl>
                                      </p:cBhvr>
                                    </p:animEffect>
                                    <p:set>
                                      <p:cBhvr>
                                        <p:cTn id="177" dur="1" fill="hold">
                                          <p:stCondLst>
                                            <p:cond delay="174"/>
                                          </p:stCondLst>
                                        </p:cTn>
                                        <p:tgtEl>
                                          <p:spTgt spid="24"/>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175"/>
                                        <p:tgtEl>
                                          <p:spTgt spid="25"/>
                                        </p:tgtEl>
                                      </p:cBhvr>
                                    </p:animEffect>
                                    <p:set>
                                      <p:cBhvr>
                                        <p:cTn id="180" dur="1" fill="hold">
                                          <p:stCondLst>
                                            <p:cond delay="174"/>
                                          </p:stCondLst>
                                        </p:cTn>
                                        <p:tgtEl>
                                          <p:spTgt spid="25"/>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175"/>
                                        <p:tgtEl>
                                          <p:spTgt spid="26"/>
                                        </p:tgtEl>
                                      </p:cBhvr>
                                    </p:animEffect>
                                    <p:set>
                                      <p:cBhvr>
                                        <p:cTn id="183" dur="1" fill="hold">
                                          <p:stCondLst>
                                            <p:cond delay="174"/>
                                          </p:stCondLst>
                                        </p:cTn>
                                        <p:tgtEl>
                                          <p:spTgt spid="26"/>
                                        </p:tgtEl>
                                        <p:attrNameLst>
                                          <p:attrName>style.visibility</p:attrName>
                                        </p:attrNameLst>
                                      </p:cBhvr>
                                      <p:to>
                                        <p:strVal val="hidden"/>
                                      </p:to>
                                    </p:set>
                                  </p:childTnLst>
                                </p:cTn>
                              </p:par>
                              <p:par>
                                <p:cTn id="184" presetID="10" presetClass="exit" presetSubtype="0" grpId="0" fill="hold" nodeType="withEffect">
                                  <p:stCondLst>
                                    <p:cond delay="0"/>
                                  </p:stCondLst>
                                  <p:childTnLst>
                                    <p:animEffect transition="out" filter="fade">
                                      <p:cBhvr>
                                        <p:cTn id="185" dur="175"/>
                                        <p:tgtEl>
                                          <p:spTgt spid="27">
                                            <p:txEl>
                                              <p:pRg st="0" end="0"/>
                                            </p:txEl>
                                          </p:spTgt>
                                        </p:tgtEl>
                                      </p:cBhvr>
                                    </p:animEffect>
                                    <p:set>
                                      <p:cBhvr>
                                        <p:cTn id="186" dur="1" fill="hold">
                                          <p:stCondLst>
                                            <p:cond delay="174"/>
                                          </p:stCondLst>
                                        </p:cTn>
                                        <p:tgtEl>
                                          <p:spTgt spid="27">
                                            <p:txEl>
                                              <p:pRg st="0" end="0"/>
                                            </p:txEl>
                                          </p:spTgt>
                                        </p:tgtEl>
                                        <p:attrNameLst>
                                          <p:attrName>style.visibility</p:attrName>
                                        </p:attrNameLst>
                                      </p:cBhvr>
                                      <p:to>
                                        <p:strVal val="hidden"/>
                                      </p:to>
                                    </p:set>
                                  </p:childTnLst>
                                </p:cTn>
                              </p:par>
                              <p:par>
                                <p:cTn id="187" presetID="10" presetClass="exit" presetSubtype="0" grpId="0" fill="hold" nodeType="withEffect">
                                  <p:stCondLst>
                                    <p:cond delay="0"/>
                                  </p:stCondLst>
                                  <p:childTnLst>
                                    <p:animEffect transition="out" filter="fade">
                                      <p:cBhvr>
                                        <p:cTn id="188" dur="175"/>
                                        <p:tgtEl>
                                          <p:spTgt spid="27">
                                            <p:txEl>
                                              <p:pRg st="1" end="1"/>
                                            </p:txEl>
                                          </p:spTgt>
                                        </p:tgtEl>
                                      </p:cBhvr>
                                    </p:animEffect>
                                    <p:set>
                                      <p:cBhvr>
                                        <p:cTn id="189" dur="1" fill="hold">
                                          <p:stCondLst>
                                            <p:cond delay="174"/>
                                          </p:stCondLst>
                                        </p:cTn>
                                        <p:tgtEl>
                                          <p:spTgt spid="27">
                                            <p:txEl>
                                              <p:pRg st="1" end="1"/>
                                            </p:txEl>
                                          </p:spTgt>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191" dur="175"/>
                                        <p:tgtEl>
                                          <p:spTgt spid="29"/>
                                        </p:tgtEl>
                                      </p:cBhvr>
                                    </p:animEffect>
                                    <p:set>
                                      <p:cBhvr>
                                        <p:cTn id="192" dur="1" fill="hold">
                                          <p:stCondLst>
                                            <p:cond delay="174"/>
                                          </p:stCondLst>
                                        </p:cTn>
                                        <p:tgtEl>
                                          <p:spTgt spid="29"/>
                                        </p:tgtEl>
                                        <p:attrNameLst>
                                          <p:attrName>style.visibility</p:attrName>
                                        </p:attrNameLst>
                                      </p:cBhvr>
                                      <p:to>
                                        <p:strVal val="hidden"/>
                                      </p:to>
                                    </p:set>
                                  </p:childTnLst>
                                </p:cTn>
                              </p:par>
                              <p:par>
                                <p:cTn id="193" presetID="10" presetClass="entr" presetSubtype="0" fill="hold" nodeType="withEffect">
                                  <p:stCondLst>
                                    <p:cond delay="225"/>
                                  </p:stCondLst>
                                  <p:childTnLst>
                                    <p:set>
                                      <p:cBhvr>
                                        <p:cTn id="194" dur="1" fill="hold">
                                          <p:stCondLst>
                                            <p:cond delay="0"/>
                                          </p:stCondLst>
                                        </p:cTn>
                                        <p:tgtEl>
                                          <p:spTgt spid="30"/>
                                        </p:tgtEl>
                                        <p:attrNameLst>
                                          <p:attrName>style.visibility</p:attrName>
                                        </p:attrNameLst>
                                      </p:cBhvr>
                                      <p:to>
                                        <p:strVal val="visible"/>
                                      </p:to>
                                    </p:set>
                                    <p:animEffect transition="in" filter="fade">
                                      <p:cBhvr>
                                        <p:cTn id="195" dur="225"/>
                                        <p:tgtEl>
                                          <p:spTgt spid="30"/>
                                        </p:tgtEl>
                                      </p:cBhvr>
                                    </p:animEffect>
                                  </p:childTnLst>
                                </p:cTn>
                              </p:par>
                              <p:par>
                                <p:cTn id="196" presetID="53" presetClass="entr" presetSubtype="16" fill="hold" nodeType="withEffect">
                                  <p:stCondLst>
                                    <p:cond delay="260"/>
                                  </p:stCondLst>
                                  <p:childTnLst>
                                    <p:set>
                                      <p:cBhvr>
                                        <p:cTn id="197" dur="1" fill="hold">
                                          <p:stCondLst>
                                            <p:cond delay="0"/>
                                          </p:stCondLst>
                                        </p:cTn>
                                        <p:tgtEl>
                                          <p:spTgt spid="31"/>
                                        </p:tgtEl>
                                        <p:attrNameLst>
                                          <p:attrName>style.visibility</p:attrName>
                                        </p:attrNameLst>
                                      </p:cBhvr>
                                      <p:to>
                                        <p:strVal val="visible"/>
                                      </p:to>
                                    </p:set>
                                    <p:anim calcmode="lin" valueType="num">
                                      <p:cBhvr>
                                        <p:cTn id="198" dur="300" fill="hold"/>
                                        <p:tgtEl>
                                          <p:spTgt spid="31"/>
                                        </p:tgtEl>
                                        <p:attrNameLst>
                                          <p:attrName>ppt_w</p:attrName>
                                        </p:attrNameLst>
                                      </p:cBhvr>
                                      <p:tavLst>
                                        <p:tav tm="0">
                                          <p:val>
                                            <p:fltVal val="0"/>
                                          </p:val>
                                        </p:tav>
                                        <p:tav tm="100000">
                                          <p:val>
                                            <p:strVal val="#ppt_w"/>
                                          </p:val>
                                        </p:tav>
                                      </p:tavLst>
                                    </p:anim>
                                    <p:anim calcmode="lin" valueType="num">
                                      <p:cBhvr>
                                        <p:cTn id="199" dur="300" fill="hold"/>
                                        <p:tgtEl>
                                          <p:spTgt spid="31"/>
                                        </p:tgtEl>
                                        <p:attrNameLst>
                                          <p:attrName>ppt_h</p:attrName>
                                        </p:attrNameLst>
                                      </p:cBhvr>
                                      <p:tavLst>
                                        <p:tav tm="0">
                                          <p:val>
                                            <p:fltVal val="0"/>
                                          </p:val>
                                        </p:tav>
                                        <p:tav tm="100000">
                                          <p:val>
                                            <p:strVal val="#ppt_h"/>
                                          </p:val>
                                        </p:tav>
                                      </p:tavLst>
                                    </p:anim>
                                    <p:animEffect transition="in" filter="fade">
                                      <p:cBhvr>
                                        <p:cTn id="200" dur="300"/>
                                        <p:tgtEl>
                                          <p:spTgt spid="31"/>
                                        </p:tgtEl>
                                      </p:cBhvr>
                                    </p:animEffect>
                                  </p:childTnLst>
                                </p:cTn>
                              </p:par>
                              <p:par>
                                <p:cTn id="201" presetID="10" presetClass="entr" presetSubtype="0" grpId="0" fill="hold" nodeType="withEffect">
                                  <p:stCondLst>
                                    <p:cond delay="295"/>
                                  </p:stCondLst>
                                  <p:childTnLst>
                                    <p:set>
                                      <p:cBhvr>
                                        <p:cTn id="202" dur="1" fill="hold">
                                          <p:stCondLst>
                                            <p:cond delay="0"/>
                                          </p:stCondLst>
                                        </p:cTn>
                                        <p:tgtEl>
                                          <p:spTgt spid="32">
                                            <p:txEl>
                                              <p:pRg st="0" end="0"/>
                                            </p:txEl>
                                          </p:spTgt>
                                        </p:tgtEl>
                                        <p:attrNameLst>
                                          <p:attrName>style.visibility</p:attrName>
                                        </p:attrNameLst>
                                      </p:cBhvr>
                                      <p:to>
                                        <p:strVal val="visible"/>
                                      </p:to>
                                    </p:set>
                                    <p:animEffect transition="in" filter="fade">
                                      <p:cBhvr>
                                        <p:cTn id="203" dur="225"/>
                                        <p:tgtEl>
                                          <p:spTgt spid="32">
                                            <p:txEl>
                                              <p:pRg st="0" end="0"/>
                                            </p:txEl>
                                          </p:spTgt>
                                        </p:tgtEl>
                                      </p:cBhvr>
                                    </p:animEffect>
                                  </p:childTnLst>
                                </p:cTn>
                              </p:par>
                              <p:par>
                                <p:cTn id="204" presetID="10" presetClass="entr" presetSubtype="0" grpId="0" fill="hold" nodeType="withEffect">
                                  <p:stCondLst>
                                    <p:cond delay="485"/>
                                  </p:stCondLst>
                                  <p:childTnLst>
                                    <p:set>
                                      <p:cBhvr>
                                        <p:cTn id="205" dur="1" fill="hold">
                                          <p:stCondLst>
                                            <p:cond delay="0"/>
                                          </p:stCondLst>
                                        </p:cTn>
                                        <p:tgtEl>
                                          <p:spTgt spid="32">
                                            <p:txEl>
                                              <p:pRg st="1" end="1"/>
                                            </p:txEl>
                                          </p:spTgt>
                                        </p:tgtEl>
                                        <p:attrNameLst>
                                          <p:attrName>style.visibility</p:attrName>
                                        </p:attrNameLst>
                                      </p:cBhvr>
                                      <p:to>
                                        <p:strVal val="visible"/>
                                      </p:to>
                                    </p:set>
                                    <p:animEffect transition="in" filter="fade">
                                      <p:cBhvr>
                                        <p:cTn id="206" dur="225"/>
                                        <p:tgtEl>
                                          <p:spTgt spid="32">
                                            <p:txEl>
                                              <p:pRg st="1" end="1"/>
                                            </p:txEl>
                                          </p:spTgt>
                                        </p:tgtEl>
                                      </p:cBhvr>
                                    </p:animEffect>
                                  </p:childTnLst>
                                </p:cTn>
                              </p:par>
                              <p:par>
                                <p:cTn id="207" presetID="10" presetClass="entr" presetSubtype="0" grpId="0" fill="hold" nodeType="withEffect">
                                  <p:stCondLst>
                                    <p:cond delay="675"/>
                                  </p:stCondLst>
                                  <p:childTnLst>
                                    <p:set>
                                      <p:cBhvr>
                                        <p:cTn id="208" dur="1" fill="hold">
                                          <p:stCondLst>
                                            <p:cond delay="0"/>
                                          </p:stCondLst>
                                        </p:cTn>
                                        <p:tgtEl>
                                          <p:spTgt spid="32">
                                            <p:txEl>
                                              <p:pRg st="2" end="2"/>
                                            </p:txEl>
                                          </p:spTgt>
                                        </p:tgtEl>
                                        <p:attrNameLst>
                                          <p:attrName>style.visibility</p:attrName>
                                        </p:attrNameLst>
                                      </p:cBhvr>
                                      <p:to>
                                        <p:strVal val="visible"/>
                                      </p:to>
                                    </p:set>
                                    <p:animEffect transition="in" filter="fade">
                                      <p:cBhvr>
                                        <p:cTn id="209" dur="225"/>
                                        <p:tgtEl>
                                          <p:spTgt spid="32">
                                            <p:txEl>
                                              <p:pRg st="2" end="2"/>
                                            </p:txEl>
                                          </p:spTgt>
                                        </p:tgtEl>
                                      </p:cBhvr>
                                    </p:animEffect>
                                  </p:childTnLst>
                                </p:cTn>
                              </p:par>
                              <p:par>
                                <p:cTn id="210" presetID="10" presetClass="entr" presetSubtype="0" fill="hold" nodeType="withEffect">
                                  <p:stCondLst>
                                    <p:cond delay="290"/>
                                  </p:stCondLst>
                                  <p:childTnLst>
                                    <p:set>
                                      <p:cBhvr>
                                        <p:cTn id="211" dur="1" fill="hold">
                                          <p:stCondLst>
                                            <p:cond delay="0"/>
                                          </p:stCondLst>
                                        </p:cTn>
                                        <p:tgtEl>
                                          <p:spTgt spid="33"/>
                                        </p:tgtEl>
                                        <p:attrNameLst>
                                          <p:attrName>style.visibility</p:attrName>
                                        </p:attrNameLst>
                                      </p:cBhvr>
                                      <p:to>
                                        <p:strVal val="visible"/>
                                      </p:to>
                                    </p:set>
                                    <p:animEffect transition="in" filter="fade">
                                      <p:cBhvr>
                                        <p:cTn id="212" dur="225"/>
                                        <p:tgtEl>
                                          <p:spTgt spid="33"/>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nodeType="clickEffect">
                                  <p:stCondLst>
                                    <p:cond delay="0"/>
                                  </p:stCondLst>
                                  <p:childTnLst>
                                    <p:animEffect transition="out" filter="fade">
                                      <p:cBhvr>
                                        <p:cTn id="216" dur="175"/>
                                        <p:tgtEl>
                                          <p:spTgt spid="30"/>
                                        </p:tgtEl>
                                      </p:cBhvr>
                                    </p:animEffect>
                                    <p:set>
                                      <p:cBhvr>
                                        <p:cTn id="217" dur="1" fill="hold">
                                          <p:stCondLst>
                                            <p:cond delay="174"/>
                                          </p:stCondLst>
                                        </p:cTn>
                                        <p:tgtEl>
                                          <p:spTgt spid="30"/>
                                        </p:tgtEl>
                                        <p:attrNameLst>
                                          <p:attrName>style.visibility</p:attrName>
                                        </p:attrNameLst>
                                      </p:cBhvr>
                                      <p:to>
                                        <p:strVal val="hidden"/>
                                      </p:to>
                                    </p:set>
                                  </p:childTnLst>
                                </p:cTn>
                              </p:par>
                              <p:par>
                                <p:cTn id="218" presetID="10" presetClass="exit" presetSubtype="0" grpId="0" fill="hold" nodeType="withEffect">
                                  <p:stCondLst>
                                    <p:cond delay="0"/>
                                  </p:stCondLst>
                                  <p:childTnLst>
                                    <p:animEffect transition="out" filter="fade">
                                      <p:cBhvr>
                                        <p:cTn id="219" dur="175"/>
                                        <p:tgtEl>
                                          <p:spTgt spid="32">
                                            <p:txEl>
                                              <p:pRg st="0" end="0"/>
                                            </p:txEl>
                                          </p:spTgt>
                                        </p:tgtEl>
                                      </p:cBhvr>
                                    </p:animEffect>
                                    <p:set>
                                      <p:cBhvr>
                                        <p:cTn id="220" dur="1" fill="hold">
                                          <p:stCondLst>
                                            <p:cond delay="174"/>
                                          </p:stCondLst>
                                        </p:cTn>
                                        <p:tgtEl>
                                          <p:spTgt spid="32">
                                            <p:txEl>
                                              <p:pRg st="0" end="0"/>
                                            </p:txEl>
                                          </p:spTgt>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175"/>
                                        <p:tgtEl>
                                          <p:spTgt spid="32">
                                            <p:txEl>
                                              <p:pRg st="1" end="1"/>
                                            </p:txEl>
                                          </p:spTgt>
                                        </p:tgtEl>
                                      </p:cBhvr>
                                    </p:animEffect>
                                    <p:set>
                                      <p:cBhvr>
                                        <p:cTn id="223" dur="1" fill="hold">
                                          <p:stCondLst>
                                            <p:cond delay="174"/>
                                          </p:stCondLst>
                                        </p:cTn>
                                        <p:tgtEl>
                                          <p:spTgt spid="32">
                                            <p:txEl>
                                              <p:pRg st="1" end="1"/>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175"/>
                                        <p:tgtEl>
                                          <p:spTgt spid="32">
                                            <p:txEl>
                                              <p:pRg st="2" end="2"/>
                                            </p:txEl>
                                          </p:spTgt>
                                        </p:tgtEl>
                                      </p:cBhvr>
                                    </p:animEffect>
                                    <p:set>
                                      <p:cBhvr>
                                        <p:cTn id="226" dur="1" fill="hold">
                                          <p:stCondLst>
                                            <p:cond delay="174"/>
                                          </p:stCondLst>
                                        </p:cTn>
                                        <p:tgtEl>
                                          <p:spTgt spid="32">
                                            <p:txEl>
                                              <p:pRg st="2" end="2"/>
                                            </p:txEl>
                                          </p:spTgt>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175"/>
                                        <p:tgtEl>
                                          <p:spTgt spid="33"/>
                                        </p:tgtEl>
                                      </p:cBhvr>
                                    </p:animEffect>
                                    <p:set>
                                      <p:cBhvr>
                                        <p:cTn id="229" dur="1" fill="hold">
                                          <p:stCondLst>
                                            <p:cond delay="174"/>
                                          </p:stCondLst>
                                        </p:cTn>
                                        <p:tgtEl>
                                          <p:spTgt spid="33"/>
                                        </p:tgtEl>
                                        <p:attrNameLst>
                                          <p:attrName>style.visibility</p:attrName>
                                        </p:attrNameLst>
                                      </p:cBhvr>
                                      <p:to>
                                        <p:strVal val="hidden"/>
                                      </p:to>
                                    </p:set>
                                  </p:childTnLst>
                                </p:cTn>
                              </p:par>
                              <p:par>
                                <p:cTn id="230" presetID="0" presetClass="path" presetSubtype="0" accel="50000" decel="50000" fill="hold" nodeType="withEffect">
                                  <p:stCondLst>
                                    <p:cond delay="0"/>
                                  </p:stCondLst>
                                  <p:childTnLst>
                                    <p:animMotion origin="layout" path="M 0 0 L 0.56776 -0.16435 E" pathEditMode="relative" rAng="0" ptsTypes="AA">
                                      <p:cBhvr>
                                        <p:cTn id="231" dur="375" fill="hold"/>
                                        <p:tgtEl>
                                          <p:spTgt spid="31"/>
                                        </p:tgtEl>
                                        <p:attrNameLst>
                                          <p:attrName>ppt_x</p:attrName>
                                          <p:attrName>ppt_y</p:attrName>
                                        </p:attrNameLst>
                                      </p:cBhvr>
                                      <p:rCtr x="28388" y="-8217"/>
                                    </p:animMotion>
                                  </p:childTnLst>
                                </p:cTn>
                              </p:par>
                              <p:par>
                                <p:cTn id="232" presetID="6" presetClass="emph" presetSubtype="0" accel="50000" decel="50000" fill="hold" nodeType="withEffect">
                                  <p:stCondLst>
                                    <p:cond delay="0"/>
                                  </p:stCondLst>
                                  <p:childTnLst>
                                    <p:animScale>
                                      <p:cBhvr>
                                        <p:cTn id="233" dur="375" fill="hold"/>
                                        <p:tgtEl>
                                          <p:spTgt spid="31"/>
                                        </p:tgtEl>
                                      </p:cBhvr>
                                      <p:by x="29626" y="29626"/>
                                    </p:animScale>
                                  </p:childTnLst>
                                </p:cTn>
                              </p:par>
                              <p:par>
                                <p:cTn id="234" presetID="10" presetClass="entr" presetSubtype="0" fill="hold" nodeType="withEffect">
                                  <p:stCondLst>
                                    <p:cond delay="225"/>
                                  </p:stCondLst>
                                  <p:childTnLst>
                                    <p:set>
                                      <p:cBhvr>
                                        <p:cTn id="235" dur="1" fill="hold">
                                          <p:stCondLst>
                                            <p:cond delay="0"/>
                                          </p:stCondLst>
                                        </p:cTn>
                                        <p:tgtEl>
                                          <p:spTgt spid="34"/>
                                        </p:tgtEl>
                                        <p:attrNameLst>
                                          <p:attrName>style.visibility</p:attrName>
                                        </p:attrNameLst>
                                      </p:cBhvr>
                                      <p:to>
                                        <p:strVal val="visible"/>
                                      </p:to>
                                    </p:set>
                                    <p:animEffect transition="in" filter="fade">
                                      <p:cBhvr>
                                        <p:cTn id="236" dur="225"/>
                                        <p:tgtEl>
                                          <p:spTgt spid="34"/>
                                        </p:tgtEl>
                                      </p:cBhvr>
                                    </p:animEffect>
                                  </p:childTnLst>
                                </p:cTn>
                              </p:par>
                              <p:par>
                                <p:cTn id="237" presetID="53" presetClass="entr" presetSubtype="16" fill="hold" nodeType="withEffect">
                                  <p:stCondLst>
                                    <p:cond delay="260"/>
                                  </p:stCondLst>
                                  <p:childTnLst>
                                    <p:set>
                                      <p:cBhvr>
                                        <p:cTn id="238" dur="1" fill="hold">
                                          <p:stCondLst>
                                            <p:cond delay="0"/>
                                          </p:stCondLst>
                                        </p:cTn>
                                        <p:tgtEl>
                                          <p:spTgt spid="35"/>
                                        </p:tgtEl>
                                        <p:attrNameLst>
                                          <p:attrName>style.visibility</p:attrName>
                                        </p:attrNameLst>
                                      </p:cBhvr>
                                      <p:to>
                                        <p:strVal val="visible"/>
                                      </p:to>
                                    </p:set>
                                    <p:anim calcmode="lin" valueType="num">
                                      <p:cBhvr>
                                        <p:cTn id="239" dur="300" fill="hold"/>
                                        <p:tgtEl>
                                          <p:spTgt spid="35"/>
                                        </p:tgtEl>
                                        <p:attrNameLst>
                                          <p:attrName>ppt_w</p:attrName>
                                        </p:attrNameLst>
                                      </p:cBhvr>
                                      <p:tavLst>
                                        <p:tav tm="0">
                                          <p:val>
                                            <p:fltVal val="0"/>
                                          </p:val>
                                        </p:tav>
                                        <p:tav tm="100000">
                                          <p:val>
                                            <p:strVal val="#ppt_w"/>
                                          </p:val>
                                        </p:tav>
                                      </p:tavLst>
                                    </p:anim>
                                    <p:anim calcmode="lin" valueType="num">
                                      <p:cBhvr>
                                        <p:cTn id="240" dur="300" fill="hold"/>
                                        <p:tgtEl>
                                          <p:spTgt spid="35"/>
                                        </p:tgtEl>
                                        <p:attrNameLst>
                                          <p:attrName>ppt_h</p:attrName>
                                        </p:attrNameLst>
                                      </p:cBhvr>
                                      <p:tavLst>
                                        <p:tav tm="0">
                                          <p:val>
                                            <p:fltVal val="0"/>
                                          </p:val>
                                        </p:tav>
                                        <p:tav tm="100000">
                                          <p:val>
                                            <p:strVal val="#ppt_h"/>
                                          </p:val>
                                        </p:tav>
                                      </p:tavLst>
                                    </p:anim>
                                    <p:animEffect transition="in" filter="fade">
                                      <p:cBhvr>
                                        <p:cTn id="241" dur="300"/>
                                        <p:tgtEl>
                                          <p:spTgt spid="35"/>
                                        </p:tgtEl>
                                      </p:cBhvr>
                                    </p:animEffect>
                                  </p:childTnLst>
                                </p:cTn>
                              </p:par>
                              <p:par>
                                <p:cTn id="242" presetID="53" presetClass="entr" presetSubtype="16" fill="hold" nodeType="withEffect">
                                  <p:stCondLst>
                                    <p:cond delay="295"/>
                                  </p:stCondLst>
                                  <p:childTnLst>
                                    <p:set>
                                      <p:cBhvr>
                                        <p:cTn id="243" dur="1" fill="hold">
                                          <p:stCondLst>
                                            <p:cond delay="0"/>
                                          </p:stCondLst>
                                        </p:cTn>
                                        <p:tgtEl>
                                          <p:spTgt spid="36"/>
                                        </p:tgtEl>
                                        <p:attrNameLst>
                                          <p:attrName>style.visibility</p:attrName>
                                        </p:attrNameLst>
                                      </p:cBhvr>
                                      <p:to>
                                        <p:strVal val="visible"/>
                                      </p:to>
                                    </p:set>
                                    <p:anim calcmode="lin" valueType="num">
                                      <p:cBhvr>
                                        <p:cTn id="244" dur="300" fill="hold"/>
                                        <p:tgtEl>
                                          <p:spTgt spid="36"/>
                                        </p:tgtEl>
                                        <p:attrNameLst>
                                          <p:attrName>ppt_w</p:attrName>
                                        </p:attrNameLst>
                                      </p:cBhvr>
                                      <p:tavLst>
                                        <p:tav tm="0">
                                          <p:val>
                                            <p:fltVal val="0"/>
                                          </p:val>
                                        </p:tav>
                                        <p:tav tm="100000">
                                          <p:val>
                                            <p:strVal val="#ppt_w"/>
                                          </p:val>
                                        </p:tav>
                                      </p:tavLst>
                                    </p:anim>
                                    <p:anim calcmode="lin" valueType="num">
                                      <p:cBhvr>
                                        <p:cTn id="245" dur="300" fill="hold"/>
                                        <p:tgtEl>
                                          <p:spTgt spid="36"/>
                                        </p:tgtEl>
                                        <p:attrNameLst>
                                          <p:attrName>ppt_h</p:attrName>
                                        </p:attrNameLst>
                                      </p:cBhvr>
                                      <p:tavLst>
                                        <p:tav tm="0">
                                          <p:val>
                                            <p:fltVal val="0"/>
                                          </p:val>
                                        </p:tav>
                                        <p:tav tm="100000">
                                          <p:val>
                                            <p:strVal val="#ppt_h"/>
                                          </p:val>
                                        </p:tav>
                                      </p:tavLst>
                                    </p:anim>
                                    <p:animEffect transition="in" filter="fade">
                                      <p:cBhvr>
                                        <p:cTn id="246" dur="300"/>
                                        <p:tgtEl>
                                          <p:spTgt spid="36"/>
                                        </p:tgtEl>
                                      </p:cBhvr>
                                    </p:animEffect>
                                  </p:childTnLst>
                                </p:cTn>
                              </p:par>
                              <p:par>
                                <p:cTn id="247" presetID="22" presetClass="entr" presetSubtype="8" fill="hold" nodeType="withEffect">
                                  <p:stCondLst>
                                    <p:cond delay="330"/>
                                  </p:stCondLst>
                                  <p:childTnLst>
                                    <p:set>
                                      <p:cBhvr>
                                        <p:cTn id="248" dur="1" fill="hold">
                                          <p:stCondLst>
                                            <p:cond delay="0"/>
                                          </p:stCondLst>
                                        </p:cTn>
                                        <p:tgtEl>
                                          <p:spTgt spid="37"/>
                                        </p:tgtEl>
                                        <p:attrNameLst>
                                          <p:attrName>style.visibility</p:attrName>
                                        </p:attrNameLst>
                                      </p:cBhvr>
                                      <p:to>
                                        <p:strVal val="visible"/>
                                      </p:to>
                                    </p:set>
                                    <p:animEffect transition="in" filter="wipe(left)">
                                      <p:cBhvr>
                                        <p:cTn id="249" dur="250"/>
                                        <p:tgtEl>
                                          <p:spTgt spid="37"/>
                                        </p:tgtEl>
                                      </p:cBhvr>
                                    </p:animEffect>
                                  </p:childTnLst>
                                </p:cTn>
                              </p:par>
                              <p:par>
                                <p:cTn id="250" presetID="22" presetClass="entr" presetSubtype="8" fill="hold" nodeType="withEffect">
                                  <p:stCondLst>
                                    <p:cond delay="365"/>
                                  </p:stCondLst>
                                  <p:childTnLst>
                                    <p:set>
                                      <p:cBhvr>
                                        <p:cTn id="251" dur="1" fill="hold">
                                          <p:stCondLst>
                                            <p:cond delay="0"/>
                                          </p:stCondLst>
                                        </p:cTn>
                                        <p:tgtEl>
                                          <p:spTgt spid="38"/>
                                        </p:tgtEl>
                                        <p:attrNameLst>
                                          <p:attrName>style.visibility</p:attrName>
                                        </p:attrNameLst>
                                      </p:cBhvr>
                                      <p:to>
                                        <p:strVal val="visible"/>
                                      </p:to>
                                    </p:set>
                                    <p:animEffect transition="in" filter="wipe(left)">
                                      <p:cBhvr>
                                        <p:cTn id="252" dur="250"/>
                                        <p:tgtEl>
                                          <p:spTgt spid="38"/>
                                        </p:tgtEl>
                                      </p:cBhvr>
                                    </p:animEffect>
                                  </p:childTnLst>
                                </p:cTn>
                              </p:par>
                              <p:par>
                                <p:cTn id="253" presetID="22" presetClass="entr" presetSubtype="8" fill="hold" nodeType="withEffect">
                                  <p:stCondLst>
                                    <p:cond delay="400"/>
                                  </p:stCondLst>
                                  <p:childTnLst>
                                    <p:set>
                                      <p:cBhvr>
                                        <p:cTn id="254" dur="1" fill="hold">
                                          <p:stCondLst>
                                            <p:cond delay="0"/>
                                          </p:stCondLst>
                                        </p:cTn>
                                        <p:tgtEl>
                                          <p:spTgt spid="39"/>
                                        </p:tgtEl>
                                        <p:attrNameLst>
                                          <p:attrName>style.visibility</p:attrName>
                                        </p:attrNameLst>
                                      </p:cBhvr>
                                      <p:to>
                                        <p:strVal val="visible"/>
                                      </p:to>
                                    </p:set>
                                    <p:animEffect transition="in" filter="wipe(left)">
                                      <p:cBhvr>
                                        <p:cTn id="255" dur="250"/>
                                        <p:tgtEl>
                                          <p:spTgt spid="39"/>
                                        </p:tgtEl>
                                      </p:cBhvr>
                                    </p:animEffect>
                                  </p:childTnLst>
                                </p:cTn>
                              </p:par>
                              <p:par>
                                <p:cTn id="256" presetID="10" presetClass="entr" presetSubtype="0" fill="hold" nodeType="withEffect">
                                  <p:stCondLst>
                                    <p:cond delay="435"/>
                                  </p:stCondLst>
                                  <p:childTnLst>
                                    <p:set>
                                      <p:cBhvr>
                                        <p:cTn id="257" dur="1" fill="hold">
                                          <p:stCondLst>
                                            <p:cond delay="0"/>
                                          </p:stCondLst>
                                        </p:cTn>
                                        <p:tgtEl>
                                          <p:spTgt spid="40"/>
                                        </p:tgtEl>
                                        <p:attrNameLst>
                                          <p:attrName>style.visibility</p:attrName>
                                        </p:attrNameLst>
                                      </p:cBhvr>
                                      <p:to>
                                        <p:strVal val="visible"/>
                                      </p:to>
                                    </p:set>
                                    <p:animEffect transition="in" filter="fade">
                                      <p:cBhvr>
                                        <p:cTn id="258" dur="225"/>
                                        <p:tgtEl>
                                          <p:spTgt spid="40"/>
                                        </p:tgtEl>
                                      </p:cBhvr>
                                    </p:animEffect>
                                  </p:childTnLst>
                                </p:cTn>
                              </p:par>
                              <p:par>
                                <p:cTn id="259" presetID="22" presetClass="entr" presetSubtype="8" fill="hold" nodeType="withEffect">
                                  <p:stCondLst>
                                    <p:cond delay="435"/>
                                  </p:stCondLst>
                                  <p:childTnLst>
                                    <p:set>
                                      <p:cBhvr>
                                        <p:cTn id="260" dur="1" fill="hold">
                                          <p:stCondLst>
                                            <p:cond delay="0"/>
                                          </p:stCondLst>
                                        </p:cTn>
                                        <p:tgtEl>
                                          <p:spTgt spid="41"/>
                                        </p:tgtEl>
                                        <p:attrNameLst>
                                          <p:attrName>style.visibility</p:attrName>
                                        </p:attrNameLst>
                                      </p:cBhvr>
                                      <p:to>
                                        <p:strVal val="visible"/>
                                      </p:to>
                                    </p:set>
                                    <p:animEffect transition="in" filter="wipe(left)">
                                      <p:cBhvr>
                                        <p:cTn id="261" dur="250"/>
                                        <p:tgtEl>
                                          <p:spTgt spid="41"/>
                                        </p:tgtEl>
                                      </p:cBhvr>
                                    </p:animEffect>
                                  </p:childTnLst>
                                </p:cTn>
                              </p:par>
                              <p:par>
                                <p:cTn id="262" presetID="10" presetClass="entr" presetSubtype="0" fill="hold" nodeType="withEffect">
                                  <p:stCondLst>
                                    <p:cond delay="470"/>
                                  </p:stCondLst>
                                  <p:childTnLst>
                                    <p:set>
                                      <p:cBhvr>
                                        <p:cTn id="263" dur="1" fill="hold">
                                          <p:stCondLst>
                                            <p:cond delay="0"/>
                                          </p:stCondLst>
                                        </p:cTn>
                                        <p:tgtEl>
                                          <p:spTgt spid="42"/>
                                        </p:tgtEl>
                                        <p:attrNameLst>
                                          <p:attrName>style.visibility</p:attrName>
                                        </p:attrNameLst>
                                      </p:cBhvr>
                                      <p:to>
                                        <p:strVal val="visible"/>
                                      </p:to>
                                    </p:set>
                                    <p:animEffect transition="in" filter="fade">
                                      <p:cBhvr>
                                        <p:cTn id="264" dur="225"/>
                                        <p:tgtEl>
                                          <p:spTgt spid="42"/>
                                        </p:tgtEl>
                                      </p:cBhvr>
                                    </p:animEffect>
                                  </p:childTnLst>
                                </p:cTn>
                              </p:par>
                              <p:par>
                                <p:cTn id="265" presetID="22" presetClass="entr" presetSubtype="8" fill="hold" nodeType="withEffect">
                                  <p:stCondLst>
                                    <p:cond delay="470"/>
                                  </p:stCondLst>
                                  <p:childTnLst>
                                    <p:set>
                                      <p:cBhvr>
                                        <p:cTn id="266" dur="1" fill="hold">
                                          <p:stCondLst>
                                            <p:cond delay="0"/>
                                          </p:stCondLst>
                                        </p:cTn>
                                        <p:tgtEl>
                                          <p:spTgt spid="43"/>
                                        </p:tgtEl>
                                        <p:attrNameLst>
                                          <p:attrName>style.visibility</p:attrName>
                                        </p:attrNameLst>
                                      </p:cBhvr>
                                      <p:to>
                                        <p:strVal val="visible"/>
                                      </p:to>
                                    </p:set>
                                    <p:animEffect transition="in" filter="wipe(left)">
                                      <p:cBhvr>
                                        <p:cTn id="267" dur="250"/>
                                        <p:tgtEl>
                                          <p:spTgt spid="43"/>
                                        </p:tgtEl>
                                      </p:cBhvr>
                                    </p:animEffect>
                                  </p:childTnLst>
                                </p:cTn>
                              </p:par>
                              <p:par>
                                <p:cTn id="268" presetID="10" presetClass="entr" presetSubtype="0" fill="hold" nodeType="withEffect">
                                  <p:stCondLst>
                                    <p:cond delay="290"/>
                                  </p:stCondLst>
                                  <p:childTnLst>
                                    <p:set>
                                      <p:cBhvr>
                                        <p:cTn id="269" dur="1" fill="hold">
                                          <p:stCondLst>
                                            <p:cond delay="0"/>
                                          </p:stCondLst>
                                        </p:cTn>
                                        <p:tgtEl>
                                          <p:spTgt spid="44"/>
                                        </p:tgtEl>
                                        <p:attrNameLst>
                                          <p:attrName>style.visibility</p:attrName>
                                        </p:attrNameLst>
                                      </p:cBhvr>
                                      <p:to>
                                        <p:strVal val="visible"/>
                                      </p:to>
                                    </p:set>
                                    <p:animEffect transition="in" filter="fade">
                                      <p:cBhvr>
                                        <p:cTn id="270" dur="225"/>
                                        <p:tgtEl>
                                          <p:spTgt spid="44"/>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175"/>
                                        <p:tgtEl>
                                          <p:spTgt spid="34"/>
                                        </p:tgtEl>
                                      </p:cBhvr>
                                    </p:animEffect>
                                    <p:set>
                                      <p:cBhvr>
                                        <p:cTn id="275" dur="1" fill="hold">
                                          <p:stCondLst>
                                            <p:cond delay="174"/>
                                          </p:stCondLst>
                                        </p:cTn>
                                        <p:tgtEl>
                                          <p:spTgt spid="34"/>
                                        </p:tgtEl>
                                        <p:attrNameLst>
                                          <p:attrName>style.visibility</p:attrName>
                                        </p:attrNameLst>
                                      </p:cBhvr>
                                      <p:to>
                                        <p:strVal val="hidden"/>
                                      </p:to>
                                    </p:set>
                                  </p:childTnLst>
                                </p:cTn>
                              </p:par>
                              <p:par>
                                <p:cTn id="276" presetID="10" presetClass="exit" presetSubtype="0" fill="hold" nodeType="withEffect">
                                  <p:stCondLst>
                                    <p:cond delay="0"/>
                                  </p:stCondLst>
                                  <p:childTnLst>
                                    <p:animEffect transition="out" filter="fade">
                                      <p:cBhvr>
                                        <p:cTn id="277" dur="175"/>
                                        <p:tgtEl>
                                          <p:spTgt spid="35"/>
                                        </p:tgtEl>
                                      </p:cBhvr>
                                    </p:animEffect>
                                    <p:set>
                                      <p:cBhvr>
                                        <p:cTn id="278" dur="1" fill="hold">
                                          <p:stCondLst>
                                            <p:cond delay="174"/>
                                          </p:stCondLst>
                                        </p:cTn>
                                        <p:tgtEl>
                                          <p:spTgt spid="35"/>
                                        </p:tgtEl>
                                        <p:attrNameLst>
                                          <p:attrName>style.visibility</p:attrName>
                                        </p:attrNameLst>
                                      </p:cBhvr>
                                      <p:to>
                                        <p:strVal val="hidden"/>
                                      </p:to>
                                    </p:set>
                                  </p:childTnLst>
                                </p:cTn>
                              </p:par>
                              <p:par>
                                <p:cTn id="279" presetID="10" presetClass="exit" presetSubtype="0" fill="hold" nodeType="withEffect">
                                  <p:stCondLst>
                                    <p:cond delay="0"/>
                                  </p:stCondLst>
                                  <p:childTnLst>
                                    <p:animEffect transition="out" filter="fade">
                                      <p:cBhvr>
                                        <p:cTn id="280" dur="175"/>
                                        <p:tgtEl>
                                          <p:spTgt spid="37"/>
                                        </p:tgtEl>
                                      </p:cBhvr>
                                    </p:animEffect>
                                    <p:set>
                                      <p:cBhvr>
                                        <p:cTn id="281" dur="1" fill="hold">
                                          <p:stCondLst>
                                            <p:cond delay="174"/>
                                          </p:stCondLst>
                                        </p:cTn>
                                        <p:tgtEl>
                                          <p:spTgt spid="37"/>
                                        </p:tgtEl>
                                        <p:attrNameLst>
                                          <p:attrName>style.visibility</p:attrName>
                                        </p:attrNameLst>
                                      </p:cBhvr>
                                      <p:to>
                                        <p:strVal val="hidden"/>
                                      </p:to>
                                    </p:set>
                                  </p:childTnLst>
                                </p:cTn>
                              </p:par>
                              <p:par>
                                <p:cTn id="282" presetID="10" presetClass="exit" presetSubtype="0" fill="hold" nodeType="withEffect">
                                  <p:stCondLst>
                                    <p:cond delay="0"/>
                                  </p:stCondLst>
                                  <p:childTnLst>
                                    <p:animEffect transition="out" filter="fade">
                                      <p:cBhvr>
                                        <p:cTn id="283" dur="175"/>
                                        <p:tgtEl>
                                          <p:spTgt spid="38"/>
                                        </p:tgtEl>
                                      </p:cBhvr>
                                    </p:animEffect>
                                    <p:set>
                                      <p:cBhvr>
                                        <p:cTn id="284" dur="1" fill="hold">
                                          <p:stCondLst>
                                            <p:cond delay="174"/>
                                          </p:stCondLst>
                                        </p:cTn>
                                        <p:tgtEl>
                                          <p:spTgt spid="38"/>
                                        </p:tgtEl>
                                        <p:attrNameLst>
                                          <p:attrName>style.visibility</p:attrName>
                                        </p:attrNameLst>
                                      </p:cBhvr>
                                      <p:to>
                                        <p:strVal val="hidden"/>
                                      </p:to>
                                    </p:set>
                                  </p:childTnLst>
                                </p:cTn>
                              </p:par>
                              <p:par>
                                <p:cTn id="285" presetID="10" presetClass="exit" presetSubtype="0" fill="hold" nodeType="withEffect">
                                  <p:stCondLst>
                                    <p:cond delay="0"/>
                                  </p:stCondLst>
                                  <p:childTnLst>
                                    <p:animEffect transition="out" filter="fade">
                                      <p:cBhvr>
                                        <p:cTn id="286" dur="175"/>
                                        <p:tgtEl>
                                          <p:spTgt spid="39"/>
                                        </p:tgtEl>
                                      </p:cBhvr>
                                    </p:animEffect>
                                    <p:set>
                                      <p:cBhvr>
                                        <p:cTn id="287" dur="1" fill="hold">
                                          <p:stCondLst>
                                            <p:cond delay="174"/>
                                          </p:stCondLst>
                                        </p:cTn>
                                        <p:tgtEl>
                                          <p:spTgt spid="39"/>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175"/>
                                        <p:tgtEl>
                                          <p:spTgt spid="40"/>
                                        </p:tgtEl>
                                      </p:cBhvr>
                                    </p:animEffect>
                                    <p:set>
                                      <p:cBhvr>
                                        <p:cTn id="290" dur="1" fill="hold">
                                          <p:stCondLst>
                                            <p:cond delay="174"/>
                                          </p:stCondLst>
                                        </p:cTn>
                                        <p:tgtEl>
                                          <p:spTgt spid="40"/>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175"/>
                                        <p:tgtEl>
                                          <p:spTgt spid="41"/>
                                        </p:tgtEl>
                                      </p:cBhvr>
                                    </p:animEffect>
                                    <p:set>
                                      <p:cBhvr>
                                        <p:cTn id="293" dur="1" fill="hold">
                                          <p:stCondLst>
                                            <p:cond delay="174"/>
                                          </p:stCondLst>
                                        </p:cTn>
                                        <p:tgtEl>
                                          <p:spTgt spid="41"/>
                                        </p:tgtEl>
                                        <p:attrNameLst>
                                          <p:attrName>style.visibility</p:attrName>
                                        </p:attrNameLst>
                                      </p:cBhvr>
                                      <p:to>
                                        <p:strVal val="hidden"/>
                                      </p:to>
                                    </p:set>
                                  </p:childTnLst>
                                </p:cTn>
                              </p:par>
                              <p:par>
                                <p:cTn id="294" presetID="10" presetClass="exit" presetSubtype="0" fill="hold" nodeType="withEffect">
                                  <p:stCondLst>
                                    <p:cond delay="0"/>
                                  </p:stCondLst>
                                  <p:childTnLst>
                                    <p:animEffect transition="out" filter="fade">
                                      <p:cBhvr>
                                        <p:cTn id="295" dur="175"/>
                                        <p:tgtEl>
                                          <p:spTgt spid="42"/>
                                        </p:tgtEl>
                                      </p:cBhvr>
                                    </p:animEffect>
                                    <p:set>
                                      <p:cBhvr>
                                        <p:cTn id="296" dur="1" fill="hold">
                                          <p:stCondLst>
                                            <p:cond delay="174"/>
                                          </p:stCondLst>
                                        </p:cTn>
                                        <p:tgtEl>
                                          <p:spTgt spid="42"/>
                                        </p:tgtEl>
                                        <p:attrNameLst>
                                          <p:attrName>style.visibility</p:attrName>
                                        </p:attrNameLst>
                                      </p:cBhvr>
                                      <p:to>
                                        <p:strVal val="hidden"/>
                                      </p:to>
                                    </p:set>
                                  </p:childTnLst>
                                </p:cTn>
                              </p:par>
                              <p:par>
                                <p:cTn id="297" presetID="10" presetClass="exit" presetSubtype="0" fill="hold" nodeType="withEffect">
                                  <p:stCondLst>
                                    <p:cond delay="0"/>
                                  </p:stCondLst>
                                  <p:childTnLst>
                                    <p:animEffect transition="out" filter="fade">
                                      <p:cBhvr>
                                        <p:cTn id="298" dur="175"/>
                                        <p:tgtEl>
                                          <p:spTgt spid="43"/>
                                        </p:tgtEl>
                                      </p:cBhvr>
                                    </p:animEffect>
                                    <p:set>
                                      <p:cBhvr>
                                        <p:cTn id="299" dur="1" fill="hold">
                                          <p:stCondLst>
                                            <p:cond delay="174"/>
                                          </p:stCondLst>
                                        </p:cTn>
                                        <p:tgtEl>
                                          <p:spTgt spid="43"/>
                                        </p:tgtEl>
                                        <p:attrNameLst>
                                          <p:attrName>style.visibility</p:attrName>
                                        </p:attrNameLst>
                                      </p:cBhvr>
                                      <p:to>
                                        <p:strVal val="hidden"/>
                                      </p:to>
                                    </p:set>
                                  </p:childTnLst>
                                </p:cTn>
                              </p:par>
                              <p:par>
                                <p:cTn id="300" presetID="10" presetClass="exit" presetSubtype="0" fill="hold" nodeType="withEffect">
                                  <p:stCondLst>
                                    <p:cond delay="0"/>
                                  </p:stCondLst>
                                  <p:childTnLst>
                                    <p:animEffect transition="out" filter="fade">
                                      <p:cBhvr>
                                        <p:cTn id="301" dur="175"/>
                                        <p:tgtEl>
                                          <p:spTgt spid="44"/>
                                        </p:tgtEl>
                                      </p:cBhvr>
                                    </p:animEffect>
                                    <p:set>
                                      <p:cBhvr>
                                        <p:cTn id="302" dur="1" fill="hold">
                                          <p:stCondLst>
                                            <p:cond delay="174"/>
                                          </p:stCondLst>
                                        </p:cTn>
                                        <p:tgtEl>
                                          <p:spTgt spid="44"/>
                                        </p:tgtEl>
                                        <p:attrNameLst>
                                          <p:attrName>style.visibility</p:attrName>
                                        </p:attrNameLst>
                                      </p:cBhvr>
                                      <p:to>
                                        <p:strVal val="hidden"/>
                                      </p:to>
                                    </p:set>
                                  </p:childTnLst>
                                </p:cTn>
                              </p:par>
                              <p:par>
                                <p:cTn id="303" presetID="0" presetClass="path" presetSubtype="0" accel="50000" decel="50000" fill="hold" nodeType="withEffect">
                                  <p:stCondLst>
                                    <p:cond delay="0"/>
                                  </p:stCondLst>
                                  <p:childTnLst>
                                    <p:animMotion origin="layout" path="M 0 0 L 0.30370 0.04128 E" pathEditMode="relative" rAng="0" ptsTypes="AA">
                                      <p:cBhvr>
                                        <p:cTn id="304" dur="375" fill="hold"/>
                                        <p:tgtEl>
                                          <p:spTgt spid="36"/>
                                        </p:tgtEl>
                                        <p:attrNameLst>
                                          <p:attrName>ppt_x</p:attrName>
                                          <p:attrName>ppt_y</p:attrName>
                                        </p:attrNameLst>
                                      </p:cBhvr>
                                      <p:rCtr x="15184" y="2063"/>
                                    </p:animMotion>
                                  </p:childTnLst>
                                </p:cTn>
                              </p:par>
                              <p:par>
                                <p:cTn id="305" presetID="6" presetClass="emph" presetSubtype="0" accel="50000" decel="50000" fill="hold" nodeType="withEffect">
                                  <p:stCondLst>
                                    <p:cond delay="0"/>
                                  </p:stCondLst>
                                  <p:childTnLst>
                                    <p:animScale>
                                      <p:cBhvr>
                                        <p:cTn id="306" dur="375" fill="hold"/>
                                        <p:tgtEl>
                                          <p:spTgt spid="36"/>
                                        </p:tgtEl>
                                      </p:cBhvr>
                                      <p:by x="38655" y="38655"/>
                                    </p:animScale>
                                  </p:childTnLst>
                                </p:cTn>
                              </p:par>
                              <p:par>
                                <p:cTn id="307" presetID="10" presetClass="entr" presetSubtype="0" fill="hold" nodeType="withEffect">
                                  <p:stCondLst>
                                    <p:cond delay="225"/>
                                  </p:stCondLst>
                                  <p:childTnLst>
                                    <p:set>
                                      <p:cBhvr>
                                        <p:cTn id="308" dur="1" fill="hold">
                                          <p:stCondLst>
                                            <p:cond delay="0"/>
                                          </p:stCondLst>
                                        </p:cTn>
                                        <p:tgtEl>
                                          <p:spTgt spid="45"/>
                                        </p:tgtEl>
                                        <p:attrNameLst>
                                          <p:attrName>style.visibility</p:attrName>
                                        </p:attrNameLst>
                                      </p:cBhvr>
                                      <p:to>
                                        <p:strVal val="visible"/>
                                      </p:to>
                                    </p:set>
                                    <p:animEffect transition="in" filter="fade">
                                      <p:cBhvr>
                                        <p:cTn id="309" dur="225"/>
                                        <p:tgtEl>
                                          <p:spTgt spid="45"/>
                                        </p:tgtEl>
                                      </p:cBhvr>
                                    </p:animEffect>
                                  </p:childTnLst>
                                </p:cTn>
                              </p:par>
                              <p:par>
                                <p:cTn id="310" presetID="53" presetClass="entr" presetSubtype="16" fill="hold" nodeType="withEffect">
                                  <p:stCondLst>
                                    <p:cond delay="260"/>
                                  </p:stCondLst>
                                  <p:childTnLst>
                                    <p:set>
                                      <p:cBhvr>
                                        <p:cTn id="311" dur="1" fill="hold">
                                          <p:stCondLst>
                                            <p:cond delay="0"/>
                                          </p:stCondLst>
                                        </p:cTn>
                                        <p:tgtEl>
                                          <p:spTgt spid="46"/>
                                        </p:tgtEl>
                                        <p:attrNameLst>
                                          <p:attrName>style.visibility</p:attrName>
                                        </p:attrNameLst>
                                      </p:cBhvr>
                                      <p:to>
                                        <p:strVal val="visible"/>
                                      </p:to>
                                    </p:set>
                                    <p:anim calcmode="lin" valueType="num">
                                      <p:cBhvr>
                                        <p:cTn id="312" dur="300" fill="hold"/>
                                        <p:tgtEl>
                                          <p:spTgt spid="46"/>
                                        </p:tgtEl>
                                        <p:attrNameLst>
                                          <p:attrName>ppt_w</p:attrName>
                                        </p:attrNameLst>
                                      </p:cBhvr>
                                      <p:tavLst>
                                        <p:tav tm="0">
                                          <p:val>
                                            <p:fltVal val="0"/>
                                          </p:val>
                                        </p:tav>
                                        <p:tav tm="100000">
                                          <p:val>
                                            <p:strVal val="#ppt_w"/>
                                          </p:val>
                                        </p:tav>
                                      </p:tavLst>
                                    </p:anim>
                                    <p:anim calcmode="lin" valueType="num">
                                      <p:cBhvr>
                                        <p:cTn id="313" dur="300" fill="hold"/>
                                        <p:tgtEl>
                                          <p:spTgt spid="46"/>
                                        </p:tgtEl>
                                        <p:attrNameLst>
                                          <p:attrName>ppt_h</p:attrName>
                                        </p:attrNameLst>
                                      </p:cBhvr>
                                      <p:tavLst>
                                        <p:tav tm="0">
                                          <p:val>
                                            <p:fltVal val="0"/>
                                          </p:val>
                                        </p:tav>
                                        <p:tav tm="100000">
                                          <p:val>
                                            <p:strVal val="#ppt_h"/>
                                          </p:val>
                                        </p:tav>
                                      </p:tavLst>
                                    </p:anim>
                                    <p:animEffect transition="in" filter="fade">
                                      <p:cBhvr>
                                        <p:cTn id="314" dur="300"/>
                                        <p:tgtEl>
                                          <p:spTgt spid="46"/>
                                        </p:tgtEl>
                                      </p:cBhvr>
                                    </p:animEffect>
                                  </p:childTnLst>
                                </p:cTn>
                              </p:par>
                              <p:par>
                                <p:cTn id="315" presetID="53" presetClass="entr" presetSubtype="16" fill="hold" nodeType="withEffect">
                                  <p:stCondLst>
                                    <p:cond delay="295"/>
                                  </p:stCondLst>
                                  <p:childTnLst>
                                    <p:set>
                                      <p:cBhvr>
                                        <p:cTn id="316" dur="1" fill="hold">
                                          <p:stCondLst>
                                            <p:cond delay="0"/>
                                          </p:stCondLst>
                                        </p:cTn>
                                        <p:tgtEl>
                                          <p:spTgt spid="47"/>
                                        </p:tgtEl>
                                        <p:attrNameLst>
                                          <p:attrName>style.visibility</p:attrName>
                                        </p:attrNameLst>
                                      </p:cBhvr>
                                      <p:to>
                                        <p:strVal val="visible"/>
                                      </p:to>
                                    </p:set>
                                    <p:anim calcmode="lin" valueType="num">
                                      <p:cBhvr>
                                        <p:cTn id="317" dur="300" fill="hold"/>
                                        <p:tgtEl>
                                          <p:spTgt spid="47"/>
                                        </p:tgtEl>
                                        <p:attrNameLst>
                                          <p:attrName>ppt_w</p:attrName>
                                        </p:attrNameLst>
                                      </p:cBhvr>
                                      <p:tavLst>
                                        <p:tav tm="0">
                                          <p:val>
                                            <p:fltVal val="0"/>
                                          </p:val>
                                        </p:tav>
                                        <p:tav tm="100000">
                                          <p:val>
                                            <p:strVal val="#ppt_w"/>
                                          </p:val>
                                        </p:tav>
                                      </p:tavLst>
                                    </p:anim>
                                    <p:anim calcmode="lin" valueType="num">
                                      <p:cBhvr>
                                        <p:cTn id="318" dur="300" fill="hold"/>
                                        <p:tgtEl>
                                          <p:spTgt spid="47"/>
                                        </p:tgtEl>
                                        <p:attrNameLst>
                                          <p:attrName>ppt_h</p:attrName>
                                        </p:attrNameLst>
                                      </p:cBhvr>
                                      <p:tavLst>
                                        <p:tav tm="0">
                                          <p:val>
                                            <p:fltVal val="0"/>
                                          </p:val>
                                        </p:tav>
                                        <p:tav tm="100000">
                                          <p:val>
                                            <p:strVal val="#ppt_h"/>
                                          </p:val>
                                        </p:tav>
                                      </p:tavLst>
                                    </p:anim>
                                    <p:animEffect transition="in" filter="fade">
                                      <p:cBhvr>
                                        <p:cTn id="319" dur="300"/>
                                        <p:tgtEl>
                                          <p:spTgt spid="47"/>
                                        </p:tgtEl>
                                      </p:cBhvr>
                                    </p:animEffect>
                                  </p:childTnLst>
                                </p:cTn>
                              </p:par>
                              <p:par>
                                <p:cTn id="320" presetID="22" presetClass="entr" presetSubtype="4" fill="hold" nodeType="withEffect">
                                  <p:stCondLst>
                                    <p:cond delay="330"/>
                                  </p:stCondLst>
                                  <p:childTnLst>
                                    <p:set>
                                      <p:cBhvr>
                                        <p:cTn id="321" dur="1" fill="hold">
                                          <p:stCondLst>
                                            <p:cond delay="0"/>
                                          </p:stCondLst>
                                        </p:cTn>
                                        <p:tgtEl>
                                          <p:spTgt spid="48"/>
                                        </p:tgtEl>
                                        <p:attrNameLst>
                                          <p:attrName>style.visibility</p:attrName>
                                        </p:attrNameLst>
                                      </p:cBhvr>
                                      <p:to>
                                        <p:strVal val="visible"/>
                                      </p:to>
                                    </p:set>
                                    <p:animEffect transition="in" filter="wipe(down)">
                                      <p:cBhvr>
                                        <p:cTn id="322" dur="250"/>
                                        <p:tgtEl>
                                          <p:spTgt spid="48"/>
                                        </p:tgtEl>
                                      </p:cBhvr>
                                    </p:animEffect>
                                  </p:childTnLst>
                                </p:cTn>
                              </p:par>
                              <p:par>
                                <p:cTn id="323" presetID="22" presetClass="entr" presetSubtype="4" fill="hold" nodeType="withEffect">
                                  <p:stCondLst>
                                    <p:cond delay="365"/>
                                  </p:stCondLst>
                                  <p:childTnLst>
                                    <p:set>
                                      <p:cBhvr>
                                        <p:cTn id="324" dur="1" fill="hold">
                                          <p:stCondLst>
                                            <p:cond delay="0"/>
                                          </p:stCondLst>
                                        </p:cTn>
                                        <p:tgtEl>
                                          <p:spTgt spid="49"/>
                                        </p:tgtEl>
                                        <p:attrNameLst>
                                          <p:attrName>style.visibility</p:attrName>
                                        </p:attrNameLst>
                                      </p:cBhvr>
                                      <p:to>
                                        <p:strVal val="visible"/>
                                      </p:to>
                                    </p:set>
                                    <p:animEffect transition="in" filter="wipe(down)">
                                      <p:cBhvr>
                                        <p:cTn id="325" dur="250"/>
                                        <p:tgtEl>
                                          <p:spTgt spid="49"/>
                                        </p:tgtEl>
                                      </p:cBhvr>
                                    </p:animEffect>
                                  </p:childTnLst>
                                </p:cTn>
                              </p:par>
                              <p:par>
                                <p:cTn id="326" presetID="22" presetClass="entr" presetSubtype="4" fill="hold" nodeType="withEffect">
                                  <p:stCondLst>
                                    <p:cond delay="400"/>
                                  </p:stCondLst>
                                  <p:childTnLst>
                                    <p:set>
                                      <p:cBhvr>
                                        <p:cTn id="327" dur="1" fill="hold">
                                          <p:stCondLst>
                                            <p:cond delay="0"/>
                                          </p:stCondLst>
                                        </p:cTn>
                                        <p:tgtEl>
                                          <p:spTgt spid="50"/>
                                        </p:tgtEl>
                                        <p:attrNameLst>
                                          <p:attrName>style.visibility</p:attrName>
                                        </p:attrNameLst>
                                      </p:cBhvr>
                                      <p:to>
                                        <p:strVal val="visible"/>
                                      </p:to>
                                    </p:set>
                                    <p:animEffect transition="in" filter="wipe(down)">
                                      <p:cBhvr>
                                        <p:cTn id="328" dur="250"/>
                                        <p:tgtEl>
                                          <p:spTgt spid="50"/>
                                        </p:tgtEl>
                                      </p:cBhvr>
                                    </p:animEffect>
                                  </p:childTnLst>
                                </p:cTn>
                              </p:par>
                              <p:par>
                                <p:cTn id="329" presetID="10" presetClass="entr" presetSubtype="0" grpId="0" fill="hold" nodeType="withEffect">
                                  <p:stCondLst>
                                    <p:cond delay="435"/>
                                  </p:stCondLst>
                                  <p:childTnLst>
                                    <p:set>
                                      <p:cBhvr>
                                        <p:cTn id="330" dur="1" fill="hold">
                                          <p:stCondLst>
                                            <p:cond delay="0"/>
                                          </p:stCondLst>
                                        </p:cTn>
                                        <p:tgtEl>
                                          <p:spTgt spid="51">
                                            <p:txEl>
                                              <p:pRg st="0" end="0"/>
                                            </p:txEl>
                                          </p:spTgt>
                                        </p:tgtEl>
                                        <p:attrNameLst>
                                          <p:attrName>style.visibility</p:attrName>
                                        </p:attrNameLst>
                                      </p:cBhvr>
                                      <p:to>
                                        <p:strVal val="visible"/>
                                      </p:to>
                                    </p:set>
                                    <p:animEffect transition="in" filter="fade">
                                      <p:cBhvr>
                                        <p:cTn id="331" dur="225"/>
                                        <p:tgtEl>
                                          <p:spTgt spid="51">
                                            <p:txEl>
                                              <p:pRg st="0" end="0"/>
                                            </p:txEl>
                                          </p:spTgt>
                                        </p:tgtEl>
                                      </p:cBhvr>
                                    </p:animEffect>
                                  </p:childTnLst>
                                </p:cTn>
                              </p:par>
                              <p:par>
                                <p:cTn id="332" presetID="10" presetClass="entr" presetSubtype="0" grpId="0" fill="hold" nodeType="withEffect">
                                  <p:stCondLst>
                                    <p:cond delay="625"/>
                                  </p:stCondLst>
                                  <p:childTnLst>
                                    <p:set>
                                      <p:cBhvr>
                                        <p:cTn id="333" dur="1" fill="hold">
                                          <p:stCondLst>
                                            <p:cond delay="0"/>
                                          </p:stCondLst>
                                        </p:cTn>
                                        <p:tgtEl>
                                          <p:spTgt spid="51">
                                            <p:txEl>
                                              <p:pRg st="1" end="1"/>
                                            </p:txEl>
                                          </p:spTgt>
                                        </p:tgtEl>
                                        <p:attrNameLst>
                                          <p:attrName>style.visibility</p:attrName>
                                        </p:attrNameLst>
                                      </p:cBhvr>
                                      <p:to>
                                        <p:strVal val="visible"/>
                                      </p:to>
                                    </p:set>
                                    <p:animEffect transition="in" filter="fade">
                                      <p:cBhvr>
                                        <p:cTn id="334" dur="225"/>
                                        <p:tgtEl>
                                          <p:spTgt spid="51">
                                            <p:txEl>
                                              <p:pRg st="1" end="1"/>
                                            </p:txEl>
                                          </p:spTgt>
                                        </p:tgtEl>
                                      </p:cBhvr>
                                    </p:animEffect>
                                  </p:childTnLst>
                                </p:cTn>
                              </p:par>
                              <p:par>
                                <p:cTn id="335" presetID="10" presetClass="entr" presetSubtype="0" fill="hold" nodeType="withEffect">
                                  <p:stCondLst>
                                    <p:cond delay="290"/>
                                  </p:stCondLst>
                                  <p:childTnLst>
                                    <p:set>
                                      <p:cBhvr>
                                        <p:cTn id="336" dur="1" fill="hold">
                                          <p:stCondLst>
                                            <p:cond delay="0"/>
                                          </p:stCondLst>
                                        </p:cTn>
                                        <p:tgtEl>
                                          <p:spTgt spid="54"/>
                                        </p:tgtEl>
                                        <p:attrNameLst>
                                          <p:attrName>style.visibility</p:attrName>
                                        </p:attrNameLst>
                                      </p:cBhvr>
                                      <p:to>
                                        <p:strVal val="visible"/>
                                      </p:to>
                                    </p:set>
                                    <p:animEffect transition="in" filter="fade">
                                      <p:cBhvr>
                                        <p:cTn id="337" dur="225"/>
                                        <p:tgtEl>
                                          <p:spTgt spid="54"/>
                                        </p:tgtEl>
                                      </p:cBhvr>
                                    </p:animEffect>
                                  </p:childTnLst>
                                </p:cTn>
                              </p:par>
                            </p:childTnLst>
                          </p:cTn>
                        </p:par>
                      </p:childTnLst>
                    </p:cTn>
                  </p:par>
                  <p:par>
                    <p:cTn id="338" fill="hold">
                      <p:stCondLst>
                        <p:cond delay="indefinite"/>
                      </p:stCondLst>
                      <p:childTnLst>
                        <p:par>
                          <p:cTn id="339" fill="hold">
                            <p:stCondLst>
                              <p:cond delay="0"/>
                            </p:stCondLst>
                            <p:childTnLst>
                              <p:par>
                                <p:cTn id="340" presetID="10" presetClass="exit" presetSubtype="0" fill="hold" nodeType="clickEffect">
                                  <p:stCondLst>
                                    <p:cond delay="0"/>
                                  </p:stCondLst>
                                  <p:childTnLst>
                                    <p:animEffect transition="out" filter="fade">
                                      <p:cBhvr>
                                        <p:cTn id="341" dur="175"/>
                                        <p:tgtEl>
                                          <p:spTgt spid="45"/>
                                        </p:tgtEl>
                                      </p:cBhvr>
                                    </p:animEffect>
                                    <p:set>
                                      <p:cBhvr>
                                        <p:cTn id="342" dur="1" fill="hold">
                                          <p:stCondLst>
                                            <p:cond delay="174"/>
                                          </p:stCondLst>
                                        </p:cTn>
                                        <p:tgtEl>
                                          <p:spTgt spid="45"/>
                                        </p:tgtEl>
                                        <p:attrNameLst>
                                          <p:attrName>style.visibility</p:attrName>
                                        </p:attrNameLst>
                                      </p:cBhvr>
                                      <p:to>
                                        <p:strVal val="hidden"/>
                                      </p:to>
                                    </p:set>
                                  </p:childTnLst>
                                </p:cTn>
                              </p:par>
                              <p:par>
                                <p:cTn id="343" presetID="10" presetClass="exit" presetSubtype="0" fill="hold" nodeType="withEffect">
                                  <p:stCondLst>
                                    <p:cond delay="0"/>
                                  </p:stCondLst>
                                  <p:childTnLst>
                                    <p:animEffect transition="out" filter="fade">
                                      <p:cBhvr>
                                        <p:cTn id="344" dur="175"/>
                                        <p:tgtEl>
                                          <p:spTgt spid="46"/>
                                        </p:tgtEl>
                                      </p:cBhvr>
                                    </p:animEffect>
                                    <p:set>
                                      <p:cBhvr>
                                        <p:cTn id="345" dur="1" fill="hold">
                                          <p:stCondLst>
                                            <p:cond delay="174"/>
                                          </p:stCondLst>
                                        </p:cTn>
                                        <p:tgtEl>
                                          <p:spTgt spid="46"/>
                                        </p:tgtEl>
                                        <p:attrNameLst>
                                          <p:attrName>style.visibility</p:attrName>
                                        </p:attrNameLst>
                                      </p:cBhvr>
                                      <p:to>
                                        <p:strVal val="hidden"/>
                                      </p:to>
                                    </p:set>
                                  </p:childTnLst>
                                </p:cTn>
                              </p:par>
                              <p:par>
                                <p:cTn id="346" presetID="10" presetClass="exit" presetSubtype="0" fill="hold" nodeType="withEffect">
                                  <p:stCondLst>
                                    <p:cond delay="0"/>
                                  </p:stCondLst>
                                  <p:childTnLst>
                                    <p:animEffect transition="out" filter="fade">
                                      <p:cBhvr>
                                        <p:cTn id="347" dur="175"/>
                                        <p:tgtEl>
                                          <p:spTgt spid="48"/>
                                        </p:tgtEl>
                                      </p:cBhvr>
                                    </p:animEffect>
                                    <p:set>
                                      <p:cBhvr>
                                        <p:cTn id="348" dur="1" fill="hold">
                                          <p:stCondLst>
                                            <p:cond delay="174"/>
                                          </p:stCondLst>
                                        </p:cTn>
                                        <p:tgtEl>
                                          <p:spTgt spid="48"/>
                                        </p:tgtEl>
                                        <p:attrNameLst>
                                          <p:attrName>style.visibility</p:attrName>
                                        </p:attrNameLst>
                                      </p:cBhvr>
                                      <p:to>
                                        <p:strVal val="hidden"/>
                                      </p:to>
                                    </p:set>
                                  </p:childTnLst>
                                </p:cTn>
                              </p:par>
                              <p:par>
                                <p:cTn id="349" presetID="10" presetClass="exit" presetSubtype="0" fill="hold" nodeType="withEffect">
                                  <p:stCondLst>
                                    <p:cond delay="0"/>
                                  </p:stCondLst>
                                  <p:childTnLst>
                                    <p:animEffect transition="out" filter="fade">
                                      <p:cBhvr>
                                        <p:cTn id="350" dur="175"/>
                                        <p:tgtEl>
                                          <p:spTgt spid="49"/>
                                        </p:tgtEl>
                                      </p:cBhvr>
                                    </p:animEffect>
                                    <p:set>
                                      <p:cBhvr>
                                        <p:cTn id="351" dur="1" fill="hold">
                                          <p:stCondLst>
                                            <p:cond delay="174"/>
                                          </p:stCondLst>
                                        </p:cTn>
                                        <p:tgtEl>
                                          <p:spTgt spid="49"/>
                                        </p:tgtEl>
                                        <p:attrNameLst>
                                          <p:attrName>style.visibility</p:attrName>
                                        </p:attrNameLst>
                                      </p:cBhvr>
                                      <p:to>
                                        <p:strVal val="hidden"/>
                                      </p:to>
                                    </p:set>
                                  </p:childTnLst>
                                </p:cTn>
                              </p:par>
                              <p:par>
                                <p:cTn id="352" presetID="10" presetClass="exit" presetSubtype="0" fill="hold" nodeType="withEffect">
                                  <p:stCondLst>
                                    <p:cond delay="0"/>
                                  </p:stCondLst>
                                  <p:childTnLst>
                                    <p:animEffect transition="out" filter="fade">
                                      <p:cBhvr>
                                        <p:cTn id="353" dur="175"/>
                                        <p:tgtEl>
                                          <p:spTgt spid="50"/>
                                        </p:tgtEl>
                                      </p:cBhvr>
                                    </p:animEffect>
                                    <p:set>
                                      <p:cBhvr>
                                        <p:cTn id="354" dur="1" fill="hold">
                                          <p:stCondLst>
                                            <p:cond delay="174"/>
                                          </p:stCondLst>
                                        </p:cTn>
                                        <p:tgtEl>
                                          <p:spTgt spid="50"/>
                                        </p:tgtEl>
                                        <p:attrNameLst>
                                          <p:attrName>style.visibility</p:attrName>
                                        </p:attrNameLst>
                                      </p:cBhvr>
                                      <p:to>
                                        <p:strVal val="hidden"/>
                                      </p:to>
                                    </p:set>
                                  </p:childTnLst>
                                </p:cTn>
                              </p:par>
                              <p:par>
                                <p:cTn id="355" presetID="10" presetClass="exit" presetSubtype="0" grpId="0" fill="hold" nodeType="withEffect">
                                  <p:stCondLst>
                                    <p:cond delay="0"/>
                                  </p:stCondLst>
                                  <p:childTnLst>
                                    <p:animEffect transition="out" filter="fade">
                                      <p:cBhvr>
                                        <p:cTn id="356" dur="175"/>
                                        <p:tgtEl>
                                          <p:spTgt spid="51">
                                            <p:txEl>
                                              <p:pRg st="0" end="0"/>
                                            </p:txEl>
                                          </p:spTgt>
                                        </p:tgtEl>
                                      </p:cBhvr>
                                    </p:animEffect>
                                    <p:set>
                                      <p:cBhvr>
                                        <p:cTn id="357" dur="1" fill="hold">
                                          <p:stCondLst>
                                            <p:cond delay="174"/>
                                          </p:stCondLst>
                                        </p:cTn>
                                        <p:tgtEl>
                                          <p:spTgt spid="51">
                                            <p:txEl>
                                              <p:pRg st="0" end="0"/>
                                            </p:txEl>
                                          </p:spTgt>
                                        </p:tgtEl>
                                        <p:attrNameLst>
                                          <p:attrName>style.visibility</p:attrName>
                                        </p:attrNameLst>
                                      </p:cBhvr>
                                      <p:to>
                                        <p:strVal val="hidden"/>
                                      </p:to>
                                    </p:set>
                                  </p:childTnLst>
                                </p:cTn>
                              </p:par>
                              <p:par>
                                <p:cTn id="358" presetID="10" presetClass="exit" presetSubtype="0" grpId="0" fill="hold" nodeType="withEffect">
                                  <p:stCondLst>
                                    <p:cond delay="0"/>
                                  </p:stCondLst>
                                  <p:childTnLst>
                                    <p:animEffect transition="out" filter="fade">
                                      <p:cBhvr>
                                        <p:cTn id="359" dur="175"/>
                                        <p:tgtEl>
                                          <p:spTgt spid="51">
                                            <p:txEl>
                                              <p:pRg st="1" end="1"/>
                                            </p:txEl>
                                          </p:spTgt>
                                        </p:tgtEl>
                                      </p:cBhvr>
                                    </p:animEffect>
                                    <p:set>
                                      <p:cBhvr>
                                        <p:cTn id="360" dur="1" fill="hold">
                                          <p:stCondLst>
                                            <p:cond delay="174"/>
                                          </p:stCondLst>
                                        </p:cTn>
                                        <p:tgtEl>
                                          <p:spTgt spid="51">
                                            <p:txEl>
                                              <p:pRg st="1" end="1"/>
                                            </p:txEl>
                                          </p:spTgt>
                                        </p:tgtEl>
                                        <p:attrNameLst>
                                          <p:attrName>style.visibility</p:attrName>
                                        </p:attrNameLst>
                                      </p:cBhvr>
                                      <p:to>
                                        <p:strVal val="hidden"/>
                                      </p:to>
                                    </p:set>
                                  </p:childTnLst>
                                </p:cTn>
                              </p:par>
                              <p:par>
                                <p:cTn id="361" presetID="10" presetClass="exit" presetSubtype="0" fill="hold" nodeType="withEffect">
                                  <p:stCondLst>
                                    <p:cond delay="0"/>
                                  </p:stCondLst>
                                  <p:childTnLst>
                                    <p:animEffect transition="out" filter="fade">
                                      <p:cBhvr>
                                        <p:cTn id="362" dur="175"/>
                                        <p:tgtEl>
                                          <p:spTgt spid="54"/>
                                        </p:tgtEl>
                                      </p:cBhvr>
                                    </p:animEffect>
                                    <p:set>
                                      <p:cBhvr>
                                        <p:cTn id="363" dur="1" fill="hold">
                                          <p:stCondLst>
                                            <p:cond delay="174"/>
                                          </p:stCondLst>
                                        </p:cTn>
                                        <p:tgtEl>
                                          <p:spTgt spid="54"/>
                                        </p:tgtEl>
                                        <p:attrNameLst>
                                          <p:attrName>style.visibility</p:attrName>
                                        </p:attrNameLst>
                                      </p:cBhvr>
                                      <p:to>
                                        <p:strVal val="hidden"/>
                                      </p:to>
                                    </p:set>
                                  </p:childTnLst>
                                </p:cTn>
                              </p:par>
                              <p:par>
                                <p:cTn id="364" presetID="0" presetClass="path" presetSubtype="0" accel="50000" decel="50000" fill="hold" nodeType="withEffect">
                                  <p:stCondLst>
                                    <p:cond delay="0"/>
                                  </p:stCondLst>
                                  <p:childTnLst>
                                    <p:animMotion origin="layout" path="M 0 0 L 0.36606 0.18137 E" pathEditMode="relative" rAng="0" ptsTypes="AA">
                                      <p:cBhvr>
                                        <p:cTn id="365" dur="375" fill="hold"/>
                                        <p:tgtEl>
                                          <p:spTgt spid="47"/>
                                        </p:tgtEl>
                                        <p:attrNameLst>
                                          <p:attrName>ppt_x</p:attrName>
                                          <p:attrName>ppt_y</p:attrName>
                                        </p:attrNameLst>
                                      </p:cBhvr>
                                      <p:rCtr x="18302" y="9068"/>
                                    </p:animMotion>
                                  </p:childTnLst>
                                </p:cTn>
                              </p:par>
                              <p:par>
                                <p:cTn id="366" presetID="6" presetClass="emph" presetSubtype="0" accel="50000" decel="50000" fill="hold" nodeType="withEffect">
                                  <p:stCondLst>
                                    <p:cond delay="0"/>
                                  </p:stCondLst>
                                  <p:childTnLst>
                                    <p:animScale>
                                      <p:cBhvr>
                                        <p:cTn id="367" dur="375" fill="hold"/>
                                        <p:tgtEl>
                                          <p:spTgt spid="47"/>
                                        </p:tgtEl>
                                      </p:cBhvr>
                                      <p:by x="40346" y="40346"/>
                                    </p:animScale>
                                  </p:childTnLst>
                                </p:cTn>
                              </p:par>
                              <p:par>
                                <p:cTn id="368" presetID="10" presetClass="entr" presetSubtype="0" fill="hold" nodeType="withEffect">
                                  <p:stCondLst>
                                    <p:cond delay="225"/>
                                  </p:stCondLst>
                                  <p:childTnLst>
                                    <p:set>
                                      <p:cBhvr>
                                        <p:cTn id="369" dur="1" fill="hold">
                                          <p:stCondLst>
                                            <p:cond delay="0"/>
                                          </p:stCondLst>
                                        </p:cTn>
                                        <p:tgtEl>
                                          <p:spTgt spid="55"/>
                                        </p:tgtEl>
                                        <p:attrNameLst>
                                          <p:attrName>style.visibility</p:attrName>
                                        </p:attrNameLst>
                                      </p:cBhvr>
                                      <p:to>
                                        <p:strVal val="visible"/>
                                      </p:to>
                                    </p:set>
                                    <p:animEffect transition="in" filter="fade">
                                      <p:cBhvr>
                                        <p:cTn id="370" dur="225"/>
                                        <p:tgtEl>
                                          <p:spTgt spid="55"/>
                                        </p:tgtEl>
                                      </p:cBhvr>
                                    </p:animEffect>
                                  </p:childTnLst>
                                </p:cTn>
                              </p:par>
                              <p:par>
                                <p:cTn id="371" presetID="53" presetClass="entr" presetSubtype="16" fill="hold" nodeType="withEffect">
                                  <p:stCondLst>
                                    <p:cond delay="260"/>
                                  </p:stCondLst>
                                  <p:childTnLst>
                                    <p:set>
                                      <p:cBhvr>
                                        <p:cTn id="372" dur="1" fill="hold">
                                          <p:stCondLst>
                                            <p:cond delay="0"/>
                                          </p:stCondLst>
                                        </p:cTn>
                                        <p:tgtEl>
                                          <p:spTgt spid="56"/>
                                        </p:tgtEl>
                                        <p:attrNameLst>
                                          <p:attrName>style.visibility</p:attrName>
                                        </p:attrNameLst>
                                      </p:cBhvr>
                                      <p:to>
                                        <p:strVal val="visible"/>
                                      </p:to>
                                    </p:set>
                                    <p:anim calcmode="lin" valueType="num">
                                      <p:cBhvr>
                                        <p:cTn id="373" dur="300" fill="hold"/>
                                        <p:tgtEl>
                                          <p:spTgt spid="56"/>
                                        </p:tgtEl>
                                        <p:attrNameLst>
                                          <p:attrName>ppt_w</p:attrName>
                                        </p:attrNameLst>
                                      </p:cBhvr>
                                      <p:tavLst>
                                        <p:tav tm="0">
                                          <p:val>
                                            <p:fltVal val="0"/>
                                          </p:val>
                                        </p:tav>
                                        <p:tav tm="100000">
                                          <p:val>
                                            <p:strVal val="#ppt_w"/>
                                          </p:val>
                                        </p:tav>
                                      </p:tavLst>
                                    </p:anim>
                                    <p:anim calcmode="lin" valueType="num">
                                      <p:cBhvr>
                                        <p:cTn id="374" dur="300" fill="hold"/>
                                        <p:tgtEl>
                                          <p:spTgt spid="56"/>
                                        </p:tgtEl>
                                        <p:attrNameLst>
                                          <p:attrName>ppt_h</p:attrName>
                                        </p:attrNameLst>
                                      </p:cBhvr>
                                      <p:tavLst>
                                        <p:tav tm="0">
                                          <p:val>
                                            <p:fltVal val="0"/>
                                          </p:val>
                                        </p:tav>
                                        <p:tav tm="100000">
                                          <p:val>
                                            <p:strVal val="#ppt_h"/>
                                          </p:val>
                                        </p:tav>
                                      </p:tavLst>
                                    </p:anim>
                                    <p:animEffect transition="in" filter="fade">
                                      <p:cBhvr>
                                        <p:cTn id="375" dur="300"/>
                                        <p:tgtEl>
                                          <p:spTgt spid="56"/>
                                        </p:tgtEl>
                                      </p:cBhvr>
                                    </p:animEffect>
                                  </p:childTnLst>
                                </p:cTn>
                              </p:par>
                              <p:par>
                                <p:cTn id="376" presetID="10" presetClass="entr" presetSubtype="0" grpId="0" fill="hold" nodeType="withEffect">
                                  <p:stCondLst>
                                    <p:cond delay="295"/>
                                  </p:stCondLst>
                                  <p:childTnLst>
                                    <p:set>
                                      <p:cBhvr>
                                        <p:cTn id="377" dur="1" fill="hold">
                                          <p:stCondLst>
                                            <p:cond delay="0"/>
                                          </p:stCondLst>
                                        </p:cTn>
                                        <p:tgtEl>
                                          <p:spTgt spid="57">
                                            <p:txEl>
                                              <p:pRg st="0" end="0"/>
                                            </p:txEl>
                                          </p:spTgt>
                                        </p:tgtEl>
                                        <p:attrNameLst>
                                          <p:attrName>style.visibility</p:attrName>
                                        </p:attrNameLst>
                                      </p:cBhvr>
                                      <p:to>
                                        <p:strVal val="visible"/>
                                      </p:to>
                                    </p:set>
                                    <p:animEffect transition="in" filter="fade">
                                      <p:cBhvr>
                                        <p:cTn id="378" dur="225"/>
                                        <p:tgtEl>
                                          <p:spTgt spid="57">
                                            <p:txEl>
                                              <p:pRg st="0" end="0"/>
                                            </p:txEl>
                                          </p:spTgt>
                                        </p:tgtEl>
                                      </p:cBhvr>
                                    </p:animEffect>
                                  </p:childTnLst>
                                </p:cTn>
                              </p:par>
                              <p:par>
                                <p:cTn id="379" presetID="10" presetClass="entr" presetSubtype="0" grpId="0" fill="hold" nodeType="withEffect">
                                  <p:stCondLst>
                                    <p:cond delay="485"/>
                                  </p:stCondLst>
                                  <p:childTnLst>
                                    <p:set>
                                      <p:cBhvr>
                                        <p:cTn id="380" dur="1" fill="hold">
                                          <p:stCondLst>
                                            <p:cond delay="0"/>
                                          </p:stCondLst>
                                        </p:cTn>
                                        <p:tgtEl>
                                          <p:spTgt spid="57">
                                            <p:txEl>
                                              <p:pRg st="1" end="1"/>
                                            </p:txEl>
                                          </p:spTgt>
                                        </p:tgtEl>
                                        <p:attrNameLst>
                                          <p:attrName>style.visibility</p:attrName>
                                        </p:attrNameLst>
                                      </p:cBhvr>
                                      <p:to>
                                        <p:strVal val="visible"/>
                                      </p:to>
                                    </p:set>
                                    <p:animEffect transition="in" filter="fade">
                                      <p:cBhvr>
                                        <p:cTn id="381" dur="225"/>
                                        <p:tgtEl>
                                          <p:spTgt spid="57">
                                            <p:txEl>
                                              <p:pRg st="1" end="1"/>
                                            </p:txEl>
                                          </p:spTgt>
                                        </p:tgtEl>
                                      </p:cBhvr>
                                    </p:animEffect>
                                  </p:childTnLst>
                                </p:cTn>
                              </p:par>
                              <p:par>
                                <p:cTn id="382" presetID="10" presetClass="entr" presetSubtype="0" grpId="0" fill="hold" nodeType="withEffect">
                                  <p:stCondLst>
                                    <p:cond delay="675"/>
                                  </p:stCondLst>
                                  <p:childTnLst>
                                    <p:set>
                                      <p:cBhvr>
                                        <p:cTn id="383" dur="1" fill="hold">
                                          <p:stCondLst>
                                            <p:cond delay="0"/>
                                          </p:stCondLst>
                                        </p:cTn>
                                        <p:tgtEl>
                                          <p:spTgt spid="57">
                                            <p:txEl>
                                              <p:pRg st="2" end="2"/>
                                            </p:txEl>
                                          </p:spTgt>
                                        </p:tgtEl>
                                        <p:attrNameLst>
                                          <p:attrName>style.visibility</p:attrName>
                                        </p:attrNameLst>
                                      </p:cBhvr>
                                      <p:to>
                                        <p:strVal val="visible"/>
                                      </p:to>
                                    </p:set>
                                    <p:animEffect transition="in" filter="fade">
                                      <p:cBhvr>
                                        <p:cTn id="384" dur="225"/>
                                        <p:tgtEl>
                                          <p:spTgt spid="57">
                                            <p:txEl>
                                              <p:pRg st="2" end="2"/>
                                            </p:txEl>
                                          </p:spTgt>
                                        </p:tgtEl>
                                      </p:cBhvr>
                                    </p:animEffect>
                                  </p:childTnLst>
                                </p:cTn>
                              </p:par>
                              <p:par>
                                <p:cTn id="385" presetID="10" presetClass="entr" presetSubtype="0" fill="hold" nodeType="withEffect">
                                  <p:stCondLst>
                                    <p:cond delay="290"/>
                                  </p:stCondLst>
                                  <p:childTnLst>
                                    <p:set>
                                      <p:cBhvr>
                                        <p:cTn id="386" dur="1" fill="hold">
                                          <p:stCondLst>
                                            <p:cond delay="0"/>
                                          </p:stCondLst>
                                        </p:cTn>
                                        <p:tgtEl>
                                          <p:spTgt spid="58"/>
                                        </p:tgtEl>
                                        <p:attrNameLst>
                                          <p:attrName>style.visibility</p:attrName>
                                        </p:attrNameLst>
                                      </p:cBhvr>
                                      <p:to>
                                        <p:strVal val="visible"/>
                                      </p:to>
                                    </p:set>
                                    <p:animEffect transition="in" filter="fade">
                                      <p:cBhvr>
                                        <p:cTn id="387" dur="225"/>
                                        <p:tgtEl>
                                          <p:spTgt spid="58"/>
                                        </p:tgtEl>
                                      </p:cBhvr>
                                    </p:animEffect>
                                  </p:childTnLst>
                                </p:cTn>
                              </p:par>
                            </p:childTnLst>
                          </p:cTn>
                        </p:par>
                      </p:childTnLst>
                    </p:cTn>
                  </p:par>
                  <p:par>
                    <p:cTn id="388" fill="hold">
                      <p:stCondLst>
                        <p:cond delay="indefinite"/>
                      </p:stCondLst>
                      <p:childTnLst>
                        <p:par>
                          <p:cTn id="389" fill="hold">
                            <p:stCondLst>
                              <p:cond delay="0"/>
                            </p:stCondLst>
                            <p:childTnLst>
                              <p:par>
                                <p:cTn id="390" presetID="10" presetClass="exit" presetSubtype="0" fill="hold" nodeType="clickEffect">
                                  <p:stCondLst>
                                    <p:cond delay="0"/>
                                  </p:stCondLst>
                                  <p:childTnLst>
                                    <p:animEffect transition="out" filter="fade">
                                      <p:cBhvr>
                                        <p:cTn id="391" dur="175"/>
                                        <p:tgtEl>
                                          <p:spTgt spid="55"/>
                                        </p:tgtEl>
                                      </p:cBhvr>
                                    </p:animEffect>
                                    <p:set>
                                      <p:cBhvr>
                                        <p:cTn id="392" dur="1" fill="hold">
                                          <p:stCondLst>
                                            <p:cond delay="174"/>
                                          </p:stCondLst>
                                        </p:cTn>
                                        <p:tgtEl>
                                          <p:spTgt spid="55"/>
                                        </p:tgtEl>
                                        <p:attrNameLst>
                                          <p:attrName>style.visibility</p:attrName>
                                        </p:attrNameLst>
                                      </p:cBhvr>
                                      <p:to>
                                        <p:strVal val="hidden"/>
                                      </p:to>
                                    </p:set>
                                  </p:childTnLst>
                                </p:cTn>
                              </p:par>
                              <p:par>
                                <p:cTn id="393" presetID="10" presetClass="exit" presetSubtype="0" grpId="0" fill="hold" nodeType="withEffect">
                                  <p:stCondLst>
                                    <p:cond delay="0"/>
                                  </p:stCondLst>
                                  <p:childTnLst>
                                    <p:animEffect transition="out" filter="fade">
                                      <p:cBhvr>
                                        <p:cTn id="394" dur="175"/>
                                        <p:tgtEl>
                                          <p:spTgt spid="57">
                                            <p:txEl>
                                              <p:pRg st="0" end="0"/>
                                            </p:txEl>
                                          </p:spTgt>
                                        </p:tgtEl>
                                      </p:cBhvr>
                                    </p:animEffect>
                                    <p:set>
                                      <p:cBhvr>
                                        <p:cTn id="395" dur="1" fill="hold">
                                          <p:stCondLst>
                                            <p:cond delay="174"/>
                                          </p:stCondLst>
                                        </p:cTn>
                                        <p:tgtEl>
                                          <p:spTgt spid="57">
                                            <p:txEl>
                                              <p:pRg st="0" end="0"/>
                                            </p:txEl>
                                          </p:spTgt>
                                        </p:tgtEl>
                                        <p:attrNameLst>
                                          <p:attrName>style.visibility</p:attrName>
                                        </p:attrNameLst>
                                      </p:cBhvr>
                                      <p:to>
                                        <p:strVal val="hidden"/>
                                      </p:to>
                                    </p:set>
                                  </p:childTnLst>
                                </p:cTn>
                              </p:par>
                              <p:par>
                                <p:cTn id="396" presetID="10" presetClass="exit" presetSubtype="0" grpId="0" fill="hold" nodeType="withEffect">
                                  <p:stCondLst>
                                    <p:cond delay="0"/>
                                  </p:stCondLst>
                                  <p:childTnLst>
                                    <p:animEffect transition="out" filter="fade">
                                      <p:cBhvr>
                                        <p:cTn id="397" dur="175"/>
                                        <p:tgtEl>
                                          <p:spTgt spid="57">
                                            <p:txEl>
                                              <p:pRg st="1" end="1"/>
                                            </p:txEl>
                                          </p:spTgt>
                                        </p:tgtEl>
                                      </p:cBhvr>
                                    </p:animEffect>
                                    <p:set>
                                      <p:cBhvr>
                                        <p:cTn id="398" dur="1" fill="hold">
                                          <p:stCondLst>
                                            <p:cond delay="174"/>
                                          </p:stCondLst>
                                        </p:cTn>
                                        <p:tgtEl>
                                          <p:spTgt spid="57">
                                            <p:txEl>
                                              <p:pRg st="1" end="1"/>
                                            </p:txEl>
                                          </p:spTgt>
                                        </p:tgtEl>
                                        <p:attrNameLst>
                                          <p:attrName>style.visibility</p:attrName>
                                        </p:attrNameLst>
                                      </p:cBhvr>
                                      <p:to>
                                        <p:strVal val="hidden"/>
                                      </p:to>
                                    </p:set>
                                  </p:childTnLst>
                                </p:cTn>
                              </p:par>
                              <p:par>
                                <p:cTn id="399" presetID="10" presetClass="exit" presetSubtype="0" grpId="0" fill="hold" nodeType="withEffect">
                                  <p:stCondLst>
                                    <p:cond delay="0"/>
                                  </p:stCondLst>
                                  <p:childTnLst>
                                    <p:animEffect transition="out" filter="fade">
                                      <p:cBhvr>
                                        <p:cTn id="400" dur="175"/>
                                        <p:tgtEl>
                                          <p:spTgt spid="57">
                                            <p:txEl>
                                              <p:pRg st="2" end="2"/>
                                            </p:txEl>
                                          </p:spTgt>
                                        </p:tgtEl>
                                      </p:cBhvr>
                                    </p:animEffect>
                                    <p:set>
                                      <p:cBhvr>
                                        <p:cTn id="401" dur="1" fill="hold">
                                          <p:stCondLst>
                                            <p:cond delay="174"/>
                                          </p:stCondLst>
                                        </p:cTn>
                                        <p:tgtEl>
                                          <p:spTgt spid="57">
                                            <p:txEl>
                                              <p:pRg st="2" end="2"/>
                                            </p:txEl>
                                          </p:spTgt>
                                        </p:tgtEl>
                                        <p:attrNameLst>
                                          <p:attrName>style.visibility</p:attrName>
                                        </p:attrNameLst>
                                      </p:cBhvr>
                                      <p:to>
                                        <p:strVal val="hidden"/>
                                      </p:to>
                                    </p:set>
                                  </p:childTnLst>
                                </p:cTn>
                              </p:par>
                              <p:par>
                                <p:cTn id="402" presetID="10" presetClass="exit" presetSubtype="0" fill="hold" nodeType="withEffect">
                                  <p:stCondLst>
                                    <p:cond delay="0"/>
                                  </p:stCondLst>
                                  <p:childTnLst>
                                    <p:animEffect transition="out" filter="fade">
                                      <p:cBhvr>
                                        <p:cTn id="403" dur="175"/>
                                        <p:tgtEl>
                                          <p:spTgt spid="58"/>
                                        </p:tgtEl>
                                      </p:cBhvr>
                                    </p:animEffect>
                                    <p:set>
                                      <p:cBhvr>
                                        <p:cTn id="404" dur="1" fill="hold">
                                          <p:stCondLst>
                                            <p:cond delay="174"/>
                                          </p:stCondLst>
                                        </p:cTn>
                                        <p:tgtEl>
                                          <p:spTgt spid="58"/>
                                        </p:tgtEl>
                                        <p:attrNameLst>
                                          <p:attrName>style.visibility</p:attrName>
                                        </p:attrNameLst>
                                      </p:cBhvr>
                                      <p:to>
                                        <p:strVal val="hidden"/>
                                      </p:to>
                                    </p:set>
                                  </p:childTnLst>
                                </p:cTn>
                              </p:par>
                              <p:par>
                                <p:cTn id="405" presetID="0" presetClass="path" presetSubtype="0" accel="50000" decel="50000" fill="hold" nodeType="withEffect">
                                  <p:stCondLst>
                                    <p:cond delay="0"/>
                                  </p:stCondLst>
                                  <p:childTnLst>
                                    <p:animMotion origin="layout" path="M 0 0 L 0.64878 0.22353 E" pathEditMode="relative" rAng="0" ptsTypes="AA">
                                      <p:cBhvr>
                                        <p:cTn id="406" dur="375" fill="hold"/>
                                        <p:tgtEl>
                                          <p:spTgt spid="56"/>
                                        </p:tgtEl>
                                        <p:attrNameLst>
                                          <p:attrName>ppt_x</p:attrName>
                                          <p:attrName>ppt_y</p:attrName>
                                        </p:attrNameLst>
                                      </p:cBhvr>
                                      <p:rCtr x="32438" y="11176"/>
                                    </p:animMotion>
                                  </p:childTnLst>
                                </p:cTn>
                              </p:par>
                              <p:par>
                                <p:cTn id="407" presetID="6" presetClass="emph" presetSubtype="0" accel="50000" decel="50000" fill="hold" nodeType="withEffect">
                                  <p:stCondLst>
                                    <p:cond delay="0"/>
                                  </p:stCondLst>
                                  <p:childTnLst>
                                    <p:animScale>
                                      <p:cBhvr>
                                        <p:cTn id="408" dur="375" fill="hold"/>
                                        <p:tgtEl>
                                          <p:spTgt spid="56"/>
                                        </p:tgtEl>
                                      </p:cBhvr>
                                      <p:by x="25525" y="25525"/>
                                    </p:animScale>
                                  </p:childTnLst>
                                </p:cTn>
                              </p:par>
                              <p:par>
                                <p:cTn id="409" presetID="10" presetClass="entr" presetSubtype="0" fill="hold" nodeType="withEffect">
                                  <p:stCondLst>
                                    <p:cond delay="225"/>
                                  </p:stCondLst>
                                  <p:childTnLst>
                                    <p:set>
                                      <p:cBhvr>
                                        <p:cTn id="410" dur="1" fill="hold">
                                          <p:stCondLst>
                                            <p:cond delay="0"/>
                                          </p:stCondLst>
                                        </p:cTn>
                                        <p:tgtEl>
                                          <p:spTgt spid="59"/>
                                        </p:tgtEl>
                                        <p:attrNameLst>
                                          <p:attrName>style.visibility</p:attrName>
                                        </p:attrNameLst>
                                      </p:cBhvr>
                                      <p:to>
                                        <p:strVal val="visible"/>
                                      </p:to>
                                    </p:set>
                                    <p:animEffect transition="in" filter="fade">
                                      <p:cBhvr>
                                        <p:cTn id="411" dur="225"/>
                                        <p:tgtEl>
                                          <p:spTgt spid="59"/>
                                        </p:tgtEl>
                                      </p:cBhvr>
                                    </p:animEffect>
                                  </p:childTnLst>
                                </p:cTn>
                              </p:par>
                              <p:par>
                                <p:cTn id="412" presetID="53" presetClass="entr" presetSubtype="16" fill="hold" nodeType="withEffect">
                                  <p:stCondLst>
                                    <p:cond delay="260"/>
                                  </p:stCondLst>
                                  <p:childTnLst>
                                    <p:set>
                                      <p:cBhvr>
                                        <p:cTn id="413" dur="1" fill="hold">
                                          <p:stCondLst>
                                            <p:cond delay="0"/>
                                          </p:stCondLst>
                                        </p:cTn>
                                        <p:tgtEl>
                                          <p:spTgt spid="60"/>
                                        </p:tgtEl>
                                        <p:attrNameLst>
                                          <p:attrName>style.visibility</p:attrName>
                                        </p:attrNameLst>
                                      </p:cBhvr>
                                      <p:to>
                                        <p:strVal val="visible"/>
                                      </p:to>
                                    </p:set>
                                    <p:anim calcmode="lin" valueType="num">
                                      <p:cBhvr>
                                        <p:cTn id="414" dur="300" fill="hold"/>
                                        <p:tgtEl>
                                          <p:spTgt spid="60"/>
                                        </p:tgtEl>
                                        <p:attrNameLst>
                                          <p:attrName>ppt_w</p:attrName>
                                        </p:attrNameLst>
                                      </p:cBhvr>
                                      <p:tavLst>
                                        <p:tav tm="0">
                                          <p:val>
                                            <p:fltVal val="0"/>
                                          </p:val>
                                        </p:tav>
                                        <p:tav tm="100000">
                                          <p:val>
                                            <p:strVal val="#ppt_w"/>
                                          </p:val>
                                        </p:tav>
                                      </p:tavLst>
                                    </p:anim>
                                    <p:anim calcmode="lin" valueType="num">
                                      <p:cBhvr>
                                        <p:cTn id="415" dur="300" fill="hold"/>
                                        <p:tgtEl>
                                          <p:spTgt spid="60"/>
                                        </p:tgtEl>
                                        <p:attrNameLst>
                                          <p:attrName>ppt_h</p:attrName>
                                        </p:attrNameLst>
                                      </p:cBhvr>
                                      <p:tavLst>
                                        <p:tav tm="0">
                                          <p:val>
                                            <p:fltVal val="0"/>
                                          </p:val>
                                        </p:tav>
                                        <p:tav tm="100000">
                                          <p:val>
                                            <p:strVal val="#ppt_h"/>
                                          </p:val>
                                        </p:tav>
                                      </p:tavLst>
                                    </p:anim>
                                    <p:animEffect transition="in" filter="fade">
                                      <p:cBhvr>
                                        <p:cTn id="416" dur="300"/>
                                        <p:tgtEl>
                                          <p:spTgt spid="60"/>
                                        </p:tgtEl>
                                      </p:cBhvr>
                                    </p:animEffect>
                                  </p:childTnLst>
                                </p:cTn>
                              </p:par>
                              <p:par>
                                <p:cTn id="417" presetID="10" presetClass="entr" presetSubtype="0" fill="hold" nodeType="withEffect">
                                  <p:stCondLst>
                                    <p:cond delay="290"/>
                                  </p:stCondLst>
                                  <p:childTnLst>
                                    <p:set>
                                      <p:cBhvr>
                                        <p:cTn id="418" dur="1" fill="hold">
                                          <p:stCondLst>
                                            <p:cond delay="0"/>
                                          </p:stCondLst>
                                        </p:cTn>
                                        <p:tgtEl>
                                          <p:spTgt spid="61"/>
                                        </p:tgtEl>
                                        <p:attrNameLst>
                                          <p:attrName>style.visibility</p:attrName>
                                        </p:attrNameLst>
                                      </p:cBhvr>
                                      <p:to>
                                        <p:strVal val="visible"/>
                                      </p:to>
                                    </p:set>
                                    <p:animEffect transition="in" filter="fade">
                                      <p:cBhvr>
                                        <p:cTn id="419" dur="225"/>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9" grpId="0" build="p"/>
      <p:bldP spid="13" grpId="0" build="p"/>
      <p:bldP spid="27" grpId="0" build="p"/>
      <p:bldP spid="32" grpId="0" build="p"/>
      <p:bldP spid="51" grpId="0" build="p"/>
      <p:bldP spid="5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ruta PGA–ADC se midió y la calibración baja el offset residual</a:t>
            </a:r>
            <a:endParaRPr lang="en-US" sz="2200" dirty="0"/>
          </a:p>
        </p:txBody>
      </p:sp>
      <p:sp>
        <p:nvSpPr>
          <p:cNvPr id="3" name="Obj [o57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ruta PGA–ADC se midió con barridos y el geófono se tomó con su modelo nominal</a:t>
            </a:r>
            <a:endParaRPr lang="en-US" sz="1400" dirty="0"/>
          </a:p>
        </p:txBody>
      </p:sp>
      <p:pic>
        <p:nvPicPr>
          <p:cNvPr id="4" name="Obj [o571]" descr="Respuesta PGA–ADC medida: magnitud, fase y coherencia, junto al modelo, sus tolerancias y el rango del potenciómetro">    </p:cNvPr>
          <p:cNvPicPr>
            <a:picLocks noChangeAspect="1"/>
          </p:cNvPicPr>
          <p:nvPr/>
        </p:nvPicPr>
        <p:blipFill>
          <a:blip r:embed="rId1"/>
          <a:stretch>
            <a:fillRect/>
          </a:stretch>
        </p:blipFill>
        <p:spPr>
          <a:xfrm>
            <a:off x="886005" y="1601523"/>
            <a:ext cx="3525734" cy="2765925"/>
          </a:xfrm>
          <a:prstGeom prst="rect">
            <a:avLst/>
          </a:prstGeom>
        </p:spPr>
      </p:pic>
      <p:sp>
        <p:nvSpPr>
          <p:cNvPr id="5" name="Obj [o572]"/>
          <p:cNvSpPr txBox="1"/>
          <p:nvPr/>
        </p:nvSpPr>
        <p:spPr>
          <a:xfrm>
            <a:off x="4572000" y="1641589"/>
            <a:ext cx="3605864" cy="2804561"/>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260" dirty="0"/>
          </a:p>
        </p:txBody>
      </p:sp>
      <p:sp>
        <p:nvSpPr>
          <p:cNvPr id="6" name="Obj [o5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fig. 9; figura propia; Sensor Nederland B.V. (2006).</a:t>
            </a:r>
            <a:endParaRPr lang="en-US" sz="800" dirty="0"/>
          </a:p>
        </p:txBody>
      </p:sp>
      <p:sp>
        <p:nvSpPr>
          <p:cNvPr id="7" name="Obj [o57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offset se acumula en la cadena y recorta la señal; no se puede filtrar en continua</a:t>
            </a:r>
            <a:endParaRPr lang="en-US" sz="1400" dirty="0"/>
          </a:p>
        </p:txBody>
      </p:sp>
      <p:pic>
        <p:nvPicPr>
          <p:cNvPr id="8" name="Obj [o575]" descr="Ilustración: salida de una etapa con offset, recortada en el límite de alimentación, y la misma salida con ajuste previo">    </p:cNvPr>
          <p:cNvPicPr>
            <a:picLocks noChangeAspect="1"/>
          </p:cNvPicPr>
          <p:nvPr/>
        </p:nvPicPr>
        <p:blipFill>
          <a:blip r:embed="rId2"/>
          <a:stretch>
            <a:fillRect/>
          </a:stretch>
        </p:blipFill>
        <p:spPr>
          <a:xfrm>
            <a:off x="974035" y="1519345"/>
            <a:ext cx="5474473" cy="1824824"/>
          </a:xfrm>
          <a:prstGeom prst="rect">
            <a:avLst/>
          </a:prstGeom>
        </p:spPr>
      </p:pic>
      <p:sp>
        <p:nvSpPr>
          <p:cNvPr id="9" name="Obj [o576]"/>
          <p:cNvSpPr txBox="1"/>
          <p:nvPr/>
        </p:nvSpPr>
        <p:spPr>
          <a:xfrm>
            <a:off x="441794" y="3382187"/>
            <a:ext cx="6843091" cy="988447"/>
          </a:xfrm>
          <a:prstGeom prst="rect">
            <a:avLst/>
          </a:prstGeom>
          <a:noFill/>
          <a:ln/>
        </p:spPr>
        <p:txBody>
          <a:bodyPr wrap="square" lIns="0" tIns="0" rIns="0" bIns="0" rtlCol="0" anchor="t"/>
          <a:lstStyle/>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035" dirty="0"/>
          </a:p>
        </p:txBody>
      </p:sp>
      <p:sp>
        <p:nvSpPr>
          <p:cNvPr id="10" name="Obj [o57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Ilustración propia (esquemática); 21,8 %: Álvarez, González y Vargas, DA-AFE (URUCON); resumen firmado, sec. 4.4.</a:t>
            </a:r>
            <a:endParaRPr lang="en-US" sz="800" dirty="0"/>
          </a:p>
        </p:txBody>
      </p:sp>
      <p:sp>
        <p:nvSpPr>
          <p:cNvPr id="11" name="Obj [o57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continua de cada etapa depende de las anteriores, por eso el ajuste se hace en orden</a:t>
            </a:r>
            <a:endParaRPr lang="en-US" sz="1400" dirty="0"/>
          </a:p>
        </p:txBody>
      </p:sp>
      <p:sp>
        <p:nvSpPr>
          <p:cNvPr id="12" name="Obj [o579]"/>
          <p:cNvSpPr/>
          <p:nvPr/>
        </p:nvSpPr>
        <p:spPr>
          <a:xfrm>
            <a:off x="441794" y="1671414"/>
            <a:ext cx="6843091" cy="83637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580]"/>
              <p:cNvSpPr txBox="1"/>
              <p:nvPr/>
            </p:nvSpPr>
            <p:spPr>
              <a:xfrm>
                <a:off x="441794" y="1671414"/>
                <a:ext cx="6843091" cy="83637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i</m:t>
                          </m:r>
                        </m:sub>
                        <m:sup>
                          <m:r>
                            <m:rPr>
                              <m:sty m:val="p"/>
                            </m:rPr>
                            <a:rPr lang="es-ES" sz="2100">
                              <a:solidFill>
                                <a:srgbClr val="1F4E79"/>
                              </a:solidFill>
                              <a:latin typeface="Cambria Math" panose="02040503050406030204" pitchFamily="18" charset="0"/>
                            </a:rPr>
                            <m:t xml:space="preserve">DC</m:t>
                          </m:r>
                        </m:sup>
                      </m:sSubSup>
                      <m:r>
                        <a:rPr lang="es-ES" sz="2100" i="1">
                          <a:solidFill>
                            <a:srgbClr val="1F4E79"/>
                          </a:solidFill>
                          <a:latin typeface="Cambria Math" panose="02040503050406030204" pitchFamily="18" charset="0"/>
                        </a:rPr>
                        <m:t xml:space="preserve">=</m:t>
                      </m:r>
                      <m:nary>
                        <m:naryPr>
                          <m:chr m:val="∑"/>
                          <m:limLoc m:val="undOvr"/>
                          <m:supHide m:val="1"/>
                          <m:ctrlPr>
                            <a:rPr lang="es-ES" sz="2100" i="1">
                              <a:latin typeface="Cambria Math" panose="02040503050406030204" pitchFamily="18" charset="0"/>
                            </a:rPr>
                          </m:ctrlPr>
                        </m:naryPr>
                        <m:sub>
                          <m:r>
                            <a:rPr lang="es-ES" sz="2100" i="1">
                              <a:solidFill>
                                <a:srgbClr val="1F4E79"/>
                              </a:solidFill>
                              <a:latin typeface="Cambria Math" panose="02040503050406030204" pitchFamily="18" charset="0"/>
                            </a:rPr>
                            <m:t xml:space="preserve">j&lt;i</m:t>
                          </m:r>
                        </m:sub>
                        <m:sup/>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j</m:t>
                              </m:r>
                            </m:sub>
                            <m:sup>
                              <m:r>
                                <m:rPr>
                                  <m:sty m:val="p"/>
                                </m:rPr>
                                <a:rPr lang="es-ES" sz="2100">
                                  <a:solidFill>
                                    <a:srgbClr val="1F4E79"/>
                                  </a:solidFill>
                                  <a:latin typeface="Cambria Math" panose="02040503050406030204" pitchFamily="18" charset="0"/>
                                </a:rPr>
                                <m:t xml:space="preserve">DC</m:t>
                              </m:r>
                            </m:sup>
                          </m:sSubSup>
                        </m:e>
                      </m:nary>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3" name="Obj [o580]"/>
              <p:cNvSpPr txBox="1"/>
              <p:nvPr/>
            </p:nvSpPr>
            <p:spPr>
              <a:xfrm>
                <a:off x="441794" y="1671414"/>
                <a:ext cx="6843091" cy="83637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yi(DC) = Σ(j&lt;i) Aij · yj(DC) + bi + Ki · ui</a:t>
                </a:r>
                <a:endParaRPr lang="en-US" sz="2071" dirty="0"/>
              </a:p>
            </p:txBody>
          </p:sp>
        </mc:Fallback>
      </mc:AlternateContent>
      <p:sp>
        <p:nvSpPr>
          <p:cNvPr id="14" name="Obj [o581]"/>
          <p:cNvSpPr/>
          <p:nvPr/>
        </p:nvSpPr>
        <p:spPr>
          <a:xfrm>
            <a:off x="441794" y="2697878"/>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582]"/>
              <p:cNvSpPr txBox="1"/>
              <p:nvPr/>
            </p:nvSpPr>
            <p:spPr>
              <a:xfrm>
                <a:off x="441794" y="2697878"/>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oMath>
                  </m:oMathPara>
                </a14:m>
                <a:endParaRPr lang="es-ES"/>
              </a:p>
            </p:txBody>
          </p:sp>
        </mc:Choice>
        <mc:Fallback>
          <p:sp>
            <p:nvSpPr>
              <p:cNvPr id="15" name="Obj [o582]"/>
              <p:cNvSpPr txBox="1"/>
              <p:nvPr/>
            </p:nvSpPr>
            <p:spPr>
              <a:xfrm>
                <a:off x="441794" y="2697878"/>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Aij</a:t>
                </a:r>
                <a:endParaRPr lang="en-US" sz="2071" dirty="0"/>
              </a:p>
            </p:txBody>
          </p:sp>
        </mc:Fallback>
      </mc:AlternateContent>
      <p:sp>
        <p:nvSpPr>
          <p:cNvPr id="16" name="Obj [o583]"/>
          <p:cNvSpPr txBox="1"/>
          <p:nvPr/>
        </p:nvSpPr>
        <p:spPr>
          <a:xfrm>
            <a:off x="1734378" y="2697878"/>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transferencia de continua de la etapa j a la etapa i</a:t>
            </a:r>
            <a:endParaRPr lang="en-US" sz="1380" dirty="0"/>
          </a:p>
        </p:txBody>
      </p:sp>
      <p:sp>
        <p:nvSpPr>
          <p:cNvPr id="17" name="Obj [o584]"/>
          <p:cNvSpPr/>
          <p:nvPr/>
        </p:nvSpPr>
        <p:spPr>
          <a:xfrm>
            <a:off x="441794" y="3154084"/>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585]"/>
              <p:cNvSpPr txBox="1"/>
              <p:nvPr/>
            </p:nvSpPr>
            <p:spPr>
              <a:xfrm>
                <a:off x="441794" y="3154084"/>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8" name="Obj [o585]"/>
              <p:cNvSpPr txBox="1"/>
              <p:nvPr/>
            </p:nvSpPr>
            <p:spPr>
              <a:xfrm>
                <a:off x="441794" y="3154084"/>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bi</a:t>
                </a:r>
                <a:endParaRPr lang="en-US" sz="2071" dirty="0"/>
              </a:p>
            </p:txBody>
          </p:sp>
        </mc:Fallback>
      </mc:AlternateContent>
      <p:sp>
        <p:nvSpPr>
          <p:cNvPr id="19" name="Obj [o586]"/>
          <p:cNvSpPr txBox="1"/>
          <p:nvPr/>
        </p:nvSpPr>
        <p:spPr>
          <a:xfrm>
            <a:off x="1734378" y="3154084"/>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offset propio de la etapa i</a:t>
            </a:r>
            <a:endParaRPr lang="en-US" sz="1380" dirty="0"/>
          </a:p>
        </p:txBody>
      </p:sp>
      <p:sp>
        <p:nvSpPr>
          <p:cNvPr id="20" name="Obj [o587]"/>
          <p:cNvSpPr/>
          <p:nvPr/>
        </p:nvSpPr>
        <p:spPr>
          <a:xfrm>
            <a:off x="441794" y="3610290"/>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1" name="Obj [o588]"/>
              <p:cNvSpPr txBox="1"/>
              <p:nvPr/>
            </p:nvSpPr>
            <p:spPr>
              <a:xfrm>
                <a:off x="441794" y="3610290"/>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21" name="Obj [o588]"/>
              <p:cNvSpPr txBox="1"/>
              <p:nvPr/>
            </p:nvSpPr>
            <p:spPr>
              <a:xfrm>
                <a:off x="441794" y="3610290"/>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Ki·ui</a:t>
                </a:r>
                <a:endParaRPr lang="en-US" sz="2071" dirty="0"/>
              </a:p>
            </p:txBody>
          </p:sp>
        </mc:Fallback>
      </mc:AlternateContent>
      <p:sp>
        <p:nvSpPr>
          <p:cNvPr id="22" name="Obj [o589]"/>
          <p:cNvSpPr txBox="1"/>
          <p:nvPr/>
        </p:nvSpPr>
        <p:spPr>
          <a:xfrm>
            <a:off x="1734378" y="3610290"/>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corrección aplicada con el VDAC de la etapa i</a:t>
            </a:r>
            <a:endParaRPr lang="en-US" sz="1380" dirty="0"/>
          </a:p>
        </p:txBody>
      </p:sp>
      <p:sp>
        <p:nvSpPr>
          <p:cNvPr id="23" name="Obj [o590]"/>
          <p:cNvSpPr txBox="1"/>
          <p:nvPr/>
        </p:nvSpPr>
        <p:spPr>
          <a:xfrm>
            <a:off x="441794" y="4066496"/>
            <a:ext cx="6843091" cy="304137"/>
          </a:xfrm>
          <a:prstGeom prst="rect">
            <a:avLst/>
          </a:prstGeom>
          <a:noFill/>
          <a:ln/>
        </p:spPr>
        <p:txBody>
          <a:bodyPr wrap="square" lIns="0" tIns="0" rIns="0" bIns="0" rtlCol="0" anchor="t"/>
          <a:lstStyle/>
          <a:p>
            <a:pPr indent="0" marL="0">
              <a:buNone/>
            </a:pPr>
            <a:r>
              <a:rPr lang="en-US" sz="1294"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294" dirty="0"/>
          </a:p>
        </p:txBody>
      </p:sp>
      <p:sp>
        <p:nvSpPr>
          <p:cNvPr id="24" name="Obj [o59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documento de tesis, sec. 3. Notación por confirmar.</a:t>
            </a:r>
            <a:endParaRPr lang="en-US" sz="800" dirty="0"/>
          </a:p>
        </p:txBody>
      </p:sp>
      <p:sp>
        <p:nvSpPr>
          <p:cNvPr id="25" name="Obj [o59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1400" dirty="0"/>
          </a:p>
        </p:txBody>
      </p:sp>
      <p:pic>
        <p:nvPicPr>
          <p:cNvPr id="26" name="Obj [o593]" descr="Diagrama de flujo de la calibración en primer plano: verificación de códigos guardados, ajuste secuencial y adquisición">    </p:cNvPr>
          <p:cNvPicPr>
            <a:picLocks noChangeAspect="1"/>
          </p:cNvPicPr>
          <p:nvPr/>
        </p:nvPicPr>
        <p:blipFill>
          <a:blip r:embed="rId3"/>
          <a:stretch>
            <a:fillRect/>
          </a:stretch>
        </p:blipFill>
        <p:spPr>
          <a:xfrm>
            <a:off x="1734378" y="1557362"/>
            <a:ext cx="4257923" cy="2724231"/>
          </a:xfrm>
          <a:prstGeom prst="rect">
            <a:avLst/>
          </a:prstGeom>
        </p:spPr>
      </p:pic>
      <p:sp>
        <p:nvSpPr>
          <p:cNvPr id="27" name="Obj [o594]"/>
          <p:cNvSpPr txBox="1"/>
          <p:nvPr/>
        </p:nvSpPr>
        <p:spPr>
          <a:xfrm>
            <a:off x="2950928" y="4294599"/>
            <a:ext cx="3041374"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EN INGLÉS: traducir desde el repo</a:t>
            </a:r>
            <a:endParaRPr lang="en-US" sz="863" dirty="0"/>
          </a:p>
        </p:txBody>
      </p:sp>
      <p:sp>
        <p:nvSpPr>
          <p:cNvPr id="28" name="Obj [o59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2; resumen firmado, sec. 4.4.</a:t>
            </a:r>
            <a:endParaRPr lang="en-US" sz="800" dirty="0"/>
          </a:p>
        </p:txBody>
      </p:sp>
      <p:sp>
        <p:nvSpPr>
          <p:cNvPr id="29" name="Obj [o59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converge y baja el offset residual en el ADC de 2,9–45,8 % a 0,4–3,9 % del fondo de escala</a:t>
            </a:r>
            <a:endParaRPr lang="en-US" sz="1400" dirty="0"/>
          </a:p>
        </p:txBody>
      </p:sp>
      <p:pic>
        <p:nvPicPr>
          <p:cNvPr id="30" name="Obj [o597]" descr="Trayectorias de calibración de las etapas PGA, BP, SUM y LP en función del tiempo">    </p:cNvPr>
          <p:cNvPicPr>
            <a:picLocks noChangeAspect="1"/>
          </p:cNvPicPr>
          <p:nvPr/>
        </p:nvPicPr>
        <p:blipFill>
          <a:blip r:embed="rId4"/>
          <a:stretch>
            <a:fillRect/>
          </a:stretch>
        </p:blipFill>
        <p:spPr>
          <a:xfrm>
            <a:off x="365760" y="1557362"/>
            <a:ext cx="2166979" cy="2554113"/>
          </a:xfrm>
          <a:prstGeom prst="rect">
            <a:avLst/>
          </a:prstGeom>
        </p:spPr>
      </p:pic>
      <p:graphicFrame>
        <p:nvGraphicFramePr>
          <p:cNvPr id="31" name="Obj [o598]" descr=""/>
          <p:cNvGraphicFramePr/>
          <p:nvPr/>
        </p:nvGraphicFramePr>
        <p:xfrm>
          <a:off x="2798859" y="1557362"/>
          <a:ext cx="4486027" cy="2014910"/>
        </p:xfrm>
        <a:graphic xmlns:a="http://schemas.openxmlformats.org/drawingml/2006/main">
          <a:graphicData uri="http://schemas.openxmlformats.org/drawingml/2006/chart">
            <c:chart xmlns:c="http://schemas.openxmlformats.org/drawingml/2006/chart" r:id="rId5"/>
          </a:graphicData>
        </a:graphic>
      </p:graphicFrame>
      <p:sp>
        <p:nvSpPr>
          <p:cNvPr id="32" name="Obj [o599]"/>
          <p:cNvSpPr txBox="1"/>
          <p:nvPr/>
        </p:nvSpPr>
        <p:spPr>
          <a:xfrm>
            <a:off x="2798859" y="3610290"/>
            <a:ext cx="4486027" cy="722326"/>
          </a:xfrm>
          <a:prstGeom prst="rect">
            <a:avLst/>
          </a:prstGeom>
          <a:noFill/>
          <a:ln/>
        </p:spPr>
        <p:txBody>
          <a:bodyPr wrap="square" lIns="0" tIns="0" rIns="0" bIns="0" rtlCol="0" anchor="t"/>
          <a:lstStyle/>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Derecha: 2 placas y 8 configuraciones placa–ganancia</a:t>
            </a:r>
            <a:endParaRPr lang="en-US" sz="949" dirty="0"/>
          </a:p>
        </p:txBody>
      </p:sp>
      <p:sp>
        <p:nvSpPr>
          <p:cNvPr id="33" name="Obj [o600]"/>
          <p:cNvSpPr txBox="1"/>
          <p:nvPr/>
        </p:nvSpPr>
        <p:spPr>
          <a:xfrm>
            <a:off x="213691" y="4142530"/>
            <a:ext cx="2319048"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EJE EN INGLÉS: traducir desde el repo</a:t>
            </a:r>
            <a:endParaRPr lang="en-US" sz="863" dirty="0"/>
          </a:p>
        </p:txBody>
      </p:sp>
      <p:sp>
        <p:nvSpPr>
          <p:cNvPr id="34" name="Obj [o6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4; documento de tesis (00_resumen.tex).</a:t>
            </a:r>
            <a:endParaRPr lang="en-US" sz="800" dirty="0"/>
          </a:p>
        </p:txBody>
      </p:sp>
      <p:sp>
        <p:nvSpPr>
          <p:cNvPr id="3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grpId="0" fill="hold" nodeType="withEffect">
                                  <p:stCondLst>
                                    <p:cond delay="205"/>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25"/>
                                        <p:tgtEl>
                                          <p:spTgt spid="5">
                                            <p:txEl>
                                              <p:pRg st="0" end="0"/>
                                            </p:txEl>
                                          </p:spTgt>
                                        </p:tgtEl>
                                      </p:cBhvr>
                                    </p:animEffect>
                                  </p:childTnLst>
                                </p:cTn>
                              </p:par>
                              <p:par>
                                <p:cTn id="16" presetID="10" presetClass="entr" presetSubtype="0" grpId="0" fill="hold" nodeType="withEffect">
                                  <p:stCondLst>
                                    <p:cond delay="367"/>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25"/>
                                        <p:tgtEl>
                                          <p:spTgt spid="5">
                                            <p:txEl>
                                              <p:pRg st="1" end="1"/>
                                            </p:txEl>
                                          </p:spTgt>
                                        </p:tgtEl>
                                      </p:cBhvr>
                                    </p:animEffect>
                                  </p:childTnLst>
                                </p:cTn>
                              </p:par>
                              <p:par>
                                <p:cTn id="19" presetID="10" presetClass="entr" presetSubtype="0" grpId="0" fill="hold" nodeType="withEffect">
                                  <p:stCondLst>
                                    <p:cond delay="529"/>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25"/>
                                        <p:tgtEl>
                                          <p:spTgt spid="5">
                                            <p:txEl>
                                              <p:pRg st="2" end="2"/>
                                            </p:txEl>
                                          </p:spTgt>
                                        </p:tgtEl>
                                      </p:cBhvr>
                                    </p:animEffect>
                                  </p:childTnLst>
                                </p:cTn>
                              </p:par>
                              <p:par>
                                <p:cTn id="22" presetID="10" presetClass="entr" presetSubtype="0" grpId="0" fill="hold" nodeType="withEffect">
                                  <p:stCondLst>
                                    <p:cond delay="691"/>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25"/>
                                        <p:tgtEl>
                                          <p:spTgt spid="5">
                                            <p:txEl>
                                              <p:pRg st="3" end="3"/>
                                            </p:txEl>
                                          </p:spTgt>
                                        </p:tgtEl>
                                      </p:cBhvr>
                                    </p:animEffect>
                                  </p:childTnLst>
                                </p:cTn>
                              </p:par>
                              <p:par>
                                <p:cTn id="25" presetID="10" presetClass="entr" presetSubtype="0" fill="hold" nodeType="withEffect">
                                  <p:stCondLst>
                                    <p:cond delay="2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5"/>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175"/>
                                        <p:tgtEl>
                                          <p:spTgt spid="3"/>
                                        </p:tgtEl>
                                      </p:cBhvr>
                                    </p:animEffect>
                                    <p:set>
                                      <p:cBhvr>
                                        <p:cTn id="32" dur="1" fill="hold">
                                          <p:stCondLst>
                                            <p:cond delay="174"/>
                                          </p:stCondLst>
                                        </p:cTn>
                                        <p:tgtEl>
                                          <p:spTgt spid="3"/>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175"/>
                                        <p:tgtEl>
                                          <p:spTgt spid="5">
                                            <p:txEl>
                                              <p:pRg st="0" end="0"/>
                                            </p:txEl>
                                          </p:spTgt>
                                        </p:tgtEl>
                                      </p:cBhvr>
                                    </p:animEffect>
                                    <p:set>
                                      <p:cBhvr>
                                        <p:cTn id="35" dur="1" fill="hold">
                                          <p:stCondLst>
                                            <p:cond delay="174"/>
                                          </p:stCondLst>
                                        </p:cTn>
                                        <p:tgtEl>
                                          <p:spTgt spid="5">
                                            <p:txEl>
                                              <p:pRg st="0" end="0"/>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175"/>
                                        <p:tgtEl>
                                          <p:spTgt spid="5">
                                            <p:txEl>
                                              <p:pRg st="1" end="1"/>
                                            </p:txEl>
                                          </p:spTgt>
                                        </p:tgtEl>
                                      </p:cBhvr>
                                    </p:animEffect>
                                    <p:set>
                                      <p:cBhvr>
                                        <p:cTn id="38" dur="1" fill="hold">
                                          <p:stCondLst>
                                            <p:cond delay="174"/>
                                          </p:stCondLst>
                                        </p:cTn>
                                        <p:tgtEl>
                                          <p:spTgt spid="5">
                                            <p:txEl>
                                              <p:pRg st="1" end="1"/>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175"/>
                                        <p:tgtEl>
                                          <p:spTgt spid="5">
                                            <p:txEl>
                                              <p:pRg st="2" end="2"/>
                                            </p:txEl>
                                          </p:spTgt>
                                        </p:tgtEl>
                                      </p:cBhvr>
                                    </p:animEffect>
                                    <p:set>
                                      <p:cBhvr>
                                        <p:cTn id="41" dur="1" fill="hold">
                                          <p:stCondLst>
                                            <p:cond delay="174"/>
                                          </p:stCondLst>
                                        </p:cTn>
                                        <p:tgtEl>
                                          <p:spTgt spid="5">
                                            <p:txEl>
                                              <p:pRg st="2" end="2"/>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175"/>
                                        <p:tgtEl>
                                          <p:spTgt spid="5">
                                            <p:txEl>
                                              <p:pRg st="3" end="3"/>
                                            </p:txEl>
                                          </p:spTgt>
                                        </p:tgtEl>
                                      </p:cBhvr>
                                    </p:animEffect>
                                    <p:set>
                                      <p:cBhvr>
                                        <p:cTn id="44" dur="1" fill="hold">
                                          <p:stCondLst>
                                            <p:cond delay="174"/>
                                          </p:stCondLst>
                                        </p:cTn>
                                        <p:tgtEl>
                                          <p:spTgt spid="5">
                                            <p:txEl>
                                              <p:pRg st="3" end="3"/>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75"/>
                                        <p:tgtEl>
                                          <p:spTgt spid="6"/>
                                        </p:tgtEl>
                                      </p:cBhvr>
                                    </p:animEffect>
                                    <p:set>
                                      <p:cBhvr>
                                        <p:cTn id="47" dur="1" fill="hold">
                                          <p:stCondLst>
                                            <p:cond delay="174"/>
                                          </p:stCondLst>
                                        </p:cTn>
                                        <p:tgtEl>
                                          <p:spTgt spid="6"/>
                                        </p:tgtEl>
                                        <p:attrNameLst>
                                          <p:attrName>style.visibility</p:attrName>
                                        </p:attrNameLst>
                                      </p:cBhvr>
                                      <p:to>
                                        <p:strVal val="hidden"/>
                                      </p:to>
                                    </p:set>
                                  </p:childTnLst>
                                </p:cTn>
                              </p:par>
                              <p:par>
                                <p:cTn id="48" presetID="0" presetClass="path" presetSubtype="0" accel="50000" decel="50000" fill="hold" nodeType="withEffect">
                                  <p:stCondLst>
                                    <p:cond delay="0"/>
                                  </p:stCondLst>
                                  <p:childTnLst>
                                    <p:animMotion origin="layout" path="M 0 0 L 0.60282 -0.22291 E" pathEditMode="relative" rAng="0" ptsTypes="AA">
                                      <p:cBhvr>
                                        <p:cTn id="49" dur="375" fill="hold"/>
                                        <p:tgtEl>
                                          <p:spTgt spid="4"/>
                                        </p:tgtEl>
                                        <p:attrNameLst>
                                          <p:attrName>ppt_x</p:attrName>
                                          <p:attrName>ppt_y</p:attrName>
                                        </p:attrNameLst>
                                      </p:cBhvr>
                                      <p:rCtr x="30140" y="-11145"/>
                                    </p:animMotion>
                                  </p:childTnLst>
                                </p:cTn>
                              </p:par>
                              <p:par>
                                <p:cTn id="50" presetID="6" presetClass="emph" presetSubtype="0" accel="50000" decel="50000" fill="hold" nodeType="withEffect">
                                  <p:stCondLst>
                                    <p:cond delay="0"/>
                                  </p:stCondLst>
                                  <p:childTnLst>
                                    <p:animScale>
                                      <p:cBhvr>
                                        <p:cTn id="51" dur="375" fill="hold"/>
                                        <p:tgtEl>
                                          <p:spTgt spid="4"/>
                                        </p:tgtEl>
                                      </p:cBhvr>
                                      <p:by x="25786" y="25786"/>
                                    </p:animScale>
                                  </p:childTnLst>
                                </p:cTn>
                              </p:par>
                              <p:par>
                                <p:cTn id="52" presetID="10" presetClass="entr" presetSubtype="0" fill="hold" nodeType="withEffect">
                                  <p:stCondLst>
                                    <p:cond delay="225"/>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225"/>
                                        <p:tgtEl>
                                          <p:spTgt spid="7"/>
                                        </p:tgtEl>
                                      </p:cBhvr>
                                    </p:animEffect>
                                  </p:childTnLst>
                                </p:cTn>
                              </p:par>
                              <p:par>
                                <p:cTn id="55" presetID="53" presetClass="entr" presetSubtype="16" fill="hold" nodeType="withEffect">
                                  <p:stCondLst>
                                    <p:cond delay="260"/>
                                  </p:stCondLst>
                                  <p:childTnLst>
                                    <p:set>
                                      <p:cBhvr>
                                        <p:cTn id="56" dur="1" fill="hold">
                                          <p:stCondLst>
                                            <p:cond delay="0"/>
                                          </p:stCondLst>
                                        </p:cTn>
                                        <p:tgtEl>
                                          <p:spTgt spid="8"/>
                                        </p:tgtEl>
                                        <p:attrNameLst>
                                          <p:attrName>style.visibility</p:attrName>
                                        </p:attrNameLst>
                                      </p:cBhvr>
                                      <p:to>
                                        <p:strVal val="visible"/>
                                      </p:to>
                                    </p:set>
                                    <p:anim calcmode="lin" valueType="num">
                                      <p:cBhvr>
                                        <p:cTn id="57" dur="300" fill="hold"/>
                                        <p:tgtEl>
                                          <p:spTgt spid="8"/>
                                        </p:tgtEl>
                                        <p:attrNameLst>
                                          <p:attrName>ppt_w</p:attrName>
                                        </p:attrNameLst>
                                      </p:cBhvr>
                                      <p:tavLst>
                                        <p:tav tm="0">
                                          <p:val>
                                            <p:fltVal val="0"/>
                                          </p:val>
                                        </p:tav>
                                        <p:tav tm="100000">
                                          <p:val>
                                            <p:strVal val="#ppt_w"/>
                                          </p:val>
                                        </p:tav>
                                      </p:tavLst>
                                    </p:anim>
                                    <p:anim calcmode="lin" valueType="num">
                                      <p:cBhvr>
                                        <p:cTn id="58" dur="300" fill="hold"/>
                                        <p:tgtEl>
                                          <p:spTgt spid="8"/>
                                        </p:tgtEl>
                                        <p:attrNameLst>
                                          <p:attrName>ppt_h</p:attrName>
                                        </p:attrNameLst>
                                      </p:cBhvr>
                                      <p:tavLst>
                                        <p:tav tm="0">
                                          <p:val>
                                            <p:fltVal val="0"/>
                                          </p:val>
                                        </p:tav>
                                        <p:tav tm="100000">
                                          <p:val>
                                            <p:strVal val="#ppt_h"/>
                                          </p:val>
                                        </p:tav>
                                      </p:tavLst>
                                    </p:anim>
                                    <p:animEffect transition="in" filter="fade">
                                      <p:cBhvr>
                                        <p:cTn id="59" dur="300"/>
                                        <p:tgtEl>
                                          <p:spTgt spid="8"/>
                                        </p:tgtEl>
                                      </p:cBhvr>
                                    </p:animEffect>
                                  </p:childTnLst>
                                </p:cTn>
                              </p:par>
                              <p:par>
                                <p:cTn id="60" presetID="10" presetClass="entr" presetSubtype="0" grpId="0" fill="hold" nodeType="withEffect">
                                  <p:stCondLst>
                                    <p:cond delay="295"/>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fade">
                                      <p:cBhvr>
                                        <p:cTn id="62" dur="225"/>
                                        <p:tgtEl>
                                          <p:spTgt spid="9">
                                            <p:txEl>
                                              <p:pRg st="0" end="0"/>
                                            </p:txEl>
                                          </p:spTgt>
                                        </p:tgtEl>
                                      </p:cBhvr>
                                    </p:animEffect>
                                  </p:childTnLst>
                                </p:cTn>
                              </p:par>
                              <p:par>
                                <p:cTn id="63" presetID="10" presetClass="entr" presetSubtype="0" grpId="0" fill="hold" nodeType="withEffect">
                                  <p:stCondLst>
                                    <p:cond delay="457"/>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fade">
                                      <p:cBhvr>
                                        <p:cTn id="65" dur="225"/>
                                        <p:tgtEl>
                                          <p:spTgt spid="9">
                                            <p:txEl>
                                              <p:pRg st="1" end="1"/>
                                            </p:txEl>
                                          </p:spTgt>
                                        </p:tgtEl>
                                      </p:cBhvr>
                                    </p:animEffect>
                                  </p:childTnLst>
                                </p:cTn>
                              </p:par>
                              <p:par>
                                <p:cTn id="66" presetID="10" presetClass="entr" presetSubtype="0" grpId="0" fill="hold" nodeType="withEffect">
                                  <p:stCondLst>
                                    <p:cond delay="619"/>
                                  </p:stCondLst>
                                  <p:childTnLst>
                                    <p:set>
                                      <p:cBhvr>
                                        <p:cTn id="67" dur="1" fill="hold">
                                          <p:stCondLst>
                                            <p:cond delay="0"/>
                                          </p:stCondLst>
                                        </p:cTn>
                                        <p:tgtEl>
                                          <p:spTgt spid="9">
                                            <p:txEl>
                                              <p:pRg st="2" end="2"/>
                                            </p:txEl>
                                          </p:spTgt>
                                        </p:tgtEl>
                                        <p:attrNameLst>
                                          <p:attrName>style.visibility</p:attrName>
                                        </p:attrNameLst>
                                      </p:cBhvr>
                                      <p:to>
                                        <p:strVal val="visible"/>
                                      </p:to>
                                    </p:set>
                                    <p:animEffect transition="in" filter="fade">
                                      <p:cBhvr>
                                        <p:cTn id="68" dur="225"/>
                                        <p:tgtEl>
                                          <p:spTgt spid="9">
                                            <p:txEl>
                                              <p:pRg st="2" end="2"/>
                                            </p:txEl>
                                          </p:spTgt>
                                        </p:tgtEl>
                                      </p:cBhvr>
                                    </p:animEffect>
                                  </p:childTnLst>
                                </p:cTn>
                              </p:par>
                              <p:par>
                                <p:cTn id="69" presetID="10" presetClass="entr" presetSubtype="0" grpId="0" fill="hold" nodeType="withEffect">
                                  <p:stCondLst>
                                    <p:cond delay="781"/>
                                  </p:stCondLst>
                                  <p:childTnLst>
                                    <p:set>
                                      <p:cBhvr>
                                        <p:cTn id="70" dur="1" fill="hold">
                                          <p:stCondLst>
                                            <p:cond delay="0"/>
                                          </p:stCondLst>
                                        </p:cTn>
                                        <p:tgtEl>
                                          <p:spTgt spid="9">
                                            <p:txEl>
                                              <p:pRg st="3" end="3"/>
                                            </p:txEl>
                                          </p:spTgt>
                                        </p:tgtEl>
                                        <p:attrNameLst>
                                          <p:attrName>style.visibility</p:attrName>
                                        </p:attrNameLst>
                                      </p:cBhvr>
                                      <p:to>
                                        <p:strVal val="visible"/>
                                      </p:to>
                                    </p:set>
                                    <p:animEffect transition="in" filter="fade">
                                      <p:cBhvr>
                                        <p:cTn id="71" dur="225"/>
                                        <p:tgtEl>
                                          <p:spTgt spid="9">
                                            <p:txEl>
                                              <p:pRg st="3" end="3"/>
                                            </p:txEl>
                                          </p:spTgt>
                                        </p:tgtEl>
                                      </p:cBhvr>
                                    </p:animEffect>
                                  </p:childTnLst>
                                </p:cTn>
                              </p:par>
                              <p:par>
                                <p:cTn id="72" presetID="10" presetClass="entr" presetSubtype="0" fill="hold" nodeType="withEffect">
                                  <p:stCondLst>
                                    <p:cond delay="29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225"/>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175"/>
                                        <p:tgtEl>
                                          <p:spTgt spid="7"/>
                                        </p:tgtEl>
                                      </p:cBhvr>
                                    </p:animEffect>
                                    <p:set>
                                      <p:cBhvr>
                                        <p:cTn id="79" dur="1" fill="hold">
                                          <p:stCondLst>
                                            <p:cond delay="174"/>
                                          </p:stCondLst>
                                        </p:cTn>
                                        <p:tgtEl>
                                          <p:spTgt spid="7"/>
                                        </p:tgtEl>
                                        <p:attrNameLst>
                                          <p:attrName>style.visibility</p:attrName>
                                        </p:attrNameLst>
                                      </p:cBhvr>
                                      <p:to>
                                        <p:strVal val="hidden"/>
                                      </p:to>
                                    </p:set>
                                  </p:childTnLst>
                                </p:cTn>
                              </p:par>
                              <p:par>
                                <p:cTn id="80" presetID="10" presetClass="exit" presetSubtype="0" grpId="0" fill="hold" nodeType="withEffect">
                                  <p:stCondLst>
                                    <p:cond delay="0"/>
                                  </p:stCondLst>
                                  <p:childTnLst>
                                    <p:animEffect transition="out" filter="fade">
                                      <p:cBhvr>
                                        <p:cTn id="81" dur="175"/>
                                        <p:tgtEl>
                                          <p:spTgt spid="9">
                                            <p:txEl>
                                              <p:pRg st="0" end="0"/>
                                            </p:txEl>
                                          </p:spTgt>
                                        </p:tgtEl>
                                      </p:cBhvr>
                                    </p:animEffect>
                                    <p:set>
                                      <p:cBhvr>
                                        <p:cTn id="82" dur="1" fill="hold">
                                          <p:stCondLst>
                                            <p:cond delay="174"/>
                                          </p:stCondLst>
                                        </p:cTn>
                                        <p:tgtEl>
                                          <p:spTgt spid="9">
                                            <p:txEl>
                                              <p:pRg st="0" end="0"/>
                                            </p:txEl>
                                          </p:spTgt>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175"/>
                                        <p:tgtEl>
                                          <p:spTgt spid="9">
                                            <p:txEl>
                                              <p:pRg st="1" end="1"/>
                                            </p:txEl>
                                          </p:spTgt>
                                        </p:tgtEl>
                                      </p:cBhvr>
                                    </p:animEffect>
                                    <p:set>
                                      <p:cBhvr>
                                        <p:cTn id="85" dur="1" fill="hold">
                                          <p:stCondLst>
                                            <p:cond delay="174"/>
                                          </p:stCondLst>
                                        </p:cTn>
                                        <p:tgtEl>
                                          <p:spTgt spid="9">
                                            <p:txEl>
                                              <p:pRg st="1" end="1"/>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175"/>
                                        <p:tgtEl>
                                          <p:spTgt spid="9">
                                            <p:txEl>
                                              <p:pRg st="2" end="2"/>
                                            </p:txEl>
                                          </p:spTgt>
                                        </p:tgtEl>
                                      </p:cBhvr>
                                    </p:animEffect>
                                    <p:set>
                                      <p:cBhvr>
                                        <p:cTn id="88" dur="1" fill="hold">
                                          <p:stCondLst>
                                            <p:cond delay="174"/>
                                          </p:stCondLst>
                                        </p:cTn>
                                        <p:tgtEl>
                                          <p:spTgt spid="9">
                                            <p:txEl>
                                              <p:pRg st="2" end="2"/>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175"/>
                                        <p:tgtEl>
                                          <p:spTgt spid="9">
                                            <p:txEl>
                                              <p:pRg st="3" end="3"/>
                                            </p:txEl>
                                          </p:spTgt>
                                        </p:tgtEl>
                                      </p:cBhvr>
                                    </p:animEffect>
                                    <p:set>
                                      <p:cBhvr>
                                        <p:cTn id="91" dur="1" fill="hold">
                                          <p:stCondLst>
                                            <p:cond delay="174"/>
                                          </p:stCondLst>
                                        </p:cTn>
                                        <p:tgtEl>
                                          <p:spTgt spid="9">
                                            <p:txEl>
                                              <p:pRg st="3" end="3"/>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175"/>
                                        <p:tgtEl>
                                          <p:spTgt spid="10"/>
                                        </p:tgtEl>
                                      </p:cBhvr>
                                    </p:animEffect>
                                    <p:set>
                                      <p:cBhvr>
                                        <p:cTn id="94" dur="1" fill="hold">
                                          <p:stCondLst>
                                            <p:cond delay="174"/>
                                          </p:stCondLst>
                                        </p:cTn>
                                        <p:tgtEl>
                                          <p:spTgt spid="10"/>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48663 0.03388 E" pathEditMode="relative" rAng="0" ptsTypes="AA">
                                      <p:cBhvr>
                                        <p:cTn id="96" dur="375" fill="hold"/>
                                        <p:tgtEl>
                                          <p:spTgt spid="8"/>
                                        </p:tgtEl>
                                        <p:attrNameLst>
                                          <p:attrName>ppt_x</p:attrName>
                                          <p:attrName>ppt_y</p:attrName>
                                        </p:attrNameLst>
                                      </p:cBhvr>
                                      <p:rCtr x="24331" y="1694"/>
                                    </p:animMotion>
                                  </p:childTnLst>
                                </p:cTn>
                              </p:par>
                              <p:par>
                                <p:cTn id="97" presetID="6" presetClass="emph" presetSubtype="0" accel="50000" decel="50000" fill="hold" nodeType="withEffect">
                                  <p:stCondLst>
                                    <p:cond delay="0"/>
                                  </p:stCondLst>
                                  <p:childTnLst>
                                    <p:animScale>
                                      <p:cBhvr>
                                        <p:cTn id="98" dur="375" fill="hold"/>
                                        <p:tgtEl>
                                          <p:spTgt spid="8"/>
                                        </p:tgtEl>
                                      </p:cBhvr>
                                      <p:by x="22549" y="22549"/>
                                    </p:animScale>
                                  </p:childTnLst>
                                </p:cTn>
                              </p:par>
                              <p:par>
                                <p:cTn id="99" presetID="10" presetClass="entr" presetSubtype="0" fill="hold" nodeType="withEffect">
                                  <p:stCondLst>
                                    <p:cond delay="225"/>
                                  </p:stCondLst>
                                  <p:childTnLst>
                                    <p:set>
                                      <p:cBhvr>
                                        <p:cTn id="100" dur="1" fill="hold">
                                          <p:stCondLst>
                                            <p:cond delay="0"/>
                                          </p:stCondLst>
                                        </p:cTn>
                                        <p:tgtEl>
                                          <p:spTgt spid="11"/>
                                        </p:tgtEl>
                                        <p:attrNameLst>
                                          <p:attrName>style.visibility</p:attrName>
                                        </p:attrNameLst>
                                      </p:cBhvr>
                                      <p:to>
                                        <p:strVal val="visible"/>
                                      </p:to>
                                    </p:set>
                                    <p:animEffect transition="in" filter="fade">
                                      <p:cBhvr>
                                        <p:cTn id="101" dur="225"/>
                                        <p:tgtEl>
                                          <p:spTgt spid="11"/>
                                        </p:tgtEl>
                                      </p:cBhvr>
                                    </p:animEffect>
                                  </p:childTnLst>
                                </p:cTn>
                              </p:par>
                              <p:par>
                                <p:cTn id="102" presetID="10" presetClass="entr" presetSubtype="0" fill="hold" nodeType="withEffect">
                                  <p:stCondLst>
                                    <p:cond delay="260"/>
                                  </p:stCondLst>
                                  <p:childTnLst>
                                    <p:set>
                                      <p:cBhvr>
                                        <p:cTn id="103" dur="1" fill="hold">
                                          <p:stCondLst>
                                            <p:cond delay="0"/>
                                          </p:stCondLst>
                                        </p:cTn>
                                        <p:tgtEl>
                                          <p:spTgt spid="12"/>
                                        </p:tgtEl>
                                        <p:attrNameLst>
                                          <p:attrName>style.visibility</p:attrName>
                                        </p:attrNameLst>
                                      </p:cBhvr>
                                      <p:to>
                                        <p:strVal val="visible"/>
                                      </p:to>
                                    </p:set>
                                    <p:animEffect transition="in" filter="fade">
                                      <p:cBhvr>
                                        <p:cTn id="104" dur="225"/>
                                        <p:tgtEl>
                                          <p:spTgt spid="12"/>
                                        </p:tgtEl>
                                      </p:cBhvr>
                                    </p:animEffect>
                                  </p:childTnLst>
                                </p:cTn>
                              </p:par>
                              <p:par>
                                <p:cTn id="105" presetID="22" presetClass="entr" presetSubtype="8" fill="hold" nodeType="withEffect">
                                  <p:stCondLst>
                                    <p:cond delay="260"/>
                                  </p:stCondLst>
                                  <p:childTnLst>
                                    <p:set>
                                      <p:cBhvr>
                                        <p:cTn id="106" dur="1" fill="hold">
                                          <p:stCondLst>
                                            <p:cond delay="0"/>
                                          </p:stCondLst>
                                        </p:cTn>
                                        <p:tgtEl>
                                          <p:spTgt spid="13"/>
                                        </p:tgtEl>
                                        <p:attrNameLst>
                                          <p:attrName>style.visibility</p:attrName>
                                        </p:attrNameLst>
                                      </p:cBhvr>
                                      <p:to>
                                        <p:strVal val="visible"/>
                                      </p:to>
                                    </p:set>
                                    <p:animEffect transition="in" filter="wipe(left)">
                                      <p:cBhvr>
                                        <p:cTn id="107" dur="250"/>
                                        <p:tgtEl>
                                          <p:spTgt spid="13"/>
                                        </p:tgtEl>
                                      </p:cBhvr>
                                    </p:animEffect>
                                  </p:childTnLst>
                                </p:cTn>
                              </p:par>
                              <p:par>
                                <p:cTn id="108" presetID="10" presetClass="entr" presetSubtype="0" fill="hold" nodeType="withEffect">
                                  <p:stCondLst>
                                    <p:cond delay="295"/>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225"/>
                                        <p:tgtEl>
                                          <p:spTgt spid="14"/>
                                        </p:tgtEl>
                                      </p:cBhvr>
                                    </p:animEffect>
                                  </p:childTnLst>
                                </p:cTn>
                              </p:par>
                              <p:par>
                                <p:cTn id="111" presetID="22" presetClass="entr" presetSubtype="8" fill="hold" nodeType="withEffect">
                                  <p:stCondLst>
                                    <p:cond delay="295"/>
                                  </p:stCondLst>
                                  <p:childTnLst>
                                    <p:set>
                                      <p:cBhvr>
                                        <p:cTn id="112" dur="1" fill="hold">
                                          <p:stCondLst>
                                            <p:cond delay="0"/>
                                          </p:stCondLst>
                                        </p:cTn>
                                        <p:tgtEl>
                                          <p:spTgt spid="15"/>
                                        </p:tgtEl>
                                        <p:attrNameLst>
                                          <p:attrName>style.visibility</p:attrName>
                                        </p:attrNameLst>
                                      </p:cBhvr>
                                      <p:to>
                                        <p:strVal val="visible"/>
                                      </p:to>
                                    </p:set>
                                    <p:animEffect transition="in" filter="wipe(left)">
                                      <p:cBhvr>
                                        <p:cTn id="113" dur="250"/>
                                        <p:tgtEl>
                                          <p:spTgt spid="15"/>
                                        </p:tgtEl>
                                      </p:cBhvr>
                                    </p:animEffect>
                                  </p:childTnLst>
                                </p:cTn>
                              </p:par>
                              <p:par>
                                <p:cTn id="114" presetID="22" presetClass="entr" presetSubtype="8" fill="hold" nodeType="withEffect">
                                  <p:stCondLst>
                                    <p:cond delay="330"/>
                                  </p:stCondLst>
                                  <p:childTnLst>
                                    <p:set>
                                      <p:cBhvr>
                                        <p:cTn id="115" dur="1" fill="hold">
                                          <p:stCondLst>
                                            <p:cond delay="0"/>
                                          </p:stCondLst>
                                        </p:cTn>
                                        <p:tgtEl>
                                          <p:spTgt spid="16"/>
                                        </p:tgtEl>
                                        <p:attrNameLst>
                                          <p:attrName>style.visibility</p:attrName>
                                        </p:attrNameLst>
                                      </p:cBhvr>
                                      <p:to>
                                        <p:strVal val="visible"/>
                                      </p:to>
                                    </p:set>
                                    <p:animEffect transition="in" filter="wipe(left)">
                                      <p:cBhvr>
                                        <p:cTn id="116" dur="250"/>
                                        <p:tgtEl>
                                          <p:spTgt spid="16"/>
                                        </p:tgtEl>
                                      </p:cBhvr>
                                    </p:animEffect>
                                  </p:childTnLst>
                                </p:cTn>
                              </p:par>
                              <p:par>
                                <p:cTn id="117" presetID="10" presetClass="entr" presetSubtype="0" fill="hold" nodeType="withEffect">
                                  <p:stCondLst>
                                    <p:cond delay="365"/>
                                  </p:stCondLst>
                                  <p:childTnLst>
                                    <p:set>
                                      <p:cBhvr>
                                        <p:cTn id="118" dur="1" fill="hold">
                                          <p:stCondLst>
                                            <p:cond delay="0"/>
                                          </p:stCondLst>
                                        </p:cTn>
                                        <p:tgtEl>
                                          <p:spTgt spid="17"/>
                                        </p:tgtEl>
                                        <p:attrNameLst>
                                          <p:attrName>style.visibility</p:attrName>
                                        </p:attrNameLst>
                                      </p:cBhvr>
                                      <p:to>
                                        <p:strVal val="visible"/>
                                      </p:to>
                                    </p:set>
                                    <p:animEffect transition="in" filter="fade">
                                      <p:cBhvr>
                                        <p:cTn id="119" dur="225"/>
                                        <p:tgtEl>
                                          <p:spTgt spid="17"/>
                                        </p:tgtEl>
                                      </p:cBhvr>
                                    </p:animEffect>
                                  </p:childTnLst>
                                </p:cTn>
                              </p:par>
                              <p:par>
                                <p:cTn id="120" presetID="22" presetClass="entr" presetSubtype="8" fill="hold" nodeType="withEffect">
                                  <p:stCondLst>
                                    <p:cond delay="365"/>
                                  </p:stCondLst>
                                  <p:childTnLst>
                                    <p:set>
                                      <p:cBhvr>
                                        <p:cTn id="121" dur="1" fill="hold">
                                          <p:stCondLst>
                                            <p:cond delay="0"/>
                                          </p:stCondLst>
                                        </p:cTn>
                                        <p:tgtEl>
                                          <p:spTgt spid="18"/>
                                        </p:tgtEl>
                                        <p:attrNameLst>
                                          <p:attrName>style.visibility</p:attrName>
                                        </p:attrNameLst>
                                      </p:cBhvr>
                                      <p:to>
                                        <p:strVal val="visible"/>
                                      </p:to>
                                    </p:set>
                                    <p:animEffect transition="in" filter="wipe(left)">
                                      <p:cBhvr>
                                        <p:cTn id="122" dur="250"/>
                                        <p:tgtEl>
                                          <p:spTgt spid="18"/>
                                        </p:tgtEl>
                                      </p:cBhvr>
                                    </p:animEffect>
                                  </p:childTnLst>
                                </p:cTn>
                              </p:par>
                              <p:par>
                                <p:cTn id="123" presetID="22" presetClass="entr" presetSubtype="8" fill="hold" nodeType="withEffect">
                                  <p:stCondLst>
                                    <p:cond delay="400"/>
                                  </p:stCondLst>
                                  <p:childTnLst>
                                    <p:set>
                                      <p:cBhvr>
                                        <p:cTn id="124" dur="1" fill="hold">
                                          <p:stCondLst>
                                            <p:cond delay="0"/>
                                          </p:stCondLst>
                                        </p:cTn>
                                        <p:tgtEl>
                                          <p:spTgt spid="19"/>
                                        </p:tgtEl>
                                        <p:attrNameLst>
                                          <p:attrName>style.visibility</p:attrName>
                                        </p:attrNameLst>
                                      </p:cBhvr>
                                      <p:to>
                                        <p:strVal val="visible"/>
                                      </p:to>
                                    </p:set>
                                    <p:animEffect transition="in" filter="wipe(left)">
                                      <p:cBhvr>
                                        <p:cTn id="125" dur="250"/>
                                        <p:tgtEl>
                                          <p:spTgt spid="19"/>
                                        </p:tgtEl>
                                      </p:cBhvr>
                                    </p:animEffect>
                                  </p:childTnLst>
                                </p:cTn>
                              </p:par>
                              <p:par>
                                <p:cTn id="126" presetID="10" presetClass="entr" presetSubtype="0" fill="hold" nodeType="withEffect">
                                  <p:stCondLst>
                                    <p:cond delay="435"/>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225"/>
                                        <p:tgtEl>
                                          <p:spTgt spid="20"/>
                                        </p:tgtEl>
                                      </p:cBhvr>
                                    </p:animEffect>
                                  </p:childTnLst>
                                </p:cTn>
                              </p:par>
                              <p:par>
                                <p:cTn id="129" presetID="22" presetClass="entr" presetSubtype="8" fill="hold" nodeType="withEffect">
                                  <p:stCondLst>
                                    <p:cond delay="435"/>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250"/>
                                        <p:tgtEl>
                                          <p:spTgt spid="21"/>
                                        </p:tgtEl>
                                      </p:cBhvr>
                                    </p:animEffect>
                                  </p:childTnLst>
                                </p:cTn>
                              </p:par>
                              <p:par>
                                <p:cTn id="132" presetID="22" presetClass="entr" presetSubtype="8" fill="hold" nodeType="withEffect">
                                  <p:stCondLst>
                                    <p:cond delay="470"/>
                                  </p:stCondLst>
                                  <p:childTnLst>
                                    <p:set>
                                      <p:cBhvr>
                                        <p:cTn id="133" dur="1" fill="hold">
                                          <p:stCondLst>
                                            <p:cond delay="0"/>
                                          </p:stCondLst>
                                        </p:cTn>
                                        <p:tgtEl>
                                          <p:spTgt spid="22"/>
                                        </p:tgtEl>
                                        <p:attrNameLst>
                                          <p:attrName>style.visibility</p:attrName>
                                        </p:attrNameLst>
                                      </p:cBhvr>
                                      <p:to>
                                        <p:strVal val="visible"/>
                                      </p:to>
                                    </p:set>
                                    <p:animEffect transition="in" filter="wipe(left)">
                                      <p:cBhvr>
                                        <p:cTn id="134" dur="250"/>
                                        <p:tgtEl>
                                          <p:spTgt spid="22"/>
                                        </p:tgtEl>
                                      </p:cBhvr>
                                    </p:animEffect>
                                  </p:childTnLst>
                                </p:cTn>
                              </p:par>
                              <p:par>
                                <p:cTn id="135" presetID="22" presetClass="entr" presetSubtype="8" fill="hold" nodeType="withEffect">
                                  <p:stCondLst>
                                    <p:cond delay="505"/>
                                  </p:stCondLst>
                                  <p:childTnLst>
                                    <p:set>
                                      <p:cBhvr>
                                        <p:cTn id="136" dur="1" fill="hold">
                                          <p:stCondLst>
                                            <p:cond delay="0"/>
                                          </p:stCondLst>
                                        </p:cTn>
                                        <p:tgtEl>
                                          <p:spTgt spid="23"/>
                                        </p:tgtEl>
                                        <p:attrNameLst>
                                          <p:attrName>style.visibility</p:attrName>
                                        </p:attrNameLst>
                                      </p:cBhvr>
                                      <p:to>
                                        <p:strVal val="visible"/>
                                      </p:to>
                                    </p:set>
                                    <p:animEffect transition="in" filter="wipe(left)">
                                      <p:cBhvr>
                                        <p:cTn id="137" dur="250"/>
                                        <p:tgtEl>
                                          <p:spTgt spid="23"/>
                                        </p:tgtEl>
                                      </p:cBhvr>
                                    </p:animEffect>
                                  </p:childTnLst>
                                </p:cTn>
                              </p:par>
                              <p:par>
                                <p:cTn id="138" presetID="10" presetClass="entr" presetSubtype="0" fill="hold" nodeType="withEffect">
                                  <p:stCondLst>
                                    <p:cond delay="29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225"/>
                                        <p:tgtEl>
                                          <p:spTgt spid="2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xit" presetSubtype="0" fill="hold" nodeType="clickEffect">
                                  <p:stCondLst>
                                    <p:cond delay="0"/>
                                  </p:stCondLst>
                                  <p:childTnLst>
                                    <p:animEffect transition="out" filter="fade">
                                      <p:cBhvr>
                                        <p:cTn id="144" dur="175"/>
                                        <p:tgtEl>
                                          <p:spTgt spid="11"/>
                                        </p:tgtEl>
                                      </p:cBhvr>
                                    </p:animEffect>
                                    <p:set>
                                      <p:cBhvr>
                                        <p:cTn id="145" dur="1" fill="hold">
                                          <p:stCondLst>
                                            <p:cond delay="174"/>
                                          </p:stCondLst>
                                        </p:cTn>
                                        <p:tgtEl>
                                          <p:spTgt spid="11"/>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175"/>
                                        <p:tgtEl>
                                          <p:spTgt spid="12"/>
                                        </p:tgtEl>
                                      </p:cBhvr>
                                    </p:animEffect>
                                    <p:set>
                                      <p:cBhvr>
                                        <p:cTn id="148" dur="1" fill="hold">
                                          <p:stCondLst>
                                            <p:cond delay="174"/>
                                          </p:stCondLst>
                                        </p:cTn>
                                        <p:tgtEl>
                                          <p:spTgt spid="12"/>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175"/>
                                        <p:tgtEl>
                                          <p:spTgt spid="13"/>
                                        </p:tgtEl>
                                      </p:cBhvr>
                                    </p:animEffect>
                                    <p:set>
                                      <p:cBhvr>
                                        <p:cTn id="151" dur="1" fill="hold">
                                          <p:stCondLst>
                                            <p:cond delay="174"/>
                                          </p:stCondLst>
                                        </p:cTn>
                                        <p:tgtEl>
                                          <p:spTgt spid="13"/>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175"/>
                                        <p:tgtEl>
                                          <p:spTgt spid="14"/>
                                        </p:tgtEl>
                                      </p:cBhvr>
                                    </p:animEffect>
                                    <p:set>
                                      <p:cBhvr>
                                        <p:cTn id="154" dur="1" fill="hold">
                                          <p:stCondLst>
                                            <p:cond delay="174"/>
                                          </p:stCondLst>
                                        </p:cTn>
                                        <p:tgtEl>
                                          <p:spTgt spid="14"/>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175"/>
                                        <p:tgtEl>
                                          <p:spTgt spid="15"/>
                                        </p:tgtEl>
                                      </p:cBhvr>
                                    </p:animEffect>
                                    <p:set>
                                      <p:cBhvr>
                                        <p:cTn id="157" dur="1" fill="hold">
                                          <p:stCondLst>
                                            <p:cond delay="174"/>
                                          </p:stCondLst>
                                        </p:cTn>
                                        <p:tgtEl>
                                          <p:spTgt spid="15"/>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175"/>
                                        <p:tgtEl>
                                          <p:spTgt spid="16"/>
                                        </p:tgtEl>
                                      </p:cBhvr>
                                    </p:animEffect>
                                    <p:set>
                                      <p:cBhvr>
                                        <p:cTn id="160" dur="1" fill="hold">
                                          <p:stCondLst>
                                            <p:cond delay="174"/>
                                          </p:stCondLst>
                                        </p:cTn>
                                        <p:tgtEl>
                                          <p:spTgt spid="16"/>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175"/>
                                        <p:tgtEl>
                                          <p:spTgt spid="17"/>
                                        </p:tgtEl>
                                      </p:cBhvr>
                                    </p:animEffect>
                                    <p:set>
                                      <p:cBhvr>
                                        <p:cTn id="163" dur="1" fill="hold">
                                          <p:stCondLst>
                                            <p:cond delay="174"/>
                                          </p:stCondLst>
                                        </p:cTn>
                                        <p:tgtEl>
                                          <p:spTgt spid="17"/>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175"/>
                                        <p:tgtEl>
                                          <p:spTgt spid="18"/>
                                        </p:tgtEl>
                                      </p:cBhvr>
                                    </p:animEffect>
                                    <p:set>
                                      <p:cBhvr>
                                        <p:cTn id="166" dur="1" fill="hold">
                                          <p:stCondLst>
                                            <p:cond delay="174"/>
                                          </p:stCondLst>
                                        </p:cTn>
                                        <p:tgtEl>
                                          <p:spTgt spid="18"/>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175"/>
                                        <p:tgtEl>
                                          <p:spTgt spid="19"/>
                                        </p:tgtEl>
                                      </p:cBhvr>
                                    </p:animEffect>
                                    <p:set>
                                      <p:cBhvr>
                                        <p:cTn id="169" dur="1" fill="hold">
                                          <p:stCondLst>
                                            <p:cond delay="174"/>
                                          </p:stCondLst>
                                        </p:cTn>
                                        <p:tgtEl>
                                          <p:spTgt spid="19"/>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175"/>
                                        <p:tgtEl>
                                          <p:spTgt spid="20"/>
                                        </p:tgtEl>
                                      </p:cBhvr>
                                    </p:animEffect>
                                    <p:set>
                                      <p:cBhvr>
                                        <p:cTn id="172" dur="1" fill="hold">
                                          <p:stCondLst>
                                            <p:cond delay="174"/>
                                          </p:stCondLst>
                                        </p:cTn>
                                        <p:tgtEl>
                                          <p:spTgt spid="20"/>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175"/>
                                        <p:tgtEl>
                                          <p:spTgt spid="21"/>
                                        </p:tgtEl>
                                      </p:cBhvr>
                                    </p:animEffect>
                                    <p:set>
                                      <p:cBhvr>
                                        <p:cTn id="175" dur="1" fill="hold">
                                          <p:stCondLst>
                                            <p:cond delay="174"/>
                                          </p:stCondLst>
                                        </p:cTn>
                                        <p:tgtEl>
                                          <p:spTgt spid="21"/>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175"/>
                                        <p:tgtEl>
                                          <p:spTgt spid="22"/>
                                        </p:tgtEl>
                                      </p:cBhvr>
                                    </p:animEffect>
                                    <p:set>
                                      <p:cBhvr>
                                        <p:cTn id="178" dur="1" fill="hold">
                                          <p:stCondLst>
                                            <p:cond delay="174"/>
                                          </p:stCondLst>
                                        </p:cTn>
                                        <p:tgtEl>
                                          <p:spTgt spid="22"/>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175"/>
                                        <p:tgtEl>
                                          <p:spTgt spid="23"/>
                                        </p:tgtEl>
                                      </p:cBhvr>
                                    </p:animEffect>
                                    <p:set>
                                      <p:cBhvr>
                                        <p:cTn id="181" dur="1" fill="hold">
                                          <p:stCondLst>
                                            <p:cond delay="174"/>
                                          </p:stCondLst>
                                        </p:cTn>
                                        <p:tgtEl>
                                          <p:spTgt spid="23"/>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175"/>
                                        <p:tgtEl>
                                          <p:spTgt spid="24"/>
                                        </p:tgtEl>
                                      </p:cBhvr>
                                    </p:animEffect>
                                    <p:set>
                                      <p:cBhvr>
                                        <p:cTn id="184" dur="1" fill="hold">
                                          <p:stCondLst>
                                            <p:cond delay="174"/>
                                          </p:stCondLst>
                                        </p:cTn>
                                        <p:tgtEl>
                                          <p:spTgt spid="24"/>
                                        </p:tgtEl>
                                        <p:attrNameLst>
                                          <p:attrName>style.visibility</p:attrName>
                                        </p:attrNameLst>
                                      </p:cBhvr>
                                      <p:to>
                                        <p:strVal val="hidden"/>
                                      </p:to>
                                    </p:set>
                                  </p:childTnLst>
                                </p:cTn>
                              </p:par>
                              <p:par>
                                <p:cTn id="185" presetID="10" presetClass="entr" presetSubtype="0" fill="hold" nodeType="withEffect">
                                  <p:stCondLst>
                                    <p:cond delay="225"/>
                                  </p:stCondLst>
                                  <p:childTnLst>
                                    <p:set>
                                      <p:cBhvr>
                                        <p:cTn id="186" dur="1" fill="hold">
                                          <p:stCondLst>
                                            <p:cond delay="0"/>
                                          </p:stCondLst>
                                        </p:cTn>
                                        <p:tgtEl>
                                          <p:spTgt spid="25"/>
                                        </p:tgtEl>
                                        <p:attrNameLst>
                                          <p:attrName>style.visibility</p:attrName>
                                        </p:attrNameLst>
                                      </p:cBhvr>
                                      <p:to>
                                        <p:strVal val="visible"/>
                                      </p:to>
                                    </p:set>
                                    <p:animEffect transition="in" filter="fade">
                                      <p:cBhvr>
                                        <p:cTn id="187" dur="225"/>
                                        <p:tgtEl>
                                          <p:spTgt spid="25"/>
                                        </p:tgtEl>
                                      </p:cBhvr>
                                    </p:animEffect>
                                  </p:childTnLst>
                                </p:cTn>
                              </p:par>
                              <p:par>
                                <p:cTn id="188" presetID="53" presetClass="entr" presetSubtype="16" fill="hold" nodeType="withEffect">
                                  <p:stCondLst>
                                    <p:cond delay="260"/>
                                  </p:stCondLst>
                                  <p:childTnLst>
                                    <p:set>
                                      <p:cBhvr>
                                        <p:cTn id="189" dur="1" fill="hold">
                                          <p:stCondLst>
                                            <p:cond delay="0"/>
                                          </p:stCondLst>
                                        </p:cTn>
                                        <p:tgtEl>
                                          <p:spTgt spid="26"/>
                                        </p:tgtEl>
                                        <p:attrNameLst>
                                          <p:attrName>style.visibility</p:attrName>
                                        </p:attrNameLst>
                                      </p:cBhvr>
                                      <p:to>
                                        <p:strVal val="visible"/>
                                      </p:to>
                                    </p:set>
                                    <p:anim calcmode="lin" valueType="num">
                                      <p:cBhvr>
                                        <p:cTn id="190" dur="300" fill="hold"/>
                                        <p:tgtEl>
                                          <p:spTgt spid="26"/>
                                        </p:tgtEl>
                                        <p:attrNameLst>
                                          <p:attrName>ppt_w</p:attrName>
                                        </p:attrNameLst>
                                      </p:cBhvr>
                                      <p:tavLst>
                                        <p:tav tm="0">
                                          <p:val>
                                            <p:fltVal val="0"/>
                                          </p:val>
                                        </p:tav>
                                        <p:tav tm="100000">
                                          <p:val>
                                            <p:strVal val="#ppt_w"/>
                                          </p:val>
                                        </p:tav>
                                      </p:tavLst>
                                    </p:anim>
                                    <p:anim calcmode="lin" valueType="num">
                                      <p:cBhvr>
                                        <p:cTn id="191" dur="300" fill="hold"/>
                                        <p:tgtEl>
                                          <p:spTgt spid="26"/>
                                        </p:tgtEl>
                                        <p:attrNameLst>
                                          <p:attrName>ppt_h</p:attrName>
                                        </p:attrNameLst>
                                      </p:cBhvr>
                                      <p:tavLst>
                                        <p:tav tm="0">
                                          <p:val>
                                            <p:fltVal val="0"/>
                                          </p:val>
                                        </p:tav>
                                        <p:tav tm="100000">
                                          <p:val>
                                            <p:strVal val="#ppt_h"/>
                                          </p:val>
                                        </p:tav>
                                      </p:tavLst>
                                    </p:anim>
                                    <p:animEffect transition="in" filter="fade">
                                      <p:cBhvr>
                                        <p:cTn id="192" dur="300"/>
                                        <p:tgtEl>
                                          <p:spTgt spid="26"/>
                                        </p:tgtEl>
                                      </p:cBhvr>
                                    </p:animEffect>
                                  </p:childTnLst>
                                </p:cTn>
                              </p:par>
                              <p:par>
                                <p:cTn id="193" presetID="22" presetClass="entr" presetSubtype="4" fill="hold" nodeType="withEffect">
                                  <p:stCondLst>
                                    <p:cond delay="295"/>
                                  </p:stCondLst>
                                  <p:childTnLst>
                                    <p:set>
                                      <p:cBhvr>
                                        <p:cTn id="194" dur="1" fill="hold">
                                          <p:stCondLst>
                                            <p:cond delay="0"/>
                                          </p:stCondLst>
                                        </p:cTn>
                                        <p:tgtEl>
                                          <p:spTgt spid="27"/>
                                        </p:tgtEl>
                                        <p:attrNameLst>
                                          <p:attrName>style.visibility</p:attrName>
                                        </p:attrNameLst>
                                      </p:cBhvr>
                                      <p:to>
                                        <p:strVal val="visible"/>
                                      </p:to>
                                    </p:set>
                                    <p:animEffect transition="in" filter="wipe(down)">
                                      <p:cBhvr>
                                        <p:cTn id="195" dur="250"/>
                                        <p:tgtEl>
                                          <p:spTgt spid="27"/>
                                        </p:tgtEl>
                                      </p:cBhvr>
                                    </p:animEffect>
                                  </p:childTnLst>
                                </p:cTn>
                              </p:par>
                              <p:par>
                                <p:cTn id="196" presetID="10" presetClass="entr" presetSubtype="0" fill="hold" nodeType="withEffect">
                                  <p:stCondLst>
                                    <p:cond delay="290"/>
                                  </p:stCondLst>
                                  <p:childTnLst>
                                    <p:set>
                                      <p:cBhvr>
                                        <p:cTn id="197" dur="1" fill="hold">
                                          <p:stCondLst>
                                            <p:cond delay="0"/>
                                          </p:stCondLst>
                                        </p:cTn>
                                        <p:tgtEl>
                                          <p:spTgt spid="28"/>
                                        </p:tgtEl>
                                        <p:attrNameLst>
                                          <p:attrName>style.visibility</p:attrName>
                                        </p:attrNameLst>
                                      </p:cBhvr>
                                      <p:to>
                                        <p:strVal val="visible"/>
                                      </p:to>
                                    </p:set>
                                    <p:animEffect transition="in" filter="fade">
                                      <p:cBhvr>
                                        <p:cTn id="198" dur="225"/>
                                        <p:tgtEl>
                                          <p:spTgt spid="28"/>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xit" presetSubtype="0" fill="hold" nodeType="clickEffect">
                                  <p:stCondLst>
                                    <p:cond delay="0"/>
                                  </p:stCondLst>
                                  <p:childTnLst>
                                    <p:animEffect transition="out" filter="fade">
                                      <p:cBhvr>
                                        <p:cTn id="202" dur="175"/>
                                        <p:tgtEl>
                                          <p:spTgt spid="25"/>
                                        </p:tgtEl>
                                      </p:cBhvr>
                                    </p:animEffect>
                                    <p:set>
                                      <p:cBhvr>
                                        <p:cTn id="203" dur="1" fill="hold">
                                          <p:stCondLst>
                                            <p:cond delay="174"/>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175"/>
                                        <p:tgtEl>
                                          <p:spTgt spid="27"/>
                                        </p:tgtEl>
                                      </p:cBhvr>
                                    </p:animEffect>
                                    <p:set>
                                      <p:cBhvr>
                                        <p:cTn id="206" dur="1" fill="hold">
                                          <p:stCondLst>
                                            <p:cond delay="174"/>
                                          </p:stCondLst>
                                        </p:cTn>
                                        <p:tgtEl>
                                          <p:spTgt spid="27"/>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175"/>
                                        <p:tgtEl>
                                          <p:spTgt spid="28"/>
                                        </p:tgtEl>
                                      </p:cBhvr>
                                    </p:animEffect>
                                    <p:set>
                                      <p:cBhvr>
                                        <p:cTn id="209" dur="1" fill="hold">
                                          <p:stCondLst>
                                            <p:cond delay="174"/>
                                          </p:stCondLst>
                                        </p:cTn>
                                        <p:tgtEl>
                                          <p:spTgt spid="28"/>
                                        </p:tgtEl>
                                        <p:attrNameLst>
                                          <p:attrName>style.visibility</p:attrName>
                                        </p:attrNameLst>
                                      </p:cBhvr>
                                      <p:to>
                                        <p:strVal val="hidden"/>
                                      </p:to>
                                    </p:set>
                                  </p:childTnLst>
                                </p:cTn>
                              </p:par>
                              <p:par>
                                <p:cTn id="210" presetID="0" presetClass="path" presetSubtype="0" accel="50000" decel="50000" fill="hold" nodeType="withEffect">
                                  <p:stCondLst>
                                    <p:cond delay="0"/>
                                  </p:stCondLst>
                                  <p:childTnLst>
                                    <p:animMotion origin="layout" path="M 0 0 L 0.47000 0.08839 E" pathEditMode="relative" rAng="0" ptsTypes="AA">
                                      <p:cBhvr>
                                        <p:cTn id="211" dur="375" fill="hold"/>
                                        <p:tgtEl>
                                          <p:spTgt spid="26"/>
                                        </p:tgtEl>
                                        <p:attrNameLst>
                                          <p:attrName>ppt_x</p:attrName>
                                          <p:attrName>ppt_y</p:attrName>
                                        </p:attrNameLst>
                                      </p:cBhvr>
                                      <p:rCtr x="23499" y="4419"/>
                                    </p:animMotion>
                                  </p:childTnLst>
                                </p:cTn>
                              </p:par>
                              <p:par>
                                <p:cTn id="212" presetID="6" presetClass="emph" presetSubtype="0" accel="50000" decel="50000" fill="hold" nodeType="withEffect">
                                  <p:stCondLst>
                                    <p:cond delay="0"/>
                                  </p:stCondLst>
                                  <p:childTnLst>
                                    <p:animScale>
                                      <p:cBhvr>
                                        <p:cTn id="213" dur="375" fill="hold"/>
                                        <p:tgtEl>
                                          <p:spTgt spid="26"/>
                                        </p:tgtEl>
                                      </p:cBhvr>
                                      <p:by x="26181" y="26181"/>
                                    </p:animScale>
                                  </p:childTnLst>
                                </p:cTn>
                              </p:par>
                              <p:par>
                                <p:cTn id="214" presetID="10" presetClass="entr" presetSubtype="0" fill="hold" nodeType="withEffect">
                                  <p:stCondLst>
                                    <p:cond delay="225"/>
                                  </p:stCondLst>
                                  <p:childTnLst>
                                    <p:set>
                                      <p:cBhvr>
                                        <p:cTn id="215" dur="1" fill="hold">
                                          <p:stCondLst>
                                            <p:cond delay="0"/>
                                          </p:stCondLst>
                                        </p:cTn>
                                        <p:tgtEl>
                                          <p:spTgt spid="29"/>
                                        </p:tgtEl>
                                        <p:attrNameLst>
                                          <p:attrName>style.visibility</p:attrName>
                                        </p:attrNameLst>
                                      </p:cBhvr>
                                      <p:to>
                                        <p:strVal val="visible"/>
                                      </p:to>
                                    </p:set>
                                    <p:animEffect transition="in" filter="fade">
                                      <p:cBhvr>
                                        <p:cTn id="216" dur="225"/>
                                        <p:tgtEl>
                                          <p:spTgt spid="29"/>
                                        </p:tgtEl>
                                      </p:cBhvr>
                                    </p:animEffect>
                                  </p:childTnLst>
                                </p:cTn>
                              </p:par>
                              <p:par>
                                <p:cTn id="217" presetID="53" presetClass="entr" presetSubtype="16" fill="hold" nodeType="withEffect">
                                  <p:stCondLst>
                                    <p:cond delay="260"/>
                                  </p:stCondLst>
                                  <p:childTnLst>
                                    <p:set>
                                      <p:cBhvr>
                                        <p:cTn id="218" dur="1" fill="hold">
                                          <p:stCondLst>
                                            <p:cond delay="0"/>
                                          </p:stCondLst>
                                        </p:cTn>
                                        <p:tgtEl>
                                          <p:spTgt spid="30"/>
                                        </p:tgtEl>
                                        <p:attrNameLst>
                                          <p:attrName>style.visibility</p:attrName>
                                        </p:attrNameLst>
                                      </p:cBhvr>
                                      <p:to>
                                        <p:strVal val="visible"/>
                                      </p:to>
                                    </p:set>
                                    <p:anim calcmode="lin" valueType="num">
                                      <p:cBhvr>
                                        <p:cTn id="219" dur="300" fill="hold"/>
                                        <p:tgtEl>
                                          <p:spTgt spid="30"/>
                                        </p:tgtEl>
                                        <p:attrNameLst>
                                          <p:attrName>ppt_w</p:attrName>
                                        </p:attrNameLst>
                                      </p:cBhvr>
                                      <p:tavLst>
                                        <p:tav tm="0">
                                          <p:val>
                                            <p:fltVal val="0"/>
                                          </p:val>
                                        </p:tav>
                                        <p:tav tm="100000">
                                          <p:val>
                                            <p:strVal val="#ppt_w"/>
                                          </p:val>
                                        </p:tav>
                                      </p:tavLst>
                                    </p:anim>
                                    <p:anim calcmode="lin" valueType="num">
                                      <p:cBhvr>
                                        <p:cTn id="220" dur="300" fill="hold"/>
                                        <p:tgtEl>
                                          <p:spTgt spid="30"/>
                                        </p:tgtEl>
                                        <p:attrNameLst>
                                          <p:attrName>ppt_h</p:attrName>
                                        </p:attrNameLst>
                                      </p:cBhvr>
                                      <p:tavLst>
                                        <p:tav tm="0">
                                          <p:val>
                                            <p:fltVal val="0"/>
                                          </p:val>
                                        </p:tav>
                                        <p:tav tm="100000">
                                          <p:val>
                                            <p:strVal val="#ppt_h"/>
                                          </p:val>
                                        </p:tav>
                                      </p:tavLst>
                                    </p:anim>
                                    <p:animEffect transition="in" filter="fade">
                                      <p:cBhvr>
                                        <p:cTn id="221" dur="300"/>
                                        <p:tgtEl>
                                          <p:spTgt spid="30"/>
                                        </p:tgtEl>
                                      </p:cBhvr>
                                    </p:animEffect>
                                  </p:childTnLst>
                                </p:cTn>
                              </p:par>
                              <p:par>
                                <p:cTn id="222" presetID="10" presetClass="entr" presetSubtype="0" grpId="0" fill="hold" nodeType="withEffect">
                                  <p:stCondLst>
                                    <p:cond delay="295"/>
                                  </p:stCondLst>
                                  <p:childTnLst>
                                    <p:set>
                                      <p:cBhvr>
                                        <p:cTn id="223" dur="1" fill="hold">
                                          <p:stCondLst>
                                            <p:cond delay="0"/>
                                          </p:stCondLst>
                                        </p:cTn>
                                        <p:tgtEl>
                                          <p:spTgt spid="32">
                                            <p:txEl>
                                              <p:pRg st="0" end="0"/>
                                            </p:txEl>
                                          </p:spTgt>
                                        </p:tgtEl>
                                        <p:attrNameLst>
                                          <p:attrName>style.visibility</p:attrName>
                                        </p:attrNameLst>
                                      </p:cBhvr>
                                      <p:to>
                                        <p:strVal val="visible"/>
                                      </p:to>
                                    </p:set>
                                    <p:animEffect transition="in" filter="fade">
                                      <p:cBhvr>
                                        <p:cTn id="224" dur="225"/>
                                        <p:tgtEl>
                                          <p:spTgt spid="32">
                                            <p:txEl>
                                              <p:pRg st="0" end="0"/>
                                            </p:txEl>
                                          </p:spTgt>
                                        </p:tgtEl>
                                      </p:cBhvr>
                                    </p:animEffect>
                                  </p:childTnLst>
                                </p:cTn>
                              </p:par>
                              <p:par>
                                <p:cTn id="225" presetID="10" presetClass="entr" presetSubtype="0" grpId="0" fill="hold" nodeType="withEffect">
                                  <p:stCondLst>
                                    <p:cond delay="485"/>
                                  </p:stCondLst>
                                  <p:childTnLst>
                                    <p:set>
                                      <p:cBhvr>
                                        <p:cTn id="226" dur="1" fill="hold">
                                          <p:stCondLst>
                                            <p:cond delay="0"/>
                                          </p:stCondLst>
                                        </p:cTn>
                                        <p:tgtEl>
                                          <p:spTgt spid="32">
                                            <p:txEl>
                                              <p:pRg st="1" end="1"/>
                                            </p:txEl>
                                          </p:spTgt>
                                        </p:tgtEl>
                                        <p:attrNameLst>
                                          <p:attrName>style.visibility</p:attrName>
                                        </p:attrNameLst>
                                      </p:cBhvr>
                                      <p:to>
                                        <p:strVal val="visible"/>
                                      </p:to>
                                    </p:set>
                                    <p:animEffect transition="in" filter="fade">
                                      <p:cBhvr>
                                        <p:cTn id="227" dur="225"/>
                                        <p:tgtEl>
                                          <p:spTgt spid="32">
                                            <p:txEl>
                                              <p:pRg st="1" end="1"/>
                                            </p:txEl>
                                          </p:spTgt>
                                        </p:tgtEl>
                                      </p:cBhvr>
                                    </p:animEffect>
                                  </p:childTnLst>
                                </p:cTn>
                              </p:par>
                              <p:par>
                                <p:cTn id="228" presetID="10" presetClass="entr" presetSubtype="0" grpId="0" fill="hold" nodeType="withEffect">
                                  <p:stCondLst>
                                    <p:cond delay="675"/>
                                  </p:stCondLst>
                                  <p:childTnLst>
                                    <p:set>
                                      <p:cBhvr>
                                        <p:cTn id="229" dur="1" fill="hold">
                                          <p:stCondLst>
                                            <p:cond delay="0"/>
                                          </p:stCondLst>
                                        </p:cTn>
                                        <p:tgtEl>
                                          <p:spTgt spid="32">
                                            <p:txEl>
                                              <p:pRg st="2" end="2"/>
                                            </p:txEl>
                                          </p:spTgt>
                                        </p:tgtEl>
                                        <p:attrNameLst>
                                          <p:attrName>style.visibility</p:attrName>
                                        </p:attrNameLst>
                                      </p:cBhvr>
                                      <p:to>
                                        <p:strVal val="visible"/>
                                      </p:to>
                                    </p:set>
                                    <p:animEffect transition="in" filter="fade">
                                      <p:cBhvr>
                                        <p:cTn id="230" dur="225"/>
                                        <p:tgtEl>
                                          <p:spTgt spid="32">
                                            <p:txEl>
                                              <p:pRg st="2" end="2"/>
                                            </p:txEl>
                                          </p:spTgt>
                                        </p:tgtEl>
                                      </p:cBhvr>
                                    </p:animEffect>
                                  </p:childTnLst>
                                </p:cTn>
                              </p:par>
                              <p:par>
                                <p:cTn id="231" presetID="22" presetClass="entr" presetSubtype="8" fill="hold" nodeType="withEffect">
                                  <p:stCondLst>
                                    <p:cond delay="330"/>
                                  </p:stCondLst>
                                  <p:childTnLst>
                                    <p:set>
                                      <p:cBhvr>
                                        <p:cTn id="232" dur="1" fill="hold">
                                          <p:stCondLst>
                                            <p:cond delay="0"/>
                                          </p:stCondLst>
                                        </p:cTn>
                                        <p:tgtEl>
                                          <p:spTgt spid="33"/>
                                        </p:tgtEl>
                                        <p:attrNameLst>
                                          <p:attrName>style.visibility</p:attrName>
                                        </p:attrNameLst>
                                      </p:cBhvr>
                                      <p:to>
                                        <p:strVal val="visible"/>
                                      </p:to>
                                    </p:set>
                                    <p:animEffect transition="in" filter="wipe(left)">
                                      <p:cBhvr>
                                        <p:cTn id="233" dur="250"/>
                                        <p:tgtEl>
                                          <p:spTgt spid="33"/>
                                        </p:tgtEl>
                                      </p:cBhvr>
                                    </p:animEffect>
                                  </p:childTnLst>
                                </p:cTn>
                              </p:par>
                              <p:par>
                                <p:cTn id="234" presetID="22" presetClass="entr" presetSubtype="8" fill="hold" nodeType="withEffect">
                                  <p:stCondLst>
                                    <p:cond delay="365"/>
                                  </p:stCondLst>
                                  <p:childTnLst>
                                    <p:set>
                                      <p:cBhvr>
                                        <p:cTn id="235" dur="1" fill="hold">
                                          <p:stCondLst>
                                            <p:cond delay="0"/>
                                          </p:stCondLst>
                                        </p:cTn>
                                        <p:tgtEl>
                                          <p:spTgt spid="31"/>
                                        </p:tgtEl>
                                        <p:attrNameLst>
                                          <p:attrName>style.visibility</p:attrName>
                                        </p:attrNameLst>
                                      </p:cBhvr>
                                      <p:to>
                                        <p:strVal val="visible"/>
                                      </p:to>
                                    </p:set>
                                    <p:animEffect transition="in" filter="wipe(left)">
                                      <p:cBhvr>
                                        <p:cTn id="236" dur="250"/>
                                        <p:tgtEl>
                                          <p:spTgt spid="31"/>
                                        </p:tgtEl>
                                      </p:cBhvr>
                                    </p:animEffect>
                                  </p:childTnLst>
                                </p:cTn>
                              </p:par>
                              <p:par>
                                <p:cTn id="237" presetID="10" presetClass="entr" presetSubtype="0" fill="hold" nodeType="withEffect">
                                  <p:stCondLst>
                                    <p:cond delay="290"/>
                                  </p:stCondLst>
                                  <p:childTnLst>
                                    <p:set>
                                      <p:cBhvr>
                                        <p:cTn id="238" dur="1" fill="hold">
                                          <p:stCondLst>
                                            <p:cond delay="0"/>
                                          </p:stCondLst>
                                        </p:cTn>
                                        <p:tgtEl>
                                          <p:spTgt spid="34"/>
                                        </p:tgtEl>
                                        <p:attrNameLst>
                                          <p:attrName>style.visibility</p:attrName>
                                        </p:attrNameLst>
                                      </p:cBhvr>
                                      <p:to>
                                        <p:strVal val="visible"/>
                                      </p:to>
                                    </p:set>
                                    <p:animEffect transition="in" filter="fade">
                                      <p:cBhvr>
                                        <p:cTn id="239" dur="225"/>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3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hardware decide cuándo y el software qué valores</a:t>
            </a:r>
            <a:endParaRPr lang="en-US" sz="2200" dirty="0"/>
          </a:p>
        </p:txBody>
      </p:sp>
      <p:sp>
        <p:nvSpPr>
          <p:cNvPr id="3" name="Obj [o60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Reparto de tareas digitales entre la máquina de estados y el procesador</a:t>
            </a:r>
            <a:endParaRPr lang="en-US" sz="1400" dirty="0"/>
          </a:p>
        </p:txBody>
      </p:sp>
      <p:sp>
        <p:nvSpPr>
          <p:cNvPr id="4" name="Obj [o603]"/>
          <p:cNvSpPr/>
          <p:nvPr/>
        </p:nvSpPr>
        <p:spPr>
          <a:xfrm>
            <a:off x="966136" y="1561458"/>
            <a:ext cx="3525734" cy="320521"/>
          </a:xfrm>
          <a:prstGeom prst="rect">
            <a:avLst/>
          </a:prstGeom>
          <a:solidFill>
            <a:srgbClr val="1F4E79"/>
          </a:solidFill>
          <a:ln w="6350">
            <a:solidFill>
              <a:srgbClr val="1F4E79"/>
            </a:solidFill>
            <a:prstDash val="solid"/>
          </a:ln>
        </p:spPr>
      </p:sp>
      <p:sp>
        <p:nvSpPr>
          <p:cNvPr id="5" name="Obj [o604]"/>
          <p:cNvSpPr txBox="1"/>
          <p:nvPr/>
        </p:nvSpPr>
        <p:spPr>
          <a:xfrm>
            <a:off x="1006201"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se espera del sistema digital</a:t>
            </a:r>
            <a:endParaRPr lang="en-US" sz="1260" dirty="0"/>
          </a:p>
        </p:txBody>
      </p:sp>
      <p:sp>
        <p:nvSpPr>
          <p:cNvPr id="6" name="Obj [o605]"/>
          <p:cNvSpPr/>
          <p:nvPr/>
        </p:nvSpPr>
        <p:spPr>
          <a:xfrm>
            <a:off x="966136" y="1881980"/>
            <a:ext cx="3525734" cy="1242020"/>
          </a:xfrm>
          <a:prstGeom prst="rect">
            <a:avLst/>
          </a:prstGeom>
          <a:solidFill>
            <a:srgbClr val="FFFFFF"/>
          </a:solidFill>
          <a:ln w="16694">
            <a:solidFill>
              <a:srgbClr val="1F4E79"/>
            </a:solidFill>
            <a:prstDash val="solid"/>
          </a:ln>
        </p:spPr>
      </p:sp>
      <p:sp>
        <p:nvSpPr>
          <p:cNvPr id="7" name="Obj [o606]"/>
          <p:cNvSpPr txBox="1"/>
          <p:nvPr/>
        </p:nvSpPr>
        <p:spPr>
          <a:xfrm>
            <a:off x="1062292" y="1946084"/>
            <a:ext cx="3333421" cy="1113811"/>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Arrancar la captura al mismo tiempo en todos los nodos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Muestrear a un ritmo fijo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Llevar cada muestra a memoria sin perder ninguna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Guardar el registro y entregarlo después</a:t>
            </a:r>
            <a:endParaRPr lang="en-US" sz="1170" dirty="0"/>
          </a:p>
        </p:txBody>
      </p:sp>
      <p:sp>
        <p:nvSpPr>
          <p:cNvPr id="8" name="Obj [o607]"/>
          <p:cNvSpPr/>
          <p:nvPr/>
        </p:nvSpPr>
        <p:spPr>
          <a:xfrm>
            <a:off x="4652130" y="1561458"/>
            <a:ext cx="3525734" cy="320521"/>
          </a:xfrm>
          <a:prstGeom prst="rect">
            <a:avLst/>
          </a:prstGeom>
          <a:solidFill>
            <a:srgbClr val="C55A11"/>
          </a:solidFill>
          <a:ln w="6350">
            <a:solidFill>
              <a:srgbClr val="C55A11"/>
            </a:solidFill>
            <a:prstDash val="solid"/>
          </a:ln>
        </p:spPr>
      </p:sp>
      <p:sp>
        <p:nvSpPr>
          <p:cNvPr id="9" name="Obj [o608]"/>
          <p:cNvSpPr txBox="1"/>
          <p:nvPr/>
        </p:nvSpPr>
        <p:spPr>
          <a:xfrm>
            <a:off x="4692195"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Por qué no lo decide el procesador</a:t>
            </a:r>
            <a:endParaRPr lang="en-US" sz="1260" dirty="0"/>
          </a:p>
        </p:txBody>
      </p:sp>
      <p:sp>
        <p:nvSpPr>
          <p:cNvPr id="10" name="Obj [o609]"/>
          <p:cNvSpPr/>
          <p:nvPr/>
        </p:nvSpPr>
        <p:spPr>
          <a:xfrm>
            <a:off x="4652130" y="1881980"/>
            <a:ext cx="3525734" cy="1242020"/>
          </a:xfrm>
          <a:prstGeom prst="rect">
            <a:avLst/>
          </a:prstGeom>
          <a:solidFill>
            <a:srgbClr val="FFFFFF"/>
          </a:solidFill>
          <a:ln w="16694">
            <a:solidFill>
              <a:srgbClr val="C55A11"/>
            </a:solidFill>
            <a:prstDash val="solid"/>
          </a:ln>
        </p:spPr>
      </p:sp>
      <p:sp>
        <p:nvSpPr>
          <p:cNvPr id="11" name="Obj [o610]"/>
          <p:cNvSpPr txBox="1"/>
          <p:nvPr/>
        </p:nvSpPr>
        <p:spPr>
          <a:xfrm>
            <a:off x="4748287" y="1946084"/>
            <a:ext cx="3333421" cy="1113811"/>
          </a:xfrm>
          <a:prstGeom prst="rect">
            <a:avLst/>
          </a:prstGeom>
          <a:noFill/>
          <a:ln/>
        </p:spPr>
        <p:txBody>
          <a:bodyPr wrap="square" lIns="0" tIns="0" rIns="0" bIns="0" rtlCol="0" anchor="t"/>
          <a:lstStyle/>
          <a:p>
            <a:pPr algn="l" indent="0" marL="0">
              <a:buNone/>
            </a:pPr>
            <a:endParaRPr lang="en-US" sz="1170" dirty="0"/>
          </a:p>
        </p:txBody>
      </p:sp>
      <p:sp>
        <p:nvSpPr>
          <p:cNvPr id="12" name="Obj [o611]"/>
          <p:cNvSpPr txBox="1"/>
          <p:nvPr/>
        </p:nvSpPr>
        <p:spPr>
          <a:xfrm>
            <a:off x="4748287" y="1946084"/>
            <a:ext cx="3333421" cy="440717"/>
          </a:xfrm>
          <a:prstGeom prst="rect">
            <a:avLst/>
          </a:prstGeom>
          <a:noFill/>
          <a:ln/>
        </p:spPr>
        <p:txBody>
          <a:bodyPr wrap="square" lIns="0" tIns="0" rIns="0" bIns="0" rtlCol="0" anchor="t"/>
          <a:lstStyle/>
          <a:p>
            <a:pPr indent="0" marL="0">
              <a:buNone/>
            </a:pPr>
            <a:r>
              <a:rPr lang="en-US" sz="108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080" dirty="0"/>
          </a:p>
        </p:txBody>
      </p:sp>
      <p:sp>
        <p:nvSpPr>
          <p:cNvPr id="13" name="Obj [o612]"/>
          <p:cNvSpPr/>
          <p:nvPr/>
        </p:nvSpPr>
        <p:spPr>
          <a:xfrm>
            <a:off x="4892521" y="2426866"/>
            <a:ext cx="2884691"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4" name="Obj [o613]"/>
              <p:cNvSpPr txBox="1"/>
              <p:nvPr/>
            </p:nvSpPr>
            <p:spPr>
              <a:xfrm>
                <a:off x="4892521" y="2426866"/>
                <a:ext cx="2884691"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Δφ=360°·f·Δt</m:t>
                      </m:r>
                    </m:oMath>
                  </m:oMathPara>
                </a14:m>
                <a:endParaRPr lang="es-ES"/>
              </a:p>
            </p:txBody>
          </p:sp>
        </mc:Choice>
        <mc:Fallback>
          <p:sp>
            <p:nvSpPr>
              <p:cNvPr id="14" name="Obj [o613]"/>
              <p:cNvSpPr txBox="1"/>
              <p:nvPr/>
            </p:nvSpPr>
            <p:spPr>
              <a:xfrm>
                <a:off x="4892521" y="2426866"/>
                <a:ext cx="2884691"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Δφ = 360° · f · Δt</a:t>
                </a:r>
                <a:endParaRPr lang="en-US" sz="2159" dirty="0"/>
              </a:p>
            </p:txBody>
          </p:sp>
        </mc:Fallback>
      </mc:AlternateContent>
      <p:sp>
        <p:nvSpPr>
          <p:cNvPr id="15" name="Obj [o614]"/>
          <p:cNvSpPr txBox="1"/>
          <p:nvPr/>
        </p:nvSpPr>
        <p:spPr>
          <a:xfrm>
            <a:off x="4748287" y="2867582"/>
            <a:ext cx="3333421" cy="200326"/>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y, con ella, error en la velocidad de fase</a:t>
            </a:r>
            <a:endParaRPr lang="en-US" sz="1080" dirty="0"/>
          </a:p>
        </p:txBody>
      </p:sp>
      <p:sp>
        <p:nvSpPr>
          <p:cNvPr id="16" name="Obj [o615]"/>
          <p:cNvSpPr/>
          <p:nvPr/>
        </p:nvSpPr>
        <p:spPr>
          <a:xfrm>
            <a:off x="966136" y="3244195"/>
            <a:ext cx="3525734" cy="280456"/>
          </a:xfrm>
          <a:prstGeom prst="rect">
            <a:avLst/>
          </a:prstGeom>
          <a:solidFill>
            <a:srgbClr val="1F4E79"/>
          </a:solidFill>
          <a:ln w="6350">
            <a:solidFill>
              <a:srgbClr val="1F4E79"/>
            </a:solidFill>
            <a:prstDash val="solid"/>
          </a:ln>
        </p:spPr>
      </p:sp>
      <p:sp>
        <p:nvSpPr>
          <p:cNvPr id="17" name="Obj [o616]"/>
          <p:cNvSpPr txBox="1"/>
          <p:nvPr/>
        </p:nvSpPr>
        <p:spPr>
          <a:xfrm>
            <a:off x="1006201"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Hardware: decide cuándo</a:t>
            </a:r>
            <a:endParaRPr lang="en-US" sz="1170" dirty="0"/>
          </a:p>
        </p:txBody>
      </p:sp>
      <p:sp>
        <p:nvSpPr>
          <p:cNvPr id="18" name="Obj [o617]"/>
          <p:cNvSpPr/>
          <p:nvPr/>
        </p:nvSpPr>
        <p:spPr>
          <a:xfrm>
            <a:off x="966136" y="3524651"/>
            <a:ext cx="3525734" cy="921499"/>
          </a:xfrm>
          <a:prstGeom prst="rect">
            <a:avLst/>
          </a:prstGeom>
          <a:solidFill>
            <a:srgbClr val="FFFFFF"/>
          </a:solidFill>
          <a:ln w="16694">
            <a:solidFill>
              <a:srgbClr val="1F4E79"/>
            </a:solidFill>
            <a:prstDash val="solid"/>
          </a:ln>
        </p:spPr>
      </p:sp>
      <p:sp>
        <p:nvSpPr>
          <p:cNvPr id="19" name="Obj [o618]"/>
          <p:cNvSpPr txBox="1"/>
          <p:nvPr/>
        </p:nvSpPr>
        <p:spPr>
          <a:xfrm>
            <a:off x="1062292"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125" dirty="0"/>
          </a:p>
        </p:txBody>
      </p:sp>
      <p:sp>
        <p:nvSpPr>
          <p:cNvPr id="20" name="Obj [o619]"/>
          <p:cNvSpPr/>
          <p:nvPr/>
        </p:nvSpPr>
        <p:spPr>
          <a:xfrm>
            <a:off x="4652130" y="3244195"/>
            <a:ext cx="3525734" cy="280456"/>
          </a:xfrm>
          <a:prstGeom prst="rect">
            <a:avLst/>
          </a:prstGeom>
          <a:solidFill>
            <a:srgbClr val="2E75B6"/>
          </a:solidFill>
          <a:ln w="6350">
            <a:solidFill>
              <a:srgbClr val="2E75B6"/>
            </a:solidFill>
            <a:prstDash val="solid"/>
          </a:ln>
        </p:spPr>
      </p:sp>
      <p:sp>
        <p:nvSpPr>
          <p:cNvPr id="21" name="Obj [o620]"/>
          <p:cNvSpPr txBox="1"/>
          <p:nvPr/>
        </p:nvSpPr>
        <p:spPr>
          <a:xfrm>
            <a:off x="4692195"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Software: decide qué valores</a:t>
            </a:r>
            <a:endParaRPr lang="en-US" sz="1170" dirty="0"/>
          </a:p>
        </p:txBody>
      </p:sp>
      <p:sp>
        <p:nvSpPr>
          <p:cNvPr id="22" name="Obj [o621]"/>
          <p:cNvSpPr/>
          <p:nvPr/>
        </p:nvSpPr>
        <p:spPr>
          <a:xfrm>
            <a:off x="4652130" y="3524651"/>
            <a:ext cx="3525734" cy="921499"/>
          </a:xfrm>
          <a:prstGeom prst="rect">
            <a:avLst/>
          </a:prstGeom>
          <a:solidFill>
            <a:srgbClr val="FFFFFF"/>
          </a:solidFill>
          <a:ln w="16694">
            <a:solidFill>
              <a:srgbClr val="2E75B6"/>
            </a:solidFill>
            <a:prstDash val="solid"/>
          </a:ln>
        </p:spPr>
      </p:sp>
      <p:sp>
        <p:nvSpPr>
          <p:cNvPr id="23" name="Obj [o622]"/>
          <p:cNvSpPr txBox="1"/>
          <p:nvPr/>
        </p:nvSpPr>
        <p:spPr>
          <a:xfrm>
            <a:off x="4748287"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125" dirty="0"/>
          </a:p>
        </p:txBody>
      </p:sp>
      <p:sp>
        <p:nvSpPr>
          <p:cNvPr id="24" name="Obj [o62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360</m:t>
                    </m:r>
                  </m:oMath>
                </a14:m>
              </mc:Choice>
              <mc:Fallback>
                <a:r>
                  <a:rPr lang="en-US" sz="800" dirty="0">
                    <a:solidFill>
                      <a:srgbClr val="6B6B6B"/>
                    </a:solidFill>
                    <a:latin typeface="Arial" pitchFamily="34" charset="0"/>
                    <a:ea typeface="Arial" pitchFamily="34" charset="-122"/>
                    <a:cs typeface="Arial" pitchFamily="34" charset="-120"/>
                  </a:rPr>
                  <a:t>Δφ = 360</a:t>
                </a:r>
              </mc:Fallback>
            </mc:AlternateContent>
            <a:r>
              <a:rPr lang="en-US" sz="8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t</m:t>
                    </m:r>
                  </m:oMath>
                </a14:m>
              </mc:Choice>
              <mc:Fallback>
                <a:r>
                  <a:rPr lang="en-US" sz="800" dirty="0">
                    <a:solidFill>
                      <a:srgbClr val="6B6B6B"/>
                    </a:solidFill>
                    <a:latin typeface="Arial" pitchFamily="34" charset="0"/>
                    <a:ea typeface="Arial" pitchFamily="34" charset="-122"/>
                    <a:cs typeface="Arial" pitchFamily="34" charset="-120"/>
                  </a:rPr>
                  <a:t>Δt</a:t>
                </a:r>
              </mc:Fallback>
            </mc:AlternateContent>
            <a:r>
              <a:rPr lang="en-US" sz="800" dirty="0">
                <a:solidFill>
                  <a:srgbClr val="6B6B6B"/>
                </a:solidFill>
                <a:latin typeface="Arial" pitchFamily="34" charset="0"/>
                <a:ea typeface="Arial" pitchFamily="34" charset="-122"/>
                <a:cs typeface="Arial" pitchFamily="34" charset="-120"/>
              </a:rPr>
              <a:t>: relación estándar entre retardo y fase.</a:t>
            </a:r>
            <a:endParaRPr lang="en-US" sz="800" dirty="0"/>
          </a:p>
        </p:txBody>
      </p:sp>
      <p:sp>
        <p:nvSpPr>
          <p:cNvPr id="27" name="Obj [o62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digital en PSoC Creator</a:t>
            </a:r>
            <a:endParaRPr lang="en-US" sz="1400" dirty="0"/>
          </a:p>
        </p:txBody>
      </p:sp>
      <p:pic>
        <p:nvPicPr>
          <p:cNvPr id="28" name="Obj [o625]"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1126396" y="1481328"/>
            <a:ext cx="6891207" cy="2997675"/>
          </a:xfrm>
          <a:prstGeom prst="rect">
            <a:avLst/>
          </a:prstGeom>
        </p:spPr>
      </p:pic>
      <p:sp>
        <p:nvSpPr>
          <p:cNvPr id="29" name="Obj [o626]"/>
          <p:cNvSpPr txBox="1"/>
          <p:nvPr/>
        </p:nvSpPr>
        <p:spPr>
          <a:xfrm>
            <a:off x="4972652" y="4406085"/>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CAPTURA CON ETIQUETAS EN INGLÉS (PSoC Creator)</a:t>
            </a:r>
            <a:endParaRPr lang="en-US" sz="900" dirty="0"/>
          </a:p>
        </p:txBody>
      </p:sp>
      <p:sp>
        <p:nvSpPr>
          <p:cNvPr id="30" name="Obj [o62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10 y sec. 4.6).</a:t>
            </a:r>
            <a:endParaRPr lang="en-US" sz="800" dirty="0"/>
          </a:p>
        </p:txBody>
      </p:sp>
      <p:sp>
        <p:nvSpPr>
          <p:cNvPr id="31" name="Obj [o62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lógico de los datos y del control en el PSoC</a:t>
            </a:r>
            <a:endParaRPr lang="en-US" sz="1400" dirty="0"/>
          </a:p>
        </p:txBody>
      </p:sp>
      <p:pic>
        <p:nvPicPr>
          <p:cNvPr id="32" name="Obj [o629]" descr="Vista del PSoC 5LP: acondicionamiento y conversión, camino digital de muestras por DMA con ruta cruda y ruta FIR, control con superMaquina y enlace con el ESP32 esclavo">    </p:cNvPr>
          <p:cNvPicPr>
            <a:picLocks noChangeAspect="1"/>
          </p:cNvPicPr>
          <p:nvPr/>
        </p:nvPicPr>
        <p:blipFill>
          <a:blip r:embed="rId2"/>
          <a:stretch>
            <a:fillRect/>
          </a:stretch>
        </p:blipFill>
        <p:spPr>
          <a:xfrm>
            <a:off x="900963" y="1215208"/>
            <a:ext cx="5924754" cy="3041374"/>
          </a:xfrm>
          <a:prstGeom prst="rect">
            <a:avLst/>
          </a:prstGeom>
        </p:spPr>
      </p:pic>
      <p:sp>
        <p:nvSpPr>
          <p:cNvPr id="33" name="Obj [o63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18); resumen firmado, sec. 4.6 y fig. 10.</a:t>
            </a:r>
            <a:endParaRPr lang="en-US" sz="800" dirty="0"/>
          </a:p>
        </p:txBody>
      </p:sp>
      <p:sp>
        <p:nvSpPr>
          <p:cNvPr id="34" name="Obj [o63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Selección del tipo de ADC: por qué delta-sigma</a:t>
            </a:r>
            <a:endParaRPr lang="en-US" sz="1400" dirty="0"/>
          </a:p>
        </p:txBody>
      </p:sp>
      <p:pic>
        <p:nvPicPr>
          <p:cNvPr id="35" name="Obj [o632]" descr="Sobremuestreo y conformación del ruido delta-sigma: el ruido de cuantización sube con la frecuencia y el filtro digital rechaza la mayor parte">    </p:cNvPr>
          <p:cNvPicPr>
            <a:picLocks noChangeAspect="1"/>
          </p:cNvPicPr>
          <p:nvPr/>
        </p:nvPicPr>
        <p:blipFill>
          <a:blip r:embed="rId3"/>
          <a:stretch>
            <a:fillRect/>
          </a:stretch>
        </p:blipFill>
        <p:spPr>
          <a:xfrm>
            <a:off x="365760" y="1595380"/>
            <a:ext cx="4257923" cy="1790536"/>
          </a:xfrm>
          <a:prstGeom prst="rect">
            <a:avLst/>
          </a:prstGeom>
        </p:spPr>
      </p:pic>
      <p:sp>
        <p:nvSpPr>
          <p:cNvPr id="36" name="Obj [o633]"/>
          <p:cNvSpPr txBox="1"/>
          <p:nvPr/>
        </p:nvSpPr>
        <p:spPr>
          <a:xfrm>
            <a:off x="365760" y="3420204"/>
            <a:ext cx="425792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TRADUCIDA: fuente TI por confirmar</a:t>
            </a:r>
            <a:endParaRPr lang="en-US" sz="863" dirty="0"/>
          </a:p>
        </p:txBody>
      </p:sp>
      <p:sp>
        <p:nvSpPr>
          <p:cNvPr id="37" name="Obj [o634]"/>
          <p:cNvSpPr txBox="1"/>
          <p:nvPr/>
        </p:nvSpPr>
        <p:spPr>
          <a:xfrm>
            <a:off x="4775752" y="1633397"/>
            <a:ext cx="2509133" cy="1976893"/>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122" dirty="0"/>
          </a:p>
        </p:txBody>
      </p:sp>
      <p:sp>
        <p:nvSpPr>
          <p:cNvPr id="38" name="Obj [o635]"/>
          <p:cNvSpPr/>
          <p:nvPr/>
        </p:nvSpPr>
        <p:spPr>
          <a:xfrm>
            <a:off x="441794" y="3762358"/>
            <a:ext cx="6843091" cy="456206"/>
          </a:xfrm>
          <a:prstGeom prst="rect">
            <a:avLst/>
          </a:prstGeom>
          <a:solidFill>
            <a:srgbClr val="EAF1F8"/>
          </a:solidFill>
          <a:ln w="6350">
            <a:solidFill>
              <a:srgbClr val="EAF1F8"/>
            </a:solidFill>
            <a:prstDash val="solid"/>
          </a:ln>
        </p:spPr>
      </p:sp>
      <p:sp>
        <p:nvSpPr>
          <p:cNvPr id="39" name="Obj [o636]"/>
          <p:cNvSpPr txBox="1"/>
          <p:nvPr/>
        </p:nvSpPr>
        <p:spPr>
          <a:xfrm>
            <a:off x="555846" y="3762358"/>
            <a:ext cx="6614988" cy="456206"/>
          </a:xfrm>
          <a:prstGeom prst="rect">
            <a:avLst/>
          </a:prstGeom>
          <a:noFill/>
          <a:ln/>
        </p:spPr>
        <p:txBody>
          <a:bodyPr wrap="square" lIns="0" tIns="0" rIns="0" bIns="0" rtlCol="0" anchor="ctr"/>
          <a:lstStyle/>
          <a:p>
            <a:pPr indent="0" marL="0">
              <a:buNone/>
            </a:pPr>
            <a:r>
              <a:rPr lang="en-US" sz="138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380" dirty="0"/>
          </a:p>
        </p:txBody>
      </p:sp>
      <p:sp>
        <p:nvSpPr>
          <p:cNvPr id="40" name="Obj [o6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Texas Instruments, material sobre sobremuestreo y conformación del ruido ΔΣ (documento exacto por confirmar); traducción al español; resumen firmado, sec. 4.6.</a:t>
            </a:r>
            <a:endParaRPr lang="en-US" sz="800" dirty="0"/>
          </a:p>
        </p:txBody>
      </p:sp>
      <p:sp>
        <p:nvSpPr>
          <p:cNvPr id="41"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22" presetClass="entr" presetSubtype="8" fill="hold" nodeType="withEffect">
                                  <p:stCondLst>
                                    <p:cond delay="205"/>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50"/>
                                        <p:tgtEl>
                                          <p:spTgt spid="5"/>
                                        </p:tgtEl>
                                      </p:cBhvr>
                                    </p:animEffect>
                                  </p:childTnLst>
                                </p:cTn>
                              </p:par>
                              <p:par>
                                <p:cTn id="14" presetID="10" presetClass="entr" presetSubtype="0" fill="hold" nodeType="withEffect">
                                  <p:stCondLst>
                                    <p:cond delay="24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25"/>
                                        <p:tgtEl>
                                          <p:spTgt spid="6"/>
                                        </p:tgtEl>
                                      </p:cBhvr>
                                    </p:animEffect>
                                  </p:childTnLst>
                                </p:cTn>
                              </p:par>
                              <p:par>
                                <p:cTn id="17" presetID="10" presetClass="entr" presetSubtype="0" grpId="0" fill="hold" nodeType="withEffect">
                                  <p:stCondLst>
                                    <p:cond delay="275"/>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225"/>
                                        <p:tgtEl>
                                          <p:spTgt spid="7">
                                            <p:txEl>
                                              <p:pRg st="0" end="0"/>
                                            </p:txEl>
                                          </p:spTgt>
                                        </p:tgtEl>
                                      </p:cBhvr>
                                    </p:animEffect>
                                  </p:childTnLst>
                                </p:cTn>
                              </p:par>
                              <p:par>
                                <p:cTn id="20" presetID="10" presetClass="entr" presetSubtype="0" grpId="0" fill="hold" nodeType="withEffect">
                                  <p:stCondLst>
                                    <p:cond delay="437"/>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225"/>
                                        <p:tgtEl>
                                          <p:spTgt spid="7">
                                            <p:txEl>
                                              <p:pRg st="1" end="1"/>
                                            </p:txEl>
                                          </p:spTgt>
                                        </p:tgtEl>
                                      </p:cBhvr>
                                    </p:animEffect>
                                  </p:childTnLst>
                                </p:cTn>
                              </p:par>
                              <p:par>
                                <p:cTn id="23" presetID="10" presetClass="entr" presetSubtype="0" grpId="0" fill="hold" nodeType="withEffect">
                                  <p:stCondLst>
                                    <p:cond delay="599"/>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225"/>
                                        <p:tgtEl>
                                          <p:spTgt spid="7">
                                            <p:txEl>
                                              <p:pRg st="2" end="2"/>
                                            </p:txEl>
                                          </p:spTgt>
                                        </p:tgtEl>
                                      </p:cBhvr>
                                    </p:animEffect>
                                  </p:childTnLst>
                                </p:cTn>
                              </p:par>
                              <p:par>
                                <p:cTn id="26" presetID="10" presetClass="entr" presetSubtype="0" grpId="0" fill="hold" nodeType="withEffect">
                                  <p:stCondLst>
                                    <p:cond delay="761"/>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225"/>
                                        <p:tgtEl>
                                          <p:spTgt spid="7">
                                            <p:txEl>
                                              <p:pRg st="3" end="3"/>
                                            </p:txEl>
                                          </p:spTgt>
                                        </p:tgtEl>
                                      </p:cBhvr>
                                    </p:animEffect>
                                  </p:childTnLst>
                                </p:cTn>
                              </p:par>
                              <p:par>
                                <p:cTn id="29" presetID="10" presetClass="entr" presetSubtype="0" fill="hold" nodeType="withEffect">
                                  <p:stCondLst>
                                    <p:cond delay="31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25"/>
                                        <p:tgtEl>
                                          <p:spTgt spid="8"/>
                                        </p:tgtEl>
                                      </p:cBhvr>
                                    </p:animEffect>
                                  </p:childTnLst>
                                </p:cTn>
                              </p:par>
                              <p:par>
                                <p:cTn id="32" presetID="22" presetClass="entr" presetSubtype="8" fill="hold" nodeType="withEffect">
                                  <p:stCondLst>
                                    <p:cond delay="345"/>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250"/>
                                        <p:tgtEl>
                                          <p:spTgt spid="9"/>
                                        </p:tgtEl>
                                      </p:cBhvr>
                                    </p:animEffect>
                                  </p:childTnLst>
                                </p:cTn>
                              </p:par>
                              <p:par>
                                <p:cTn id="35" presetID="10" presetClass="entr" presetSubtype="0" fill="hold" nodeType="withEffect">
                                  <p:stCondLst>
                                    <p:cond delay="3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225"/>
                                        <p:tgtEl>
                                          <p:spTgt spid="10"/>
                                        </p:tgtEl>
                                      </p:cBhvr>
                                    </p:animEffect>
                                  </p:childTnLst>
                                </p:cTn>
                              </p:par>
                              <p:par>
                                <p:cTn id="38" presetID="22" presetClass="entr" presetSubtype="8" fill="hold" nodeType="withEffect">
                                  <p:stCondLst>
                                    <p:cond delay="415"/>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250"/>
                                        <p:tgtEl>
                                          <p:spTgt spid="11"/>
                                        </p:tgtEl>
                                      </p:cBhvr>
                                    </p:animEffect>
                                  </p:childTnLst>
                                </p:cTn>
                              </p:par>
                              <p:par>
                                <p:cTn id="41" presetID="22" presetClass="entr" presetSubtype="8" fill="hold" nodeType="withEffect">
                                  <p:stCondLst>
                                    <p:cond delay="45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250"/>
                                        <p:tgtEl>
                                          <p:spTgt spid="12"/>
                                        </p:tgtEl>
                                      </p:cBhvr>
                                    </p:animEffect>
                                  </p:childTnLst>
                                </p:cTn>
                              </p:par>
                              <p:par>
                                <p:cTn id="44" presetID="10" presetClass="entr" presetSubtype="0" fill="hold" nodeType="withEffect">
                                  <p:stCondLst>
                                    <p:cond delay="485"/>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225"/>
                                        <p:tgtEl>
                                          <p:spTgt spid="13"/>
                                        </p:tgtEl>
                                      </p:cBhvr>
                                    </p:animEffect>
                                  </p:childTnLst>
                                </p:cTn>
                              </p:par>
                              <p:par>
                                <p:cTn id="47" presetID="22" presetClass="entr" presetSubtype="8" fill="hold" nodeType="withEffect">
                                  <p:stCondLst>
                                    <p:cond delay="485"/>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250"/>
                                        <p:tgtEl>
                                          <p:spTgt spid="14"/>
                                        </p:tgtEl>
                                      </p:cBhvr>
                                    </p:animEffect>
                                  </p:childTnLst>
                                </p:cTn>
                              </p:par>
                              <p:par>
                                <p:cTn id="50" presetID="22" presetClass="entr" presetSubtype="8" fill="hold" nodeType="withEffect">
                                  <p:stCondLst>
                                    <p:cond delay="52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250"/>
                                        <p:tgtEl>
                                          <p:spTgt spid="15"/>
                                        </p:tgtEl>
                                      </p:cBhvr>
                                    </p:animEffect>
                                  </p:childTnLst>
                                </p:cTn>
                              </p:par>
                              <p:par>
                                <p:cTn id="53" presetID="10" presetClass="entr" presetSubtype="0" fill="hold" nodeType="withEffect">
                                  <p:stCondLst>
                                    <p:cond delay="555"/>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225"/>
                                        <p:tgtEl>
                                          <p:spTgt spid="16"/>
                                        </p:tgtEl>
                                      </p:cBhvr>
                                    </p:animEffect>
                                  </p:childTnLst>
                                </p:cTn>
                              </p:par>
                              <p:par>
                                <p:cTn id="56" presetID="22" presetClass="entr" presetSubtype="8" fill="hold" nodeType="withEffect">
                                  <p:stCondLst>
                                    <p:cond delay="59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250"/>
                                        <p:tgtEl>
                                          <p:spTgt spid="17"/>
                                        </p:tgtEl>
                                      </p:cBhvr>
                                    </p:animEffect>
                                  </p:childTnLst>
                                </p:cTn>
                              </p:par>
                              <p:par>
                                <p:cTn id="59" presetID="10" presetClass="entr" presetSubtype="0" fill="hold" nodeType="withEffect">
                                  <p:stCondLst>
                                    <p:cond delay="625"/>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225"/>
                                        <p:tgtEl>
                                          <p:spTgt spid="18"/>
                                        </p:tgtEl>
                                      </p:cBhvr>
                                    </p:animEffect>
                                  </p:childTnLst>
                                </p:cTn>
                              </p:par>
                              <p:par>
                                <p:cTn id="62" presetID="22" presetClass="entr" presetSubtype="8" fill="hold" nodeType="withEffect">
                                  <p:stCondLst>
                                    <p:cond delay="65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250"/>
                                        <p:tgtEl>
                                          <p:spTgt spid="19"/>
                                        </p:tgtEl>
                                      </p:cBhvr>
                                    </p:animEffect>
                                  </p:childTnLst>
                                </p:cTn>
                              </p:par>
                              <p:par>
                                <p:cTn id="65" presetID="10" presetClass="entr" presetSubtype="0" fill="hold" nodeType="withEffect">
                                  <p:stCondLst>
                                    <p:cond delay="65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225"/>
                                        <p:tgtEl>
                                          <p:spTgt spid="20"/>
                                        </p:tgtEl>
                                      </p:cBhvr>
                                    </p:animEffect>
                                  </p:childTnLst>
                                </p:cTn>
                              </p:par>
                              <p:par>
                                <p:cTn id="68" presetID="22" presetClass="entr" presetSubtype="8" fill="hold" nodeType="withEffect">
                                  <p:stCondLst>
                                    <p:cond delay="65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250"/>
                                        <p:tgtEl>
                                          <p:spTgt spid="21"/>
                                        </p:tgtEl>
                                      </p:cBhvr>
                                    </p:animEffect>
                                  </p:childTnLst>
                                </p:cTn>
                              </p:par>
                              <p:par>
                                <p:cTn id="71" presetID="10" presetClass="entr" presetSubtype="0" fill="hold" nodeType="withEffect">
                                  <p:stCondLst>
                                    <p:cond delay="65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225"/>
                                        <p:tgtEl>
                                          <p:spTgt spid="22"/>
                                        </p:tgtEl>
                                      </p:cBhvr>
                                    </p:animEffect>
                                  </p:childTnLst>
                                </p:cTn>
                              </p:par>
                              <p:par>
                                <p:cTn id="74" presetID="22" presetClass="entr" presetSubtype="8" fill="hold" nodeType="withEffect">
                                  <p:stCondLst>
                                    <p:cond delay="650"/>
                                  </p:stCondLst>
                                  <p:childTnLst>
                                    <p:set>
                                      <p:cBhvr>
                                        <p:cTn id="75" dur="1" fill="hold">
                                          <p:stCondLst>
                                            <p:cond delay="0"/>
                                          </p:stCondLst>
                                        </p:cTn>
                                        <p:tgtEl>
                                          <p:spTgt spid="23"/>
                                        </p:tgtEl>
                                        <p:attrNameLst>
                                          <p:attrName>style.visibility</p:attrName>
                                        </p:attrNameLst>
                                      </p:cBhvr>
                                      <p:to>
                                        <p:strVal val="visible"/>
                                      </p:to>
                                    </p:set>
                                    <p:animEffect transition="in" filter="wipe(left)">
                                      <p:cBhvr>
                                        <p:cTn id="76" dur="250"/>
                                        <p:tgtEl>
                                          <p:spTgt spid="23"/>
                                        </p:tgtEl>
                                      </p:cBhvr>
                                    </p:animEffect>
                                  </p:childTnLst>
                                </p:cTn>
                              </p:par>
                              <p:par>
                                <p:cTn id="77" presetID="10" presetClass="entr" presetSubtype="0" fill="hold" nodeType="withEffect">
                                  <p:stCondLst>
                                    <p:cond delay="2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225"/>
                                        <p:tgtEl>
                                          <p:spTgt spid="2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175"/>
                                        <p:tgtEl>
                                          <p:spTgt spid="3"/>
                                        </p:tgtEl>
                                      </p:cBhvr>
                                    </p:animEffect>
                                    <p:set>
                                      <p:cBhvr>
                                        <p:cTn id="84" dur="1" fill="hold">
                                          <p:stCondLst>
                                            <p:cond delay="174"/>
                                          </p:stCondLst>
                                        </p:cTn>
                                        <p:tgtEl>
                                          <p:spTgt spid="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75"/>
                                        <p:tgtEl>
                                          <p:spTgt spid="4"/>
                                        </p:tgtEl>
                                      </p:cBhvr>
                                    </p:animEffect>
                                    <p:set>
                                      <p:cBhvr>
                                        <p:cTn id="87" dur="1" fill="hold">
                                          <p:stCondLst>
                                            <p:cond delay="174"/>
                                          </p:stCondLst>
                                        </p:cTn>
                                        <p:tgtEl>
                                          <p:spTgt spid="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75"/>
                                        <p:tgtEl>
                                          <p:spTgt spid="5"/>
                                        </p:tgtEl>
                                      </p:cBhvr>
                                    </p:animEffect>
                                    <p:set>
                                      <p:cBhvr>
                                        <p:cTn id="90" dur="1" fill="hold">
                                          <p:stCondLst>
                                            <p:cond delay="174"/>
                                          </p:stCondLst>
                                        </p:cTn>
                                        <p:tgtEl>
                                          <p:spTgt spid="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175"/>
                                        <p:tgtEl>
                                          <p:spTgt spid="6"/>
                                        </p:tgtEl>
                                      </p:cBhvr>
                                    </p:animEffect>
                                    <p:set>
                                      <p:cBhvr>
                                        <p:cTn id="93" dur="1" fill="hold">
                                          <p:stCondLst>
                                            <p:cond delay="174"/>
                                          </p:stCondLst>
                                        </p:cTn>
                                        <p:tgtEl>
                                          <p:spTgt spid="6"/>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175"/>
                                        <p:tgtEl>
                                          <p:spTgt spid="7">
                                            <p:txEl>
                                              <p:pRg st="0" end="0"/>
                                            </p:txEl>
                                          </p:spTgt>
                                        </p:tgtEl>
                                      </p:cBhvr>
                                    </p:animEffect>
                                    <p:set>
                                      <p:cBhvr>
                                        <p:cTn id="96" dur="1" fill="hold">
                                          <p:stCondLst>
                                            <p:cond delay="174"/>
                                          </p:stCondLst>
                                        </p:cTn>
                                        <p:tgtEl>
                                          <p:spTgt spid="7">
                                            <p:txEl>
                                              <p:pRg st="0" end="0"/>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175"/>
                                        <p:tgtEl>
                                          <p:spTgt spid="7">
                                            <p:txEl>
                                              <p:pRg st="1" end="1"/>
                                            </p:txEl>
                                          </p:spTgt>
                                        </p:tgtEl>
                                      </p:cBhvr>
                                    </p:animEffect>
                                    <p:set>
                                      <p:cBhvr>
                                        <p:cTn id="99" dur="1" fill="hold">
                                          <p:stCondLst>
                                            <p:cond delay="174"/>
                                          </p:stCondLst>
                                        </p:cTn>
                                        <p:tgtEl>
                                          <p:spTgt spid="7">
                                            <p:txEl>
                                              <p:pRg st="1" end="1"/>
                                            </p:txEl>
                                          </p:spTgt>
                                        </p:tgtEl>
                                        <p:attrNameLst>
                                          <p:attrName>style.visibility</p:attrName>
                                        </p:attrNameLst>
                                      </p:cBhvr>
                                      <p:to>
                                        <p:strVal val="hidden"/>
                                      </p:to>
                                    </p:set>
                                  </p:childTnLst>
                                </p:cTn>
                              </p:par>
                              <p:par>
                                <p:cTn id="100" presetID="10" presetClass="exit" presetSubtype="0" grpId="0" fill="hold" nodeType="withEffect">
                                  <p:stCondLst>
                                    <p:cond delay="0"/>
                                  </p:stCondLst>
                                  <p:childTnLst>
                                    <p:animEffect transition="out" filter="fade">
                                      <p:cBhvr>
                                        <p:cTn id="101" dur="175"/>
                                        <p:tgtEl>
                                          <p:spTgt spid="7">
                                            <p:txEl>
                                              <p:pRg st="2" end="2"/>
                                            </p:txEl>
                                          </p:spTgt>
                                        </p:tgtEl>
                                      </p:cBhvr>
                                    </p:animEffect>
                                    <p:set>
                                      <p:cBhvr>
                                        <p:cTn id="102" dur="1" fill="hold">
                                          <p:stCondLst>
                                            <p:cond delay="174"/>
                                          </p:stCondLst>
                                        </p:cTn>
                                        <p:tgtEl>
                                          <p:spTgt spid="7">
                                            <p:txEl>
                                              <p:pRg st="2" end="2"/>
                                            </p:txEl>
                                          </p:spTgt>
                                        </p:tgtEl>
                                        <p:attrNameLst>
                                          <p:attrName>style.visibility</p:attrName>
                                        </p:attrNameLst>
                                      </p:cBhvr>
                                      <p:to>
                                        <p:strVal val="hidden"/>
                                      </p:to>
                                    </p:set>
                                  </p:childTnLst>
                                </p:cTn>
                              </p:par>
                              <p:par>
                                <p:cTn id="103" presetID="10" presetClass="exit" presetSubtype="0" grpId="0" fill="hold" nodeType="withEffect">
                                  <p:stCondLst>
                                    <p:cond delay="0"/>
                                  </p:stCondLst>
                                  <p:childTnLst>
                                    <p:animEffect transition="out" filter="fade">
                                      <p:cBhvr>
                                        <p:cTn id="104" dur="175"/>
                                        <p:tgtEl>
                                          <p:spTgt spid="7">
                                            <p:txEl>
                                              <p:pRg st="3" end="3"/>
                                            </p:txEl>
                                          </p:spTgt>
                                        </p:tgtEl>
                                      </p:cBhvr>
                                    </p:animEffect>
                                    <p:set>
                                      <p:cBhvr>
                                        <p:cTn id="105" dur="1" fill="hold">
                                          <p:stCondLst>
                                            <p:cond delay="174"/>
                                          </p:stCondLst>
                                        </p:cTn>
                                        <p:tgtEl>
                                          <p:spTgt spid="7">
                                            <p:txEl>
                                              <p:pRg st="3" end="3"/>
                                            </p:txEl>
                                          </p:spTgt>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175"/>
                                        <p:tgtEl>
                                          <p:spTgt spid="8"/>
                                        </p:tgtEl>
                                      </p:cBhvr>
                                    </p:animEffect>
                                    <p:set>
                                      <p:cBhvr>
                                        <p:cTn id="108" dur="1" fill="hold">
                                          <p:stCondLst>
                                            <p:cond delay="174"/>
                                          </p:stCondLst>
                                        </p:cTn>
                                        <p:tgtEl>
                                          <p:spTgt spid="8"/>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175"/>
                                        <p:tgtEl>
                                          <p:spTgt spid="9"/>
                                        </p:tgtEl>
                                      </p:cBhvr>
                                    </p:animEffect>
                                    <p:set>
                                      <p:cBhvr>
                                        <p:cTn id="111" dur="1" fill="hold">
                                          <p:stCondLst>
                                            <p:cond delay="174"/>
                                          </p:stCondLst>
                                        </p:cTn>
                                        <p:tgtEl>
                                          <p:spTgt spid="9"/>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175"/>
                                        <p:tgtEl>
                                          <p:spTgt spid="10"/>
                                        </p:tgtEl>
                                      </p:cBhvr>
                                    </p:animEffect>
                                    <p:set>
                                      <p:cBhvr>
                                        <p:cTn id="114" dur="1" fill="hold">
                                          <p:stCondLst>
                                            <p:cond delay="174"/>
                                          </p:stCondLst>
                                        </p:cTn>
                                        <p:tgtEl>
                                          <p:spTgt spid="10"/>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175"/>
                                        <p:tgtEl>
                                          <p:spTgt spid="11"/>
                                        </p:tgtEl>
                                      </p:cBhvr>
                                    </p:animEffect>
                                    <p:set>
                                      <p:cBhvr>
                                        <p:cTn id="117" dur="1" fill="hold">
                                          <p:stCondLst>
                                            <p:cond delay="174"/>
                                          </p:stCondLst>
                                        </p:cTn>
                                        <p:tgtEl>
                                          <p:spTgt spid="11"/>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175"/>
                                        <p:tgtEl>
                                          <p:spTgt spid="12"/>
                                        </p:tgtEl>
                                      </p:cBhvr>
                                    </p:animEffect>
                                    <p:set>
                                      <p:cBhvr>
                                        <p:cTn id="120" dur="1" fill="hold">
                                          <p:stCondLst>
                                            <p:cond delay="174"/>
                                          </p:stCondLst>
                                        </p:cTn>
                                        <p:tgtEl>
                                          <p:spTgt spid="12"/>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175"/>
                                        <p:tgtEl>
                                          <p:spTgt spid="13"/>
                                        </p:tgtEl>
                                      </p:cBhvr>
                                    </p:animEffect>
                                    <p:set>
                                      <p:cBhvr>
                                        <p:cTn id="123" dur="1" fill="hold">
                                          <p:stCondLst>
                                            <p:cond delay="174"/>
                                          </p:stCondLst>
                                        </p:cTn>
                                        <p:tgtEl>
                                          <p:spTgt spid="13"/>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175"/>
                                        <p:tgtEl>
                                          <p:spTgt spid="14"/>
                                        </p:tgtEl>
                                      </p:cBhvr>
                                    </p:animEffect>
                                    <p:set>
                                      <p:cBhvr>
                                        <p:cTn id="126" dur="1" fill="hold">
                                          <p:stCondLst>
                                            <p:cond delay="174"/>
                                          </p:stCondLst>
                                        </p:cTn>
                                        <p:tgtEl>
                                          <p:spTgt spid="14"/>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175"/>
                                        <p:tgtEl>
                                          <p:spTgt spid="15"/>
                                        </p:tgtEl>
                                      </p:cBhvr>
                                    </p:animEffect>
                                    <p:set>
                                      <p:cBhvr>
                                        <p:cTn id="129" dur="1" fill="hold">
                                          <p:stCondLst>
                                            <p:cond delay="174"/>
                                          </p:stCondLst>
                                        </p:cTn>
                                        <p:tgtEl>
                                          <p:spTgt spid="15"/>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175"/>
                                        <p:tgtEl>
                                          <p:spTgt spid="16"/>
                                        </p:tgtEl>
                                      </p:cBhvr>
                                    </p:animEffect>
                                    <p:set>
                                      <p:cBhvr>
                                        <p:cTn id="132" dur="1" fill="hold">
                                          <p:stCondLst>
                                            <p:cond delay="174"/>
                                          </p:stCondLst>
                                        </p:cTn>
                                        <p:tgtEl>
                                          <p:spTgt spid="16"/>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175"/>
                                        <p:tgtEl>
                                          <p:spTgt spid="17"/>
                                        </p:tgtEl>
                                      </p:cBhvr>
                                    </p:animEffect>
                                    <p:set>
                                      <p:cBhvr>
                                        <p:cTn id="135" dur="1" fill="hold">
                                          <p:stCondLst>
                                            <p:cond delay="174"/>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175"/>
                                        <p:tgtEl>
                                          <p:spTgt spid="18"/>
                                        </p:tgtEl>
                                      </p:cBhvr>
                                    </p:animEffect>
                                    <p:set>
                                      <p:cBhvr>
                                        <p:cTn id="138" dur="1" fill="hold">
                                          <p:stCondLst>
                                            <p:cond delay="174"/>
                                          </p:stCondLst>
                                        </p:cTn>
                                        <p:tgtEl>
                                          <p:spTgt spid="18"/>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175"/>
                                        <p:tgtEl>
                                          <p:spTgt spid="19"/>
                                        </p:tgtEl>
                                      </p:cBhvr>
                                    </p:animEffect>
                                    <p:set>
                                      <p:cBhvr>
                                        <p:cTn id="141" dur="1" fill="hold">
                                          <p:stCondLst>
                                            <p:cond delay="174"/>
                                          </p:stCondLst>
                                        </p:cTn>
                                        <p:tgtEl>
                                          <p:spTgt spid="19"/>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175"/>
                                        <p:tgtEl>
                                          <p:spTgt spid="20"/>
                                        </p:tgtEl>
                                      </p:cBhvr>
                                    </p:animEffect>
                                    <p:set>
                                      <p:cBhvr>
                                        <p:cTn id="144" dur="1" fill="hold">
                                          <p:stCondLst>
                                            <p:cond delay="174"/>
                                          </p:stCondLst>
                                        </p:cTn>
                                        <p:tgtEl>
                                          <p:spTgt spid="20"/>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175"/>
                                        <p:tgtEl>
                                          <p:spTgt spid="21"/>
                                        </p:tgtEl>
                                      </p:cBhvr>
                                    </p:animEffect>
                                    <p:set>
                                      <p:cBhvr>
                                        <p:cTn id="147" dur="1" fill="hold">
                                          <p:stCondLst>
                                            <p:cond delay="174"/>
                                          </p:stCondLst>
                                        </p:cTn>
                                        <p:tgtEl>
                                          <p:spTgt spid="21"/>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175"/>
                                        <p:tgtEl>
                                          <p:spTgt spid="22"/>
                                        </p:tgtEl>
                                      </p:cBhvr>
                                    </p:animEffect>
                                    <p:set>
                                      <p:cBhvr>
                                        <p:cTn id="150" dur="1" fill="hold">
                                          <p:stCondLst>
                                            <p:cond delay="174"/>
                                          </p:stCondLst>
                                        </p:cTn>
                                        <p:tgtEl>
                                          <p:spTgt spid="22"/>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175"/>
                                        <p:tgtEl>
                                          <p:spTgt spid="23"/>
                                        </p:tgtEl>
                                      </p:cBhvr>
                                    </p:animEffect>
                                    <p:set>
                                      <p:cBhvr>
                                        <p:cTn id="153" dur="1" fill="hold">
                                          <p:stCondLst>
                                            <p:cond delay="174"/>
                                          </p:stCondLst>
                                        </p:cTn>
                                        <p:tgtEl>
                                          <p:spTgt spid="23"/>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175"/>
                                        <p:tgtEl>
                                          <p:spTgt spid="24"/>
                                        </p:tgtEl>
                                      </p:cBhvr>
                                    </p:animEffect>
                                    <p:set>
                                      <p:cBhvr>
                                        <p:cTn id="156" dur="1" fill="hold">
                                          <p:stCondLst>
                                            <p:cond delay="174"/>
                                          </p:stCondLst>
                                        </p:cTn>
                                        <p:tgtEl>
                                          <p:spTgt spid="24"/>
                                        </p:tgtEl>
                                        <p:attrNameLst>
                                          <p:attrName>style.visibility</p:attrName>
                                        </p:attrNameLst>
                                      </p:cBhvr>
                                      <p:to>
                                        <p:strVal val="hidden"/>
                                      </p:to>
                                    </p:set>
                                  </p:childTnLst>
                                </p:cTn>
                              </p:par>
                              <p:par>
                                <p:cTn id="157" presetID="10" presetClass="entr" presetSubtype="0" fill="hold" nodeType="withEffect">
                                  <p:stCondLst>
                                    <p:cond delay="225"/>
                                  </p:stCondLst>
                                  <p:childTnLst>
                                    <p:set>
                                      <p:cBhvr>
                                        <p:cTn id="158" dur="1" fill="hold">
                                          <p:stCondLst>
                                            <p:cond delay="0"/>
                                          </p:stCondLst>
                                        </p:cTn>
                                        <p:tgtEl>
                                          <p:spTgt spid="27"/>
                                        </p:tgtEl>
                                        <p:attrNameLst>
                                          <p:attrName>style.visibility</p:attrName>
                                        </p:attrNameLst>
                                      </p:cBhvr>
                                      <p:to>
                                        <p:strVal val="visible"/>
                                      </p:to>
                                    </p:set>
                                    <p:animEffect transition="in" filter="fade">
                                      <p:cBhvr>
                                        <p:cTn id="159" dur="225"/>
                                        <p:tgtEl>
                                          <p:spTgt spid="27"/>
                                        </p:tgtEl>
                                      </p:cBhvr>
                                    </p:animEffect>
                                  </p:childTnLst>
                                </p:cTn>
                              </p:par>
                              <p:par>
                                <p:cTn id="160" presetID="53" presetClass="entr" presetSubtype="16" fill="hold" nodeType="withEffect">
                                  <p:stCondLst>
                                    <p:cond delay="260"/>
                                  </p:stCondLst>
                                  <p:childTnLst>
                                    <p:set>
                                      <p:cBhvr>
                                        <p:cTn id="161" dur="1" fill="hold">
                                          <p:stCondLst>
                                            <p:cond delay="0"/>
                                          </p:stCondLst>
                                        </p:cTn>
                                        <p:tgtEl>
                                          <p:spTgt spid="28"/>
                                        </p:tgtEl>
                                        <p:attrNameLst>
                                          <p:attrName>style.visibility</p:attrName>
                                        </p:attrNameLst>
                                      </p:cBhvr>
                                      <p:to>
                                        <p:strVal val="visible"/>
                                      </p:to>
                                    </p:set>
                                    <p:anim calcmode="lin" valueType="num">
                                      <p:cBhvr>
                                        <p:cTn id="162" dur="300" fill="hold"/>
                                        <p:tgtEl>
                                          <p:spTgt spid="28"/>
                                        </p:tgtEl>
                                        <p:attrNameLst>
                                          <p:attrName>ppt_w</p:attrName>
                                        </p:attrNameLst>
                                      </p:cBhvr>
                                      <p:tavLst>
                                        <p:tav tm="0">
                                          <p:val>
                                            <p:fltVal val="0"/>
                                          </p:val>
                                        </p:tav>
                                        <p:tav tm="100000">
                                          <p:val>
                                            <p:strVal val="#ppt_w"/>
                                          </p:val>
                                        </p:tav>
                                      </p:tavLst>
                                    </p:anim>
                                    <p:anim calcmode="lin" valueType="num">
                                      <p:cBhvr>
                                        <p:cTn id="163" dur="300" fill="hold"/>
                                        <p:tgtEl>
                                          <p:spTgt spid="28"/>
                                        </p:tgtEl>
                                        <p:attrNameLst>
                                          <p:attrName>ppt_h</p:attrName>
                                        </p:attrNameLst>
                                      </p:cBhvr>
                                      <p:tavLst>
                                        <p:tav tm="0">
                                          <p:val>
                                            <p:fltVal val="0"/>
                                          </p:val>
                                        </p:tav>
                                        <p:tav tm="100000">
                                          <p:val>
                                            <p:strVal val="#ppt_h"/>
                                          </p:val>
                                        </p:tav>
                                      </p:tavLst>
                                    </p:anim>
                                    <p:animEffect transition="in" filter="fade">
                                      <p:cBhvr>
                                        <p:cTn id="164" dur="300"/>
                                        <p:tgtEl>
                                          <p:spTgt spid="28"/>
                                        </p:tgtEl>
                                      </p:cBhvr>
                                    </p:animEffect>
                                  </p:childTnLst>
                                </p:cTn>
                              </p:par>
                              <p:par>
                                <p:cTn id="165" presetID="22" presetClass="entr" presetSubtype="4" fill="hold" nodeType="withEffect">
                                  <p:stCondLst>
                                    <p:cond delay="295"/>
                                  </p:stCondLst>
                                  <p:childTnLst>
                                    <p:set>
                                      <p:cBhvr>
                                        <p:cTn id="166" dur="1" fill="hold">
                                          <p:stCondLst>
                                            <p:cond delay="0"/>
                                          </p:stCondLst>
                                        </p:cTn>
                                        <p:tgtEl>
                                          <p:spTgt spid="29"/>
                                        </p:tgtEl>
                                        <p:attrNameLst>
                                          <p:attrName>style.visibility</p:attrName>
                                        </p:attrNameLst>
                                      </p:cBhvr>
                                      <p:to>
                                        <p:strVal val="visible"/>
                                      </p:to>
                                    </p:set>
                                    <p:animEffect transition="in" filter="wipe(down)">
                                      <p:cBhvr>
                                        <p:cTn id="167" dur="250"/>
                                        <p:tgtEl>
                                          <p:spTgt spid="29"/>
                                        </p:tgtEl>
                                      </p:cBhvr>
                                    </p:animEffect>
                                  </p:childTnLst>
                                </p:cTn>
                              </p:par>
                              <p:par>
                                <p:cTn id="168" presetID="10" presetClass="entr" presetSubtype="0" fill="hold" nodeType="withEffect">
                                  <p:stCondLst>
                                    <p:cond delay="290"/>
                                  </p:stCondLst>
                                  <p:childTnLst>
                                    <p:set>
                                      <p:cBhvr>
                                        <p:cTn id="169" dur="1" fill="hold">
                                          <p:stCondLst>
                                            <p:cond delay="0"/>
                                          </p:stCondLst>
                                        </p:cTn>
                                        <p:tgtEl>
                                          <p:spTgt spid="30"/>
                                        </p:tgtEl>
                                        <p:attrNameLst>
                                          <p:attrName>style.visibility</p:attrName>
                                        </p:attrNameLst>
                                      </p:cBhvr>
                                      <p:to>
                                        <p:strVal val="visible"/>
                                      </p:to>
                                    </p:set>
                                    <p:animEffect transition="in" filter="fade">
                                      <p:cBhvr>
                                        <p:cTn id="170" dur="225"/>
                                        <p:tgtEl>
                                          <p:spTgt spid="30"/>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nodeType="clickEffect">
                                  <p:stCondLst>
                                    <p:cond delay="0"/>
                                  </p:stCondLst>
                                  <p:childTnLst>
                                    <p:animEffect transition="out" filter="fade">
                                      <p:cBhvr>
                                        <p:cTn id="174" dur="175"/>
                                        <p:tgtEl>
                                          <p:spTgt spid="27"/>
                                        </p:tgtEl>
                                      </p:cBhvr>
                                    </p:animEffect>
                                    <p:set>
                                      <p:cBhvr>
                                        <p:cTn id="175" dur="1" fill="hold">
                                          <p:stCondLst>
                                            <p:cond delay="174"/>
                                          </p:stCondLst>
                                        </p:cTn>
                                        <p:tgtEl>
                                          <p:spTgt spid="27"/>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175"/>
                                        <p:tgtEl>
                                          <p:spTgt spid="29"/>
                                        </p:tgtEl>
                                      </p:cBhvr>
                                    </p:animEffect>
                                    <p:set>
                                      <p:cBhvr>
                                        <p:cTn id="178" dur="1" fill="hold">
                                          <p:stCondLst>
                                            <p:cond delay="174"/>
                                          </p:stCondLst>
                                        </p:cTn>
                                        <p:tgtEl>
                                          <p:spTgt spid="29"/>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175"/>
                                        <p:tgtEl>
                                          <p:spTgt spid="30"/>
                                        </p:tgtEl>
                                      </p:cBhvr>
                                    </p:animEffect>
                                    <p:set>
                                      <p:cBhvr>
                                        <p:cTn id="181" dur="1" fill="hold">
                                          <p:stCondLst>
                                            <p:cond delay="174"/>
                                          </p:stCondLst>
                                        </p:cTn>
                                        <p:tgtEl>
                                          <p:spTgt spid="30"/>
                                        </p:tgtEl>
                                        <p:attrNameLst>
                                          <p:attrName>style.visibility</p:attrName>
                                        </p:attrNameLst>
                                      </p:cBhvr>
                                      <p:to>
                                        <p:strVal val="hidden"/>
                                      </p:to>
                                    </p:set>
                                  </p:childTnLst>
                                </p:cTn>
                              </p:par>
                              <p:par>
                                <p:cTn id="182" presetID="0" presetClass="path" presetSubtype="0" accel="50000" decel="50000" fill="hold" nodeType="withEffect">
                                  <p:stCondLst>
                                    <p:cond delay="0"/>
                                  </p:stCondLst>
                                  <p:childTnLst>
                                    <p:animMotion origin="layout" path="M 0 0 L 0.39250 -0.22207 E" pathEditMode="relative" rAng="0" ptsTypes="AA">
                                      <p:cBhvr>
                                        <p:cTn id="183" dur="375" fill="hold"/>
                                        <p:tgtEl>
                                          <p:spTgt spid="28"/>
                                        </p:tgtEl>
                                        <p:attrNameLst>
                                          <p:attrName>ppt_x</p:attrName>
                                          <p:attrName>ppt_y</p:attrName>
                                        </p:attrNameLst>
                                      </p:cBhvr>
                                      <p:rCtr x="19625" y="-11103"/>
                                    </p:animMotion>
                                  </p:childTnLst>
                                </p:cTn>
                              </p:par>
                              <p:par>
                                <p:cTn id="184" presetID="6" presetClass="emph" presetSubtype="0" accel="50000" decel="50000" fill="hold" nodeType="withEffect">
                                  <p:stCondLst>
                                    <p:cond delay="0"/>
                                  </p:stCondLst>
                                  <p:childTnLst>
                                    <p:animScale>
                                      <p:cBhvr>
                                        <p:cTn id="185" dur="375" fill="hold"/>
                                        <p:tgtEl>
                                          <p:spTgt spid="28"/>
                                        </p:tgtEl>
                                      </p:cBhvr>
                                      <p:by x="17913" y="17913"/>
                                    </p:animScale>
                                  </p:childTnLst>
                                </p:cTn>
                              </p:par>
                              <p:par>
                                <p:cTn id="186" presetID="10" presetClass="entr" presetSubtype="0" fill="hold" nodeType="withEffect">
                                  <p:stCondLst>
                                    <p:cond delay="225"/>
                                  </p:stCondLst>
                                  <p:childTnLst>
                                    <p:set>
                                      <p:cBhvr>
                                        <p:cTn id="187" dur="1" fill="hold">
                                          <p:stCondLst>
                                            <p:cond delay="0"/>
                                          </p:stCondLst>
                                        </p:cTn>
                                        <p:tgtEl>
                                          <p:spTgt spid="31"/>
                                        </p:tgtEl>
                                        <p:attrNameLst>
                                          <p:attrName>style.visibility</p:attrName>
                                        </p:attrNameLst>
                                      </p:cBhvr>
                                      <p:to>
                                        <p:strVal val="visible"/>
                                      </p:to>
                                    </p:set>
                                    <p:animEffect transition="in" filter="fade">
                                      <p:cBhvr>
                                        <p:cTn id="188" dur="225"/>
                                        <p:tgtEl>
                                          <p:spTgt spid="31"/>
                                        </p:tgtEl>
                                      </p:cBhvr>
                                    </p:animEffect>
                                  </p:childTnLst>
                                </p:cTn>
                              </p:par>
                              <p:par>
                                <p:cTn id="189" presetID="53" presetClass="entr" presetSubtype="16" fill="hold" nodeType="withEffect">
                                  <p:stCondLst>
                                    <p:cond delay="260"/>
                                  </p:stCondLst>
                                  <p:childTnLst>
                                    <p:set>
                                      <p:cBhvr>
                                        <p:cTn id="190" dur="1" fill="hold">
                                          <p:stCondLst>
                                            <p:cond delay="0"/>
                                          </p:stCondLst>
                                        </p:cTn>
                                        <p:tgtEl>
                                          <p:spTgt spid="32"/>
                                        </p:tgtEl>
                                        <p:attrNameLst>
                                          <p:attrName>style.visibility</p:attrName>
                                        </p:attrNameLst>
                                      </p:cBhvr>
                                      <p:to>
                                        <p:strVal val="visible"/>
                                      </p:to>
                                    </p:set>
                                    <p:anim calcmode="lin" valueType="num">
                                      <p:cBhvr>
                                        <p:cTn id="191" dur="300" fill="hold"/>
                                        <p:tgtEl>
                                          <p:spTgt spid="32"/>
                                        </p:tgtEl>
                                        <p:attrNameLst>
                                          <p:attrName>ppt_w</p:attrName>
                                        </p:attrNameLst>
                                      </p:cBhvr>
                                      <p:tavLst>
                                        <p:tav tm="0">
                                          <p:val>
                                            <p:fltVal val="0"/>
                                          </p:val>
                                        </p:tav>
                                        <p:tav tm="100000">
                                          <p:val>
                                            <p:strVal val="#ppt_w"/>
                                          </p:val>
                                        </p:tav>
                                      </p:tavLst>
                                    </p:anim>
                                    <p:anim calcmode="lin" valueType="num">
                                      <p:cBhvr>
                                        <p:cTn id="192" dur="300" fill="hold"/>
                                        <p:tgtEl>
                                          <p:spTgt spid="32"/>
                                        </p:tgtEl>
                                        <p:attrNameLst>
                                          <p:attrName>ppt_h</p:attrName>
                                        </p:attrNameLst>
                                      </p:cBhvr>
                                      <p:tavLst>
                                        <p:tav tm="0">
                                          <p:val>
                                            <p:fltVal val="0"/>
                                          </p:val>
                                        </p:tav>
                                        <p:tav tm="100000">
                                          <p:val>
                                            <p:strVal val="#ppt_h"/>
                                          </p:val>
                                        </p:tav>
                                      </p:tavLst>
                                    </p:anim>
                                    <p:animEffect transition="in" filter="fade">
                                      <p:cBhvr>
                                        <p:cTn id="193" dur="300"/>
                                        <p:tgtEl>
                                          <p:spTgt spid="32"/>
                                        </p:tgtEl>
                                      </p:cBhvr>
                                    </p:animEffect>
                                  </p:childTnLst>
                                </p:cTn>
                              </p:par>
                              <p:par>
                                <p:cTn id="194" presetID="10" presetClass="entr" presetSubtype="0" fill="hold" nodeType="withEffect">
                                  <p:stCondLst>
                                    <p:cond delay="290"/>
                                  </p:stCondLst>
                                  <p:childTnLst>
                                    <p:set>
                                      <p:cBhvr>
                                        <p:cTn id="195" dur="1" fill="hold">
                                          <p:stCondLst>
                                            <p:cond delay="0"/>
                                          </p:stCondLst>
                                        </p:cTn>
                                        <p:tgtEl>
                                          <p:spTgt spid="33"/>
                                        </p:tgtEl>
                                        <p:attrNameLst>
                                          <p:attrName>style.visibility</p:attrName>
                                        </p:attrNameLst>
                                      </p:cBhvr>
                                      <p:to>
                                        <p:strVal val="visible"/>
                                      </p:to>
                                    </p:set>
                                    <p:animEffect transition="in" filter="fade">
                                      <p:cBhvr>
                                        <p:cTn id="196" dur="225"/>
                                        <p:tgtEl>
                                          <p:spTgt spid="33"/>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xit" presetSubtype="0" fill="hold" nodeType="clickEffect">
                                  <p:stCondLst>
                                    <p:cond delay="0"/>
                                  </p:stCondLst>
                                  <p:childTnLst>
                                    <p:animEffect transition="out" filter="fade">
                                      <p:cBhvr>
                                        <p:cTn id="200" dur="175"/>
                                        <p:tgtEl>
                                          <p:spTgt spid="31"/>
                                        </p:tgtEl>
                                      </p:cBhvr>
                                    </p:animEffect>
                                    <p:set>
                                      <p:cBhvr>
                                        <p:cTn id="201" dur="1" fill="hold">
                                          <p:stCondLst>
                                            <p:cond delay="174"/>
                                          </p:stCondLst>
                                        </p:cTn>
                                        <p:tgtEl>
                                          <p:spTgt spid="31"/>
                                        </p:tgtEl>
                                        <p:attrNameLst>
                                          <p:attrName>style.visibility</p:attrName>
                                        </p:attrNameLst>
                                      </p:cBhvr>
                                      <p:to>
                                        <p:strVal val="hidden"/>
                                      </p:to>
                                    </p:set>
                                  </p:childTnLst>
                                </p:cTn>
                              </p:par>
                              <p:par>
                                <p:cTn id="202" presetID="10" presetClass="exit" presetSubtype="0" fill="hold" nodeType="withEffect">
                                  <p:stCondLst>
                                    <p:cond delay="0"/>
                                  </p:stCondLst>
                                  <p:childTnLst>
                                    <p:animEffect transition="out" filter="fade">
                                      <p:cBhvr>
                                        <p:cTn id="203" dur="175"/>
                                        <p:tgtEl>
                                          <p:spTgt spid="33"/>
                                        </p:tgtEl>
                                      </p:cBhvr>
                                    </p:animEffect>
                                    <p:set>
                                      <p:cBhvr>
                                        <p:cTn id="204" dur="1" fill="hold">
                                          <p:stCondLst>
                                            <p:cond delay="174"/>
                                          </p:stCondLst>
                                        </p:cTn>
                                        <p:tgtEl>
                                          <p:spTgt spid="33"/>
                                        </p:tgtEl>
                                        <p:attrNameLst>
                                          <p:attrName>style.visibility</p:attrName>
                                        </p:attrNameLst>
                                      </p:cBhvr>
                                      <p:to>
                                        <p:strVal val="hidden"/>
                                      </p:to>
                                    </p:set>
                                  </p:childTnLst>
                                </p:cTn>
                              </p:par>
                              <p:par>
                                <p:cTn id="205" presetID="0" presetClass="path" presetSubtype="0" accel="50000" decel="50000" fill="hold" nodeType="withEffect">
                                  <p:stCondLst>
                                    <p:cond delay="0"/>
                                  </p:stCondLst>
                                  <p:childTnLst>
                                    <p:animMotion origin="layout" path="M 0 0 L 0.47000 -0.02525 E" pathEditMode="relative" rAng="0" ptsTypes="AA">
                                      <p:cBhvr>
                                        <p:cTn id="206" dur="375" fill="hold"/>
                                        <p:tgtEl>
                                          <p:spTgt spid="32"/>
                                        </p:tgtEl>
                                        <p:attrNameLst>
                                          <p:attrName>ppt_x</p:attrName>
                                          <p:attrName>ppt_y</p:attrName>
                                        </p:attrNameLst>
                                      </p:cBhvr>
                                      <p:rCtr x="23500" y="-1262"/>
                                    </p:animMotion>
                                  </p:childTnLst>
                                </p:cTn>
                              </p:par>
                              <p:par>
                                <p:cTn id="207" presetID="6" presetClass="emph" presetSubtype="0" accel="50000" decel="50000" fill="hold" nodeType="withEffect">
                                  <p:stCondLst>
                                    <p:cond delay="0"/>
                                  </p:stCondLst>
                                  <p:childTnLst>
                                    <p:animScale>
                                      <p:cBhvr>
                                        <p:cTn id="208" dur="375" fill="hold"/>
                                        <p:tgtEl>
                                          <p:spTgt spid="32"/>
                                        </p:tgtEl>
                                      </p:cBhvr>
                                      <p:by x="20835" y="20835"/>
                                    </p:animScale>
                                  </p:childTnLst>
                                </p:cTn>
                              </p:par>
                              <p:par>
                                <p:cTn id="209" presetID="10" presetClass="entr" presetSubtype="0" fill="hold" nodeType="withEffect">
                                  <p:stCondLst>
                                    <p:cond delay="225"/>
                                  </p:stCondLst>
                                  <p:childTnLst>
                                    <p:set>
                                      <p:cBhvr>
                                        <p:cTn id="210" dur="1" fill="hold">
                                          <p:stCondLst>
                                            <p:cond delay="0"/>
                                          </p:stCondLst>
                                        </p:cTn>
                                        <p:tgtEl>
                                          <p:spTgt spid="34"/>
                                        </p:tgtEl>
                                        <p:attrNameLst>
                                          <p:attrName>style.visibility</p:attrName>
                                        </p:attrNameLst>
                                      </p:cBhvr>
                                      <p:to>
                                        <p:strVal val="visible"/>
                                      </p:to>
                                    </p:set>
                                    <p:animEffect transition="in" filter="fade">
                                      <p:cBhvr>
                                        <p:cTn id="211" dur="225"/>
                                        <p:tgtEl>
                                          <p:spTgt spid="34"/>
                                        </p:tgtEl>
                                      </p:cBhvr>
                                    </p:animEffect>
                                  </p:childTnLst>
                                </p:cTn>
                              </p:par>
                              <p:par>
                                <p:cTn id="212" presetID="53" presetClass="entr" presetSubtype="16" fill="hold" nodeType="withEffect">
                                  <p:stCondLst>
                                    <p:cond delay="260"/>
                                  </p:stCondLst>
                                  <p:childTnLst>
                                    <p:set>
                                      <p:cBhvr>
                                        <p:cTn id="213" dur="1" fill="hold">
                                          <p:stCondLst>
                                            <p:cond delay="0"/>
                                          </p:stCondLst>
                                        </p:cTn>
                                        <p:tgtEl>
                                          <p:spTgt spid="35"/>
                                        </p:tgtEl>
                                        <p:attrNameLst>
                                          <p:attrName>style.visibility</p:attrName>
                                        </p:attrNameLst>
                                      </p:cBhvr>
                                      <p:to>
                                        <p:strVal val="visible"/>
                                      </p:to>
                                    </p:set>
                                    <p:anim calcmode="lin" valueType="num">
                                      <p:cBhvr>
                                        <p:cTn id="214" dur="300" fill="hold"/>
                                        <p:tgtEl>
                                          <p:spTgt spid="35"/>
                                        </p:tgtEl>
                                        <p:attrNameLst>
                                          <p:attrName>ppt_w</p:attrName>
                                        </p:attrNameLst>
                                      </p:cBhvr>
                                      <p:tavLst>
                                        <p:tav tm="0">
                                          <p:val>
                                            <p:fltVal val="0"/>
                                          </p:val>
                                        </p:tav>
                                        <p:tav tm="100000">
                                          <p:val>
                                            <p:strVal val="#ppt_w"/>
                                          </p:val>
                                        </p:tav>
                                      </p:tavLst>
                                    </p:anim>
                                    <p:anim calcmode="lin" valueType="num">
                                      <p:cBhvr>
                                        <p:cTn id="215" dur="300" fill="hold"/>
                                        <p:tgtEl>
                                          <p:spTgt spid="35"/>
                                        </p:tgtEl>
                                        <p:attrNameLst>
                                          <p:attrName>ppt_h</p:attrName>
                                        </p:attrNameLst>
                                      </p:cBhvr>
                                      <p:tavLst>
                                        <p:tav tm="0">
                                          <p:val>
                                            <p:fltVal val="0"/>
                                          </p:val>
                                        </p:tav>
                                        <p:tav tm="100000">
                                          <p:val>
                                            <p:strVal val="#ppt_h"/>
                                          </p:val>
                                        </p:tav>
                                      </p:tavLst>
                                    </p:anim>
                                    <p:animEffect transition="in" filter="fade">
                                      <p:cBhvr>
                                        <p:cTn id="216" dur="300"/>
                                        <p:tgtEl>
                                          <p:spTgt spid="35"/>
                                        </p:tgtEl>
                                      </p:cBhvr>
                                    </p:animEffect>
                                  </p:childTnLst>
                                </p:cTn>
                              </p:par>
                              <p:par>
                                <p:cTn id="217" presetID="22" presetClass="entr" presetSubtype="4" fill="hold" nodeType="withEffect">
                                  <p:stCondLst>
                                    <p:cond delay="295"/>
                                  </p:stCondLst>
                                  <p:childTnLst>
                                    <p:set>
                                      <p:cBhvr>
                                        <p:cTn id="218" dur="1" fill="hold">
                                          <p:stCondLst>
                                            <p:cond delay="0"/>
                                          </p:stCondLst>
                                        </p:cTn>
                                        <p:tgtEl>
                                          <p:spTgt spid="36"/>
                                        </p:tgtEl>
                                        <p:attrNameLst>
                                          <p:attrName>style.visibility</p:attrName>
                                        </p:attrNameLst>
                                      </p:cBhvr>
                                      <p:to>
                                        <p:strVal val="visible"/>
                                      </p:to>
                                    </p:set>
                                    <p:animEffect transition="in" filter="wipe(down)">
                                      <p:cBhvr>
                                        <p:cTn id="219" dur="250"/>
                                        <p:tgtEl>
                                          <p:spTgt spid="36"/>
                                        </p:tgtEl>
                                      </p:cBhvr>
                                    </p:animEffect>
                                  </p:childTnLst>
                                </p:cTn>
                              </p:par>
                              <p:par>
                                <p:cTn id="220" presetID="10" presetClass="entr" presetSubtype="0" grpId="0" fill="hold" nodeType="withEffect">
                                  <p:stCondLst>
                                    <p:cond delay="330"/>
                                  </p:stCondLst>
                                  <p:childTnLst>
                                    <p:set>
                                      <p:cBhvr>
                                        <p:cTn id="221" dur="1" fill="hold">
                                          <p:stCondLst>
                                            <p:cond delay="0"/>
                                          </p:stCondLst>
                                        </p:cTn>
                                        <p:tgtEl>
                                          <p:spTgt spid="37">
                                            <p:txEl>
                                              <p:pRg st="0" end="0"/>
                                            </p:txEl>
                                          </p:spTgt>
                                        </p:tgtEl>
                                        <p:attrNameLst>
                                          <p:attrName>style.visibility</p:attrName>
                                        </p:attrNameLst>
                                      </p:cBhvr>
                                      <p:to>
                                        <p:strVal val="visible"/>
                                      </p:to>
                                    </p:set>
                                    <p:animEffect transition="in" filter="fade">
                                      <p:cBhvr>
                                        <p:cTn id="222" dur="225"/>
                                        <p:tgtEl>
                                          <p:spTgt spid="37">
                                            <p:txEl>
                                              <p:pRg st="0" end="0"/>
                                            </p:txEl>
                                          </p:spTgt>
                                        </p:tgtEl>
                                      </p:cBhvr>
                                    </p:animEffect>
                                  </p:childTnLst>
                                </p:cTn>
                              </p:par>
                              <p:par>
                                <p:cTn id="223" presetID="10" presetClass="entr" presetSubtype="0" grpId="0" fill="hold" nodeType="withEffect">
                                  <p:stCondLst>
                                    <p:cond delay="520"/>
                                  </p:stCondLst>
                                  <p:childTnLst>
                                    <p:set>
                                      <p:cBhvr>
                                        <p:cTn id="224" dur="1" fill="hold">
                                          <p:stCondLst>
                                            <p:cond delay="0"/>
                                          </p:stCondLst>
                                        </p:cTn>
                                        <p:tgtEl>
                                          <p:spTgt spid="37">
                                            <p:txEl>
                                              <p:pRg st="1" end="1"/>
                                            </p:txEl>
                                          </p:spTgt>
                                        </p:tgtEl>
                                        <p:attrNameLst>
                                          <p:attrName>style.visibility</p:attrName>
                                        </p:attrNameLst>
                                      </p:cBhvr>
                                      <p:to>
                                        <p:strVal val="visible"/>
                                      </p:to>
                                    </p:set>
                                    <p:animEffect transition="in" filter="fade">
                                      <p:cBhvr>
                                        <p:cTn id="225" dur="225"/>
                                        <p:tgtEl>
                                          <p:spTgt spid="37">
                                            <p:txEl>
                                              <p:pRg st="1" end="1"/>
                                            </p:txEl>
                                          </p:spTgt>
                                        </p:tgtEl>
                                      </p:cBhvr>
                                    </p:animEffect>
                                  </p:childTnLst>
                                </p:cTn>
                              </p:par>
                              <p:par>
                                <p:cTn id="226" presetID="10" presetClass="entr" presetSubtype="0" grpId="0" fill="hold" nodeType="withEffect">
                                  <p:stCondLst>
                                    <p:cond delay="710"/>
                                  </p:stCondLst>
                                  <p:childTnLst>
                                    <p:set>
                                      <p:cBhvr>
                                        <p:cTn id="227" dur="1" fill="hold">
                                          <p:stCondLst>
                                            <p:cond delay="0"/>
                                          </p:stCondLst>
                                        </p:cTn>
                                        <p:tgtEl>
                                          <p:spTgt spid="37">
                                            <p:txEl>
                                              <p:pRg st="2" end="2"/>
                                            </p:txEl>
                                          </p:spTgt>
                                        </p:tgtEl>
                                        <p:attrNameLst>
                                          <p:attrName>style.visibility</p:attrName>
                                        </p:attrNameLst>
                                      </p:cBhvr>
                                      <p:to>
                                        <p:strVal val="visible"/>
                                      </p:to>
                                    </p:set>
                                    <p:animEffect transition="in" filter="fade">
                                      <p:cBhvr>
                                        <p:cTn id="228" dur="225"/>
                                        <p:tgtEl>
                                          <p:spTgt spid="37">
                                            <p:txEl>
                                              <p:pRg st="2" end="2"/>
                                            </p:txEl>
                                          </p:spTgt>
                                        </p:tgtEl>
                                      </p:cBhvr>
                                    </p:animEffect>
                                  </p:childTnLst>
                                </p:cTn>
                              </p:par>
                              <p:par>
                                <p:cTn id="229" presetID="10" presetClass="entr" presetSubtype="0" fill="hold" nodeType="withEffect">
                                  <p:stCondLst>
                                    <p:cond delay="365"/>
                                  </p:stCondLst>
                                  <p:childTnLst>
                                    <p:set>
                                      <p:cBhvr>
                                        <p:cTn id="230" dur="1" fill="hold">
                                          <p:stCondLst>
                                            <p:cond delay="0"/>
                                          </p:stCondLst>
                                        </p:cTn>
                                        <p:tgtEl>
                                          <p:spTgt spid="38"/>
                                        </p:tgtEl>
                                        <p:attrNameLst>
                                          <p:attrName>style.visibility</p:attrName>
                                        </p:attrNameLst>
                                      </p:cBhvr>
                                      <p:to>
                                        <p:strVal val="visible"/>
                                      </p:to>
                                    </p:set>
                                    <p:animEffect transition="in" filter="fade">
                                      <p:cBhvr>
                                        <p:cTn id="231" dur="225"/>
                                        <p:tgtEl>
                                          <p:spTgt spid="38"/>
                                        </p:tgtEl>
                                      </p:cBhvr>
                                    </p:animEffect>
                                  </p:childTnLst>
                                </p:cTn>
                              </p:par>
                              <p:par>
                                <p:cTn id="232" presetID="22" presetClass="entr" presetSubtype="4" fill="hold" nodeType="withEffect">
                                  <p:stCondLst>
                                    <p:cond delay="400"/>
                                  </p:stCondLst>
                                  <p:childTnLst>
                                    <p:set>
                                      <p:cBhvr>
                                        <p:cTn id="233" dur="1" fill="hold">
                                          <p:stCondLst>
                                            <p:cond delay="0"/>
                                          </p:stCondLst>
                                        </p:cTn>
                                        <p:tgtEl>
                                          <p:spTgt spid="39"/>
                                        </p:tgtEl>
                                        <p:attrNameLst>
                                          <p:attrName>style.visibility</p:attrName>
                                        </p:attrNameLst>
                                      </p:cBhvr>
                                      <p:to>
                                        <p:strVal val="visible"/>
                                      </p:to>
                                    </p:set>
                                    <p:animEffect transition="in" filter="wipe(down)">
                                      <p:cBhvr>
                                        <p:cTn id="234" dur="250"/>
                                        <p:tgtEl>
                                          <p:spTgt spid="39"/>
                                        </p:tgtEl>
                                      </p:cBhvr>
                                    </p:animEffect>
                                  </p:childTnLst>
                                </p:cTn>
                              </p:par>
                              <p:par>
                                <p:cTn id="235" presetID="10" presetClass="entr" presetSubtype="0" fill="hold" nodeType="withEffect">
                                  <p:stCondLst>
                                    <p:cond delay="290"/>
                                  </p:stCondLst>
                                  <p:childTnLst>
                                    <p:set>
                                      <p:cBhvr>
                                        <p:cTn id="236" dur="1" fill="hold">
                                          <p:stCondLst>
                                            <p:cond delay="0"/>
                                          </p:stCondLst>
                                        </p:cTn>
                                        <p:tgtEl>
                                          <p:spTgt spid="40"/>
                                        </p:tgtEl>
                                        <p:attrNameLst>
                                          <p:attrName>style.visibility</p:attrName>
                                        </p:attrNameLst>
                                      </p:cBhvr>
                                      <p:to>
                                        <p:strVal val="visible"/>
                                      </p:to>
                                    </p:set>
                                    <p:animEffect transition="in" filter="fade">
                                      <p:cBhvr>
                                        <p:cTn id="237" dur="225"/>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ADC, diezmado, máquina de estados y memoria definen cómo se captura</a:t>
            </a:r>
            <a:endParaRPr lang="en-US" sz="2200" dirty="0"/>
          </a:p>
        </p:txBody>
      </p:sp>
      <p:sp>
        <p:nvSpPr>
          <p:cNvPr id="3" name="Obj [o63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ADC tiene cuatro rangos de entrada, y el rango y la ganancia se eligen juntos</a:t>
            </a:r>
            <a:endParaRPr lang="en-US" sz="1400" dirty="0"/>
          </a:p>
        </p:txBody>
      </p:sp>
      <p:sp>
        <p:nvSpPr>
          <p:cNvPr id="4" name="Obj [o639]"/>
          <p:cNvSpPr/>
          <p:nvPr/>
        </p:nvSpPr>
        <p:spPr>
          <a:xfrm>
            <a:off x="966136" y="1561458"/>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640]"/>
              <p:cNvSpPr txBox="1"/>
              <p:nvPr/>
            </p:nvSpPr>
            <p:spPr>
              <a:xfrm>
                <a:off x="966136" y="1561458"/>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q</m:t>
                          </m:r>
                        </m:e>
                        <m:sub>
                          <m:r>
                            <m:rPr>
                              <m:sty m:val="p"/>
                            </m:rPr>
                            <a:rPr lang="es-ES" sz="2500">
                              <a:solidFill>
                                <a:srgbClr val="1F4E79"/>
                              </a:solidFill>
                              <a:latin typeface="Cambria Math" panose="02040503050406030204" pitchFamily="18" charset="0"/>
                            </a:rPr>
                            <m:t xml:space="preserve">ADC</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m:rPr>
                                  <m:sty m:val="p"/>
                                </m:rPr>
                                <a:rPr lang="es-ES" sz="2500">
                                  <a:solidFill>
                                    <a:srgbClr val="1F4E79"/>
                                  </a:solidFill>
                                  <a:latin typeface="Cambria Math" panose="02040503050406030204" pitchFamily="18" charset="0"/>
                                </a:rPr>
                                <m:t xml:space="preserve">span</m:t>
                              </m:r>
                            </m:sub>
                          </m:sSub>
                        </m:num>
                        <m:den>
                          <m:sSup>
                            <m:sSupPr>
                              <m:ctrlPr>
                                <a:rPr lang="es-ES" sz="2500" i="1">
                                  <a:latin typeface="Cambria Math" panose="02040503050406030204" pitchFamily="18" charset="0"/>
                                </a:rPr>
                              </m:ctrlPr>
                            </m:sSupPr>
                            <m:e>
                              <m:r>
                                <a:rPr lang="es-ES" sz="2500" i="1">
                                  <a:solidFill>
                                    <a:srgbClr val="1F4E79"/>
                                  </a:solidFill>
                                  <a:latin typeface="Cambria Math" panose="02040503050406030204" pitchFamily="18" charset="0"/>
                                </a:rPr>
                                <m:t xml:space="preserve">2</m:t>
                              </m:r>
                            </m:e>
                            <m:sup>
                              <m:r>
                                <a:rPr lang="es-ES" sz="2500" i="1">
                                  <a:solidFill>
                                    <a:srgbClr val="1F4E79"/>
                                  </a:solidFill>
                                  <a:latin typeface="Cambria Math" panose="02040503050406030204" pitchFamily="18" charset="0"/>
                                </a:rPr>
                                <m:t xml:space="preserve">18</m:t>
                              </m:r>
                            </m:sup>
                          </m:sSup>
                        </m:den>
                      </m:f>
                      <m:r>
                        <a:rPr lang="es-ES" sz="2500" i="1">
                          <a:solidFill>
                            <a:srgbClr val="1F4E79"/>
                          </a:solidFill>
                          <a:latin typeface="Cambria Math" panose="02040503050406030204" pitchFamily="18" charset="0"/>
                        </a:rPr>
                        <m:t xml:space="preserve">≈19,1 </m:t>
                      </m:r>
                      <m:r>
                        <m:rPr>
                          <m:sty m:val="p"/>
                        </m:rPr>
                        <a:rPr lang="es-ES" sz="2500">
                          <a:solidFill>
                            <a:srgbClr val="1F4E79"/>
                          </a:solidFill>
                          <a:latin typeface="Cambria Math" panose="02040503050406030204" pitchFamily="18" charset="0"/>
                        </a:rPr>
                        <m:t xml:space="preserve">µV</m:t>
                      </m:r>
                    </m:oMath>
                  </m:oMathPara>
                </a14:m>
                <a:endParaRPr lang="es-ES"/>
              </a:p>
            </p:txBody>
          </p:sp>
        </mc:Choice>
        <mc:Fallback>
          <p:sp>
            <p:nvSpPr>
              <p:cNvPr id="5" name="Obj [o640]"/>
              <p:cNvSpPr txBox="1"/>
              <p:nvPr/>
            </p:nvSpPr>
            <p:spPr>
              <a:xfrm>
                <a:off x="966136" y="1561458"/>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q_ADC = V_span / 2¹⁸ ≈ 19,1 µV</a:t>
                </a:r>
                <a:endParaRPr lang="en-US" sz="2159" dirty="0"/>
              </a:p>
            </p:txBody>
          </p:sp>
        </mc:Fallback>
      </mc:AlternateContent>
      <p:graphicFrame>
        <p:nvGraphicFramePr>
          <p:cNvPr id="6" name="Obj [o641]"/>
          <p:cNvGraphicFramePr>
            <a:graphicFrameLocks noGrp="1"/>
          </p:cNvGraphicFramePr>
          <p:nvPr>
            <p:extLst>
              <p:ext uri="{D42A27DB-BD31-4B8C-83A1-F6EECF244321}">
                <p14:modId xmlns:p14="http://schemas.microsoft.com/office/powerpoint/2010/main" val="1579011935"/>
              </p:ext>
            </p:extLst>
          </p:nvPr>
        </p:nvGraphicFramePr>
        <p:xfrm>
          <a:off x="966136" y="2442892"/>
          <a:ext cx="3525734" cy="914400"/>
        </p:xfrm>
        <a:graphic>
          <a:graphicData uri="http://schemas.openxmlformats.org/drawingml/2006/table">
            <a:tbl>
              <a:tblPr/>
              <a:tblGrid>
                <a:gridCol w="1121824"/>
                <a:gridCol w="1282085"/>
                <a:gridCol w="1121824"/>
              </a:tblGrid>
              <a:tr h="304495">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Rango</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Fondo de escala</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LSB nominal</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04495">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±2,5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5,000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19,1 µV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±1,024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2,048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7,81 µV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±0,625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1,250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4,77 µV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±0,512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1,024 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52" dirty="0">
                          <a:solidFill>
                            <a:srgbClr val="2D2D2D"/>
                          </a:solidFill>
                          <a:latin typeface="Arial" pitchFamily="34" charset="0"/>
                          <a:ea typeface="Arial" pitchFamily="34" charset="-122"/>
                          <a:cs typeface="Arial" pitchFamily="34" charset="-120"/>
                        </a:rPr>
                        <a:t>3,91 µV</a:t>
                      </a:r>
                      <a:endParaRPr lang="en-US" sz="1052"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Obj [o642]"/>
          <p:cNvSpPr txBox="1"/>
          <p:nvPr/>
        </p:nvSpPr>
        <p:spPr>
          <a:xfrm>
            <a:off x="966136" y="4045498"/>
            <a:ext cx="3525734"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Todos a 2604 muestras/s y 18 bits nominales.</a:t>
            </a:r>
            <a:endParaRPr lang="en-US" sz="1080" dirty="0"/>
          </a:p>
        </p:txBody>
      </p:sp>
      <p:sp>
        <p:nvSpPr>
          <p:cNvPr id="8" name="Obj [o643]"/>
          <p:cNvSpPr txBox="1"/>
          <p:nvPr/>
        </p:nvSpPr>
        <p:spPr>
          <a:xfrm>
            <a:off x="4732261" y="2442892"/>
            <a:ext cx="3445604" cy="192312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el rango se elige junto con la ganancia del PGA</a:t>
            </a:r>
            <a:endParaRPr lang="en-US" sz="1260" dirty="0"/>
          </a:p>
        </p:txBody>
      </p:sp>
      <p:sp>
        <p:nvSpPr>
          <p:cNvPr id="9" name="Obj [o64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documento de tesis, 04_arquitectura.tex (rangos del ADC). Los 13,8 dB son 20·log10(5/1,024), cálculo propio.</a:t>
            </a:r>
            <a:endParaRPr lang="en-US" sz="800" dirty="0"/>
          </a:p>
        </p:txBody>
      </p:sp>
      <p:sp>
        <p:nvSpPr>
          <p:cNvPr id="10" name="Obj [o64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Diezmamos con una media móvil: registros más chicos y mejor vista de las señales lentas</a:t>
            </a:r>
            <a:endParaRPr lang="en-US" sz="1400" dirty="0"/>
          </a:p>
        </p:txBody>
      </p:sp>
      <p:pic>
        <p:nvPicPr>
          <p:cNvPr id="11" name="Obj [o646]"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886005" y="1641589"/>
            <a:ext cx="4166776" cy="2361173"/>
          </a:xfrm>
          <a:prstGeom prst="rect">
            <a:avLst/>
          </a:prstGeom>
        </p:spPr>
      </p:pic>
      <p:sp>
        <p:nvSpPr>
          <p:cNvPr id="12" name="Obj [o647]"/>
          <p:cNvSpPr/>
          <p:nvPr/>
        </p:nvSpPr>
        <p:spPr>
          <a:xfrm>
            <a:off x="5293173" y="1641589"/>
            <a:ext cx="2884691"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48]"/>
              <p:cNvSpPr txBox="1"/>
              <p:nvPr/>
            </p:nvSpPr>
            <p:spPr>
              <a:xfrm>
                <a:off x="5293173" y="1641589"/>
                <a:ext cx="2884691"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500" i="1">
                              <a:latin typeface="Cambria Math" panose="02040503050406030204" pitchFamily="18" charset="0"/>
                            </a:rPr>
                          </m:ctrlPr>
                        </m:sSubSup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up>
                          <m:r>
                            <a:rPr lang="es-ES" sz="2500" i="1">
                              <a:solidFill>
                                <a:srgbClr val="1F4E79"/>
                              </a:solidFill>
                              <a:latin typeface="Cambria Math" panose="02040503050406030204" pitchFamily="18" charset="0"/>
                            </a:rPr>
                            <m:t xml:space="preserve">′</m:t>
                          </m:r>
                        </m:sup>
                      </m:sSubSup>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2604 </m:t>
                          </m:r>
                          <m:r>
                            <m:rPr>
                              <m:sty m:val="p"/>
                            </m:rPr>
                            <a:rPr lang="es-ES" sz="2500">
                              <a:solidFill>
                                <a:srgbClr val="1F4E79"/>
                              </a:solidFill>
                              <a:latin typeface="Cambria Math" panose="02040503050406030204" pitchFamily="18" charset="0"/>
                            </a:rPr>
                            <m:t xml:space="preserve">Hz</m:t>
                          </m:r>
                        </m:num>
                        <m:den>
                          <m:r>
                            <a:rPr lang="es-ES" sz="2500" i="1">
                              <a:solidFill>
                                <a:srgbClr val="1F4E79"/>
                              </a:solidFill>
                              <a:latin typeface="Cambria Math" panose="02040503050406030204" pitchFamily="18" charset="0"/>
                            </a:rPr>
                            <m:t xml:space="preserve">D</m:t>
                          </m:r>
                        </m:den>
                      </m:f>
                    </m:oMath>
                  </m:oMathPara>
                </a14:m>
                <a:endParaRPr lang="es-ES"/>
              </a:p>
            </p:txBody>
          </p:sp>
        </mc:Choice>
        <mc:Fallback>
          <p:sp>
            <p:nvSpPr>
              <p:cNvPr id="13" name="Obj [o648]"/>
              <p:cNvSpPr txBox="1"/>
              <p:nvPr/>
            </p:nvSpPr>
            <p:spPr>
              <a:xfrm>
                <a:off x="5293173" y="1641589"/>
                <a:ext cx="2884691"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fs′ = 2604 Hz / D</a:t>
                </a:r>
                <a:endParaRPr lang="en-US" sz="2159" dirty="0"/>
              </a:p>
            </p:txBody>
          </p:sp>
        </mc:Fallback>
      </mc:AlternateContent>
      <p:sp>
        <p:nvSpPr>
          <p:cNvPr id="14" name="Obj [o649]"/>
          <p:cNvSpPr txBox="1"/>
          <p:nvPr/>
        </p:nvSpPr>
        <p:spPr>
          <a:xfrm>
            <a:off x="5293173" y="2442892"/>
            <a:ext cx="2884691" cy="1602606"/>
          </a:xfrm>
          <a:prstGeom prst="rect">
            <a:avLst/>
          </a:prstGeom>
          <a:noFill/>
          <a:ln/>
        </p:spPr>
        <p:txBody>
          <a:bodyPr wrap="square" lIns="0" tIns="0" rIns="0" bIns="0" rtlCol="0" anchor="t"/>
          <a:lstStyle/>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ven mejor las señales de baja frecuencia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170" dirty="0"/>
          </a:p>
        </p:txBody>
      </p:sp>
      <p:sp>
        <p:nvSpPr>
          <p:cNvPr id="15" name="Obj [o650]"/>
          <p:cNvSpPr txBox="1"/>
          <p:nvPr/>
        </p:nvSpPr>
        <p:spPr>
          <a:xfrm>
            <a:off x="966136" y="4125628"/>
            <a:ext cx="7211728" cy="240391"/>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No reemplaza un antialias: se verifica para cada D elegido.</a:t>
            </a:r>
            <a:endParaRPr lang="en-US" sz="1170" dirty="0"/>
          </a:p>
        </p:txBody>
      </p:sp>
      <p:sp>
        <p:nvSpPr>
          <p:cNvPr id="16" name="Obj [o65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ec. 15; documento de tesis, 04_arquitectura.tex. Curva ilustrativa: cálculo propio de la respuesta de una media móvil.</a:t>
            </a:r>
            <a:endParaRPr lang="en-US" sz="800" dirty="0"/>
          </a:p>
        </p:txBody>
      </p:sp>
      <p:sp>
        <p:nvSpPr>
          <p:cNvPr id="17" name="Obj [o65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máquina de estados en hardware dispara, cuenta y cierra la captura</a:t>
            </a:r>
            <a:endParaRPr lang="en-US" sz="1400" dirty="0"/>
          </a:p>
        </p:txBody>
      </p:sp>
      <p:pic>
        <p:nvPicPr>
          <p:cNvPr id="18" name="Obj [o653]" descr="Máquina de estados superMaquina: IDLE, ARMED, SAMPLING, DONE y ERROR, con las órdenes del firmware, los disparos de DMA y la interrupción única">    </p:cNvPr>
          <p:cNvPicPr>
            <a:picLocks noChangeAspect="1"/>
          </p:cNvPicPr>
          <p:nvPr/>
        </p:nvPicPr>
        <p:blipFill>
          <a:blip r:embed="rId2"/>
          <a:stretch>
            <a:fillRect/>
          </a:stretch>
        </p:blipFill>
        <p:spPr>
          <a:xfrm>
            <a:off x="517829" y="1481328"/>
            <a:ext cx="6691023" cy="2834790"/>
          </a:xfrm>
          <a:prstGeom prst="rect">
            <a:avLst/>
          </a:prstGeom>
        </p:spPr>
      </p:pic>
      <p:sp>
        <p:nvSpPr>
          <p:cNvPr id="19" name="Obj [o65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17); resumen firmado, fig. 10; documento de tesis, 04_arquitectura.tex.</a:t>
            </a:r>
            <a:endParaRPr lang="en-US" sz="800" dirty="0"/>
          </a:p>
        </p:txBody>
      </p:sp>
      <p:sp>
        <p:nvSpPr>
          <p:cNvPr id="20" name="Obj [o65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nodo guarda sus muestras en la RAM del ESP32 o, si hay tarjeta, en la SD del PSoC</a:t>
            </a:r>
            <a:endParaRPr lang="en-US" sz="1400" dirty="0"/>
          </a:p>
        </p:txBody>
      </p:sp>
      <p:pic>
        <p:nvPicPr>
          <p:cNvPr id="21" name="Obj [o656]" descr="Secuencia PRESTART: con microSD activa el PSoC escribe secuencialmente en la tarjeta; sin microSD el ESP32 esclavo reserva páginas en la arena de RAM">    </p:cNvPr>
          <p:cNvPicPr>
            <a:picLocks noChangeAspect="1"/>
          </p:cNvPicPr>
          <p:nvPr/>
        </p:nvPicPr>
        <p:blipFill>
          <a:blip r:embed="rId3"/>
          <a:stretch>
            <a:fillRect/>
          </a:stretch>
        </p:blipFill>
        <p:spPr>
          <a:xfrm>
            <a:off x="593863" y="1557362"/>
            <a:ext cx="6538954" cy="2267540"/>
          </a:xfrm>
          <a:prstGeom prst="rect">
            <a:avLst/>
          </a:prstGeom>
        </p:spPr>
      </p:pic>
      <p:sp>
        <p:nvSpPr>
          <p:cNvPr id="22" name="Obj [o657]"/>
          <p:cNvSpPr txBox="1"/>
          <p:nvPr/>
        </p:nvSpPr>
        <p:spPr>
          <a:xfrm>
            <a:off x="441794" y="3952444"/>
            <a:ext cx="6843091" cy="266120"/>
          </a:xfrm>
          <a:prstGeom prst="rect">
            <a:avLst/>
          </a:prstGeom>
          <a:noFill/>
          <a:ln/>
        </p:spPr>
        <p:txBody>
          <a:bodyPr wrap="square" lIns="0" tIns="0" rIns="0" bIns="0" rtlCol="0" anchor="t"/>
          <a:lstStyle/>
          <a:p>
            <a:pPr indent="0" marL="0">
              <a:buNone/>
            </a:pPr>
            <a:r>
              <a:rPr lang="en-US" sz="1294"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294" dirty="0"/>
          </a:p>
        </p:txBody>
      </p:sp>
      <p:sp>
        <p:nvSpPr>
          <p:cNvPr id="23" name="Obj [o65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11); documento de tesis, 04_arquitectura.tex (jerarquía de memoria).</a:t>
            </a:r>
            <a:endParaRPr lang="en-US" sz="800" dirty="0"/>
          </a:p>
        </p:txBody>
      </p:sp>
      <p:sp>
        <p:nvSpPr>
          <p:cNvPr id="24" name="Obj [o65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Sin SD, el diezmado define cuánto dura el registro, a costa de ancho de banda</a:t>
            </a:r>
            <a:endParaRPr lang="en-US" sz="1400" dirty="0"/>
          </a:p>
        </p:txBody>
      </p:sp>
      <p:graphicFrame>
        <p:nvGraphicFramePr>
          <p:cNvPr id="25" name="Obj [o660]" descr=""/>
          <p:cNvGraphicFramePr/>
          <p:nvPr/>
        </p:nvGraphicFramePr>
        <p:xfrm>
          <a:off x="365760" y="1595380"/>
          <a:ext cx="3573614" cy="2357065"/>
        </p:xfrm>
        <a:graphic xmlns:a="http://schemas.openxmlformats.org/drawingml/2006/main">
          <a:graphicData uri="http://schemas.openxmlformats.org/drawingml/2006/chart">
            <c:chart xmlns:c="http://schemas.openxmlformats.org/drawingml/2006/chart" r:id="rId4"/>
          </a:graphicData>
        </a:graphic>
      </p:graphicFrame>
      <p:sp>
        <p:nvSpPr>
          <p:cNvPr id="26" name="Obj [o661]"/>
          <p:cNvSpPr/>
          <p:nvPr/>
        </p:nvSpPr>
        <p:spPr>
          <a:xfrm>
            <a:off x="4091443" y="1595380"/>
            <a:ext cx="3193443" cy="722326"/>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662]"/>
              <p:cNvSpPr txBox="1"/>
              <p:nvPr/>
            </p:nvSpPr>
            <p:spPr>
              <a:xfrm>
                <a:off x="4091443" y="1595380"/>
                <a:ext cx="3193443" cy="722326"/>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700" i="1">
                              <a:latin typeface="Cambria Math" panose="02040503050406030204" pitchFamily="18" charset="0"/>
                            </a:rPr>
                          </m:ctrlPr>
                        </m:sSubPr>
                        <m:e>
                          <m:r>
                            <a:rPr lang="es-ES" sz="1700" i="1">
                              <a:solidFill>
                                <a:srgbClr val="1F4E79"/>
                              </a:solidFill>
                              <a:latin typeface="Cambria Math" panose="02040503050406030204" pitchFamily="18" charset="0"/>
                            </a:rPr>
                            <m:t xml:space="preserve">t</m:t>
                          </m:r>
                        </m:e>
                        <m:sub>
                          <m:r>
                            <m:rPr>
                              <m:sty m:val="p"/>
                            </m:rPr>
                            <a:rPr lang="es-ES" sz="1700">
                              <a:solidFill>
                                <a:srgbClr val="1F4E79"/>
                              </a:solidFill>
                              <a:latin typeface="Cambria Math" panose="02040503050406030204" pitchFamily="18" charset="0"/>
                            </a:rPr>
                            <m:t xml:space="preserve">max</m:t>
                          </m:r>
                        </m:sub>
                      </m:sSub>
                      <m:r>
                        <a:rPr lang="es-ES" sz="1700" i="1">
                          <a:solidFill>
                            <a:srgbClr val="1F4E79"/>
                          </a:solidFill>
                          <a:latin typeface="Cambria Math" panose="02040503050406030204" pitchFamily="18" charset="0"/>
                        </a:rPr>
                        <m:t xml:space="preserve">=</m:t>
                      </m:r>
                      <m:f>
                        <m:fPr>
                          <m:ctrlPr>
                            <a:rPr lang="es-ES" sz="1700" i="1">
                              <a:latin typeface="Cambria Math" panose="02040503050406030204" pitchFamily="18" charset="0"/>
                            </a:rPr>
                          </m:ctrlPr>
                        </m:fPr>
                        <m:num>
                          <m:r>
                            <a:rPr lang="es-ES" sz="1700" i="1">
                              <a:solidFill>
                                <a:srgbClr val="1F4E79"/>
                              </a:solidFill>
                              <a:latin typeface="Cambria Math" panose="02040503050406030204" pitchFamily="18" charset="0"/>
                            </a:rPr>
                            <m:t xml:space="preserve">512·30·D</m:t>
                          </m:r>
                        </m:num>
                        <m:den>
                          <m:r>
                            <a:rPr lang="es-ES" sz="1700" i="1">
                              <a:solidFill>
                                <a:srgbClr val="1F4E79"/>
                              </a:solidFill>
                              <a:latin typeface="Cambria Math" panose="02040503050406030204" pitchFamily="18" charset="0"/>
                            </a:rPr>
                            <m:t xml:space="preserve">2604 </m:t>
                          </m:r>
                          <m:r>
                            <m:rPr>
                              <m:sty m:val="p"/>
                            </m:rPr>
                            <a:rPr lang="es-ES" sz="1700">
                              <a:solidFill>
                                <a:srgbClr val="1F4E79"/>
                              </a:solidFill>
                              <a:latin typeface="Cambria Math" panose="02040503050406030204" pitchFamily="18" charset="0"/>
                            </a:rPr>
                            <m:t xml:space="preserve">Hz</m:t>
                          </m:r>
                        </m:den>
                      </m:f>
                      <m:r>
                        <a:rPr lang="es-ES" sz="1700" i="1">
                          <a:solidFill>
                            <a:srgbClr val="1F4E79"/>
                          </a:solidFill>
                          <a:latin typeface="Cambria Math" panose="02040503050406030204" pitchFamily="18" charset="0"/>
                        </a:rPr>
                        <m:t xml:space="preserve">≈5,9 </m:t>
                      </m:r>
                      <m:r>
                        <m:rPr>
                          <m:sty m:val="p"/>
                        </m:rPr>
                        <a:rPr lang="es-ES" sz="1700">
                          <a:solidFill>
                            <a:srgbClr val="1F4E79"/>
                          </a:solidFill>
                          <a:latin typeface="Cambria Math" panose="02040503050406030204" pitchFamily="18" charset="0"/>
                        </a:rPr>
                        <m:t xml:space="preserve">s</m:t>
                      </m:r>
                      <m:r>
                        <a:rPr lang="es-ES" sz="1700" i="1">
                          <a:solidFill>
                            <a:srgbClr val="1F4E79"/>
                          </a:solidFill>
                          <a:latin typeface="Cambria Math" panose="02040503050406030204" pitchFamily="18" charset="0"/>
                        </a:rPr>
                        <m:t xml:space="preserve">·D</m:t>
                      </m:r>
                    </m:oMath>
                  </m:oMathPara>
                </a14:m>
                <a:endParaRPr lang="es-ES"/>
              </a:p>
            </p:txBody>
          </p:sp>
        </mc:Choice>
        <mc:Fallback>
          <p:sp>
            <p:nvSpPr>
              <p:cNvPr id="27" name="Obj [o662]"/>
              <p:cNvSpPr txBox="1"/>
              <p:nvPr/>
            </p:nvSpPr>
            <p:spPr>
              <a:xfrm>
                <a:off x="4091443" y="1595380"/>
                <a:ext cx="3193443" cy="722326"/>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t_max = 512·30·D / 2604 Hz ≈ 5,9 s · D</a:t>
                </a:r>
                <a:endParaRPr lang="en-US" sz="2071" dirty="0"/>
              </a:p>
            </p:txBody>
          </p:sp>
        </mc:Fallback>
      </mc:AlternateContent>
      <p:sp>
        <p:nvSpPr>
          <p:cNvPr id="28" name="Obj [o663]"/>
          <p:cNvSpPr txBox="1"/>
          <p:nvPr/>
        </p:nvSpPr>
        <p:spPr>
          <a:xfrm>
            <a:off x="4091443" y="2431757"/>
            <a:ext cx="3193443" cy="1292584"/>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Las mismas 15 360 muestras cubren D veces más tiempo</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Pero el Nyquist baja a 1302/D Hz: duración y banda compiten</a:t>
            </a:r>
            <a:endParaRPr lang="en-US" sz="1122" dirty="0"/>
          </a:p>
        </p:txBody>
      </p:sp>
      <p:sp>
        <p:nvSpPr>
          <p:cNvPr id="29" name="Obj [o664]"/>
          <p:cNvSpPr txBox="1"/>
          <p:nvPr/>
        </p:nvSpPr>
        <p:spPr>
          <a:xfrm>
            <a:off x="441794" y="4028479"/>
            <a:ext cx="6843091" cy="228103"/>
          </a:xfrm>
          <a:prstGeom prst="rect">
            <a:avLst/>
          </a:prstGeom>
          <a:noFill/>
          <a:ln/>
        </p:spPr>
        <p:txBody>
          <a:bodyPr wrap="square" lIns="0" tIns="0" rIns="0" bIns="0" rtlCol="0" anchor="t"/>
          <a:lstStyle/>
          <a:p>
            <a:pPr indent="0" marL="0">
              <a:buNone/>
            </a:pPr>
            <a:r>
              <a:rPr lang="en-US" sz="949"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949" dirty="0"/>
          </a:p>
        </p:txBody>
      </p:sp>
      <p:sp>
        <p:nvSpPr>
          <p:cNvPr id="30" name="Obj [o66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f</m:t>
                        </m:r>
                      </m:e>
                      <m:sub>
                        <m:r>
                          <a:rPr lang="es-ES" sz="800" i="1">
                            <a:solidFill>
                              <a:srgbClr val="6B6B6B"/>
                            </a:solidFill>
                            <a:latin typeface="Cambria Math" panose="02040503050406030204" pitchFamily="18" charset="0"/>
                          </a:rPr>
                          <m:t xml:space="preserve">s</m:t>
                        </m:r>
                      </m:sub>
                    </m:sSub>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2604</m:t>
                    </m:r>
                  </m:oMath>
                </a14:m>
              </mc:Choice>
              <mc:Fallback>
                <a:r>
                  <a:rPr lang="en-US" sz="800" dirty="0">
                    <a:solidFill>
                      <a:srgbClr val="6B6B6B"/>
                    </a:solidFill>
                    <a:latin typeface="Arial" pitchFamily="34" charset="0"/>
                    <a:ea typeface="Arial" pitchFamily="34" charset="-122"/>
                    <a:cs typeface="Arial" pitchFamily="34" charset="-120"/>
                  </a:rPr>
                  <a:t>fs = 2604</a:t>
                </a:r>
              </mc:Fallback>
            </mc:AlternateContent>
            <a:r>
              <a:rPr lang="en-US" sz="800" dirty="0">
                <a:solidFill>
                  <a:srgbClr val="6B6B6B"/>
                </a:solidFill>
                <a:latin typeface="Arial" pitchFamily="34" charset="0"/>
                <a:ea typeface="Arial" pitchFamily="34" charset="-122"/>
                <a:cs typeface="Arial" pitchFamily="34" charset="-120"/>
              </a:rPr>
              <a:t> Hz; documento de tesis, 04_arquitectura.tex.</a:t>
            </a:r>
            <a:endParaRPr lang="en-US" sz="800" dirty="0"/>
          </a:p>
        </p:txBody>
      </p:sp>
      <p:sp>
        <p:nvSpPr>
          <p:cNvPr id="32" name="Obj [o66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registro guarda sus metadatos y su integridad, y el original permanece en el nodo</a:t>
            </a:r>
            <a:endParaRPr lang="en-US" sz="1400" dirty="0"/>
          </a:p>
        </p:txBody>
      </p:sp>
      <p:sp>
        <p:nvSpPr>
          <p:cNvPr id="33" name="Obj [o667]"/>
          <p:cNvSpPr/>
          <p:nvPr/>
        </p:nvSpPr>
        <p:spPr>
          <a:xfrm>
            <a:off x="441794" y="1557362"/>
            <a:ext cx="3345511" cy="342155"/>
          </a:xfrm>
          <a:prstGeom prst="rect">
            <a:avLst/>
          </a:prstGeom>
          <a:solidFill>
            <a:srgbClr val="1F4E79"/>
          </a:solidFill>
          <a:ln w="6350">
            <a:solidFill>
              <a:srgbClr val="1F4E79"/>
            </a:solidFill>
            <a:prstDash val="solid"/>
          </a:ln>
        </p:spPr>
      </p:sp>
      <p:sp>
        <p:nvSpPr>
          <p:cNvPr id="34" name="Obj [o668]"/>
          <p:cNvSpPr txBox="1"/>
          <p:nvPr/>
        </p:nvSpPr>
        <p:spPr>
          <a:xfrm>
            <a:off x="47981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Metadatos del registro</a:t>
            </a:r>
            <a:endParaRPr lang="en-US" sz="1208" dirty="0"/>
          </a:p>
        </p:txBody>
      </p:sp>
      <p:sp>
        <p:nvSpPr>
          <p:cNvPr id="35" name="Obj [o669]"/>
          <p:cNvSpPr/>
          <p:nvPr/>
        </p:nvSpPr>
        <p:spPr>
          <a:xfrm>
            <a:off x="441794" y="1899517"/>
            <a:ext cx="3345511" cy="1748790"/>
          </a:xfrm>
          <a:prstGeom prst="rect">
            <a:avLst/>
          </a:prstGeom>
          <a:solidFill>
            <a:srgbClr val="FFFFFF"/>
          </a:solidFill>
          <a:ln w="15840">
            <a:solidFill>
              <a:srgbClr val="1F4E79"/>
            </a:solidFill>
            <a:prstDash val="solid"/>
          </a:ln>
        </p:spPr>
      </p:sp>
      <p:sp>
        <p:nvSpPr>
          <p:cNvPr id="36" name="Obj [o670]"/>
          <p:cNvSpPr txBox="1"/>
          <p:nvPr/>
        </p:nvSpPr>
        <p:spPr>
          <a:xfrm>
            <a:off x="53303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Identificador y posición del nodo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Frecuencia de muestreo y factor D</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Rango del ADC, ganancia y ruta de señal</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Estado del ajuste de offset</a:t>
            </a:r>
            <a:endParaRPr lang="en-US" sz="1294" dirty="0"/>
          </a:p>
        </p:txBody>
      </p:sp>
      <p:sp>
        <p:nvSpPr>
          <p:cNvPr id="37" name="Obj [o671]"/>
          <p:cNvSpPr/>
          <p:nvPr/>
        </p:nvSpPr>
        <p:spPr>
          <a:xfrm>
            <a:off x="3939374" y="1557362"/>
            <a:ext cx="3345511" cy="342155"/>
          </a:xfrm>
          <a:prstGeom prst="rect">
            <a:avLst/>
          </a:prstGeom>
          <a:solidFill>
            <a:srgbClr val="2E75B6"/>
          </a:solidFill>
          <a:ln w="6350">
            <a:solidFill>
              <a:srgbClr val="2E75B6"/>
            </a:solidFill>
            <a:prstDash val="solid"/>
          </a:ln>
        </p:spPr>
      </p:sp>
      <p:sp>
        <p:nvSpPr>
          <p:cNvPr id="38" name="Obj [o672]"/>
          <p:cNvSpPr txBox="1"/>
          <p:nvPr/>
        </p:nvSpPr>
        <p:spPr>
          <a:xfrm>
            <a:off x="397739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Integridad</a:t>
            </a:r>
            <a:endParaRPr lang="en-US" sz="1208" dirty="0"/>
          </a:p>
        </p:txBody>
      </p:sp>
      <p:sp>
        <p:nvSpPr>
          <p:cNvPr id="39" name="Obj [o673]"/>
          <p:cNvSpPr/>
          <p:nvPr/>
        </p:nvSpPr>
        <p:spPr>
          <a:xfrm>
            <a:off x="3939374" y="1899517"/>
            <a:ext cx="3345511" cy="1748790"/>
          </a:xfrm>
          <a:prstGeom prst="rect">
            <a:avLst/>
          </a:prstGeom>
          <a:solidFill>
            <a:srgbClr val="FFFFFF"/>
          </a:solidFill>
          <a:ln w="15840">
            <a:solidFill>
              <a:srgbClr val="2E75B6"/>
            </a:solidFill>
            <a:prstDash val="solid"/>
          </a:ln>
        </p:spPr>
      </p:sp>
      <p:sp>
        <p:nvSpPr>
          <p:cNvPr id="40" name="Obj [o674]"/>
          <p:cNvSpPr txBox="1"/>
          <p:nvPr/>
        </p:nvSpPr>
        <p:spPr>
          <a:xfrm>
            <a:off x="403061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Versión y CRC</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Indicadores de desbordamiento o de cierre incompleto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Verificación en el servidor sin modificar el original</a:t>
            </a:r>
            <a:endParaRPr lang="en-US" sz="1294" dirty="0"/>
          </a:p>
        </p:txBody>
      </p:sp>
      <p:sp>
        <p:nvSpPr>
          <p:cNvPr id="41" name="Obj [o675]"/>
          <p:cNvSpPr/>
          <p:nvPr/>
        </p:nvSpPr>
        <p:spPr>
          <a:xfrm>
            <a:off x="441794" y="3838393"/>
            <a:ext cx="1976893" cy="418189"/>
          </a:xfrm>
          <a:prstGeom prst="roundRect">
            <a:avLst>
              <a:gd name="adj" fmla="val 17493"/>
            </a:avLst>
          </a:prstGeom>
          <a:solidFill>
            <a:srgbClr val="1F4E79"/>
          </a:solidFill>
          <a:ln w="6350">
            <a:solidFill>
              <a:srgbClr val="1F4E79"/>
            </a:solidFill>
            <a:prstDash val="solid"/>
          </a:ln>
        </p:spPr>
      </p:sp>
      <p:sp>
        <p:nvSpPr>
          <p:cNvPr id="42" name="Obj [o676]"/>
          <p:cNvSpPr txBox="1"/>
          <p:nvPr/>
        </p:nvSpPr>
        <p:spPr>
          <a:xfrm>
            <a:off x="441794"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Se guarda en el nodo</a:t>
            </a:r>
            <a:endParaRPr lang="en-US" sz="1122" dirty="0"/>
          </a:p>
        </p:txBody>
      </p:sp>
      <p:sp>
        <p:nvSpPr>
          <p:cNvPr id="43" name="Obj [o677]"/>
          <p:cNvSpPr/>
          <p:nvPr/>
        </p:nvSpPr>
        <p:spPr>
          <a:xfrm>
            <a:off x="2874893" y="3838393"/>
            <a:ext cx="1976893" cy="418189"/>
          </a:xfrm>
          <a:prstGeom prst="roundRect">
            <a:avLst>
              <a:gd name="adj" fmla="val 17493"/>
            </a:avLst>
          </a:prstGeom>
          <a:solidFill>
            <a:srgbClr val="2E75B6"/>
          </a:solidFill>
          <a:ln w="6350">
            <a:solidFill>
              <a:srgbClr val="2E75B6"/>
            </a:solidFill>
            <a:prstDash val="solid"/>
          </a:ln>
        </p:spPr>
      </p:sp>
      <p:sp>
        <p:nvSpPr>
          <p:cNvPr id="44" name="Obj [o678]"/>
          <p:cNvSpPr txBox="1"/>
          <p:nvPr/>
        </p:nvSpPr>
        <p:spPr>
          <a:xfrm>
            <a:off x="28748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Lotes numerados</a:t>
            </a:r>
            <a:endParaRPr lang="en-US" sz="1122" dirty="0"/>
          </a:p>
        </p:txBody>
      </p:sp>
      <p:sp>
        <p:nvSpPr>
          <p:cNvPr id="45" name="Obj [o679]"/>
          <p:cNvSpPr/>
          <p:nvPr/>
        </p:nvSpPr>
        <p:spPr>
          <a:xfrm>
            <a:off x="5307993" y="3838393"/>
            <a:ext cx="1976893" cy="418189"/>
          </a:xfrm>
          <a:prstGeom prst="roundRect">
            <a:avLst>
              <a:gd name="adj" fmla="val 17493"/>
            </a:avLst>
          </a:prstGeom>
          <a:solidFill>
            <a:srgbClr val="C55A11"/>
          </a:solidFill>
          <a:ln w="6350">
            <a:solidFill>
              <a:srgbClr val="C55A11"/>
            </a:solidFill>
            <a:prstDash val="solid"/>
          </a:ln>
        </p:spPr>
      </p:sp>
      <p:sp>
        <p:nvSpPr>
          <p:cNvPr id="46" name="Obj [o680]"/>
          <p:cNvSpPr txBox="1"/>
          <p:nvPr/>
        </p:nvSpPr>
        <p:spPr>
          <a:xfrm>
            <a:off x="53079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Reintento si hay pérdida</a:t>
            </a:r>
            <a:endParaRPr lang="en-US" sz="1122" dirty="0"/>
          </a:p>
        </p:txBody>
      </p:sp>
      <p:sp>
        <p:nvSpPr>
          <p:cNvPr id="47" name="Obj [o681]"/>
          <p:cNvSpPr/>
          <p:nvPr/>
        </p:nvSpPr>
        <p:spPr>
          <a:xfrm>
            <a:off x="2433894" y="4051289"/>
            <a:ext cx="425792" cy="0"/>
          </a:xfrm>
          <a:prstGeom prst="line">
            <a:avLst/>
          </a:prstGeom>
          <a:noFill/>
          <a:ln w="26401">
            <a:solidFill>
              <a:srgbClr val="1F4E79"/>
            </a:solidFill>
            <a:prstDash val="solid"/>
            <a:tailEnd type="triangle"/>
          </a:ln>
        </p:spPr>
      </p:sp>
      <p:sp>
        <p:nvSpPr>
          <p:cNvPr id="48" name="Obj [o682]"/>
          <p:cNvSpPr/>
          <p:nvPr/>
        </p:nvSpPr>
        <p:spPr>
          <a:xfrm>
            <a:off x="4866993" y="4051289"/>
            <a:ext cx="425792" cy="0"/>
          </a:xfrm>
          <a:prstGeom prst="line">
            <a:avLst/>
          </a:prstGeom>
          <a:noFill/>
          <a:ln w="26401">
            <a:solidFill>
              <a:srgbClr val="1F4E79"/>
            </a:solidFill>
            <a:prstDash val="solid"/>
            <a:tailEnd type="triangle"/>
          </a:ln>
        </p:spPr>
      </p:sp>
      <p:sp>
        <p:nvSpPr>
          <p:cNvPr id="49" name="Obj [o68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a 4.8 (metadatos, lotes, integridad); documento de tesis, 04_arquitectura.tex.</a:t>
            </a:r>
            <a:endParaRPr lang="en-US" sz="800" dirty="0"/>
          </a:p>
        </p:txBody>
      </p:sp>
      <p:sp>
        <p:nvSpPr>
          <p:cNvPr id="5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22" presetClass="entr" presetSubtype="8" fill="hold" nodeType="withEffect">
                                  <p:stCondLst>
                                    <p:cond delay="17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50"/>
                                        <p:tgtEl>
                                          <p:spTgt spid="5"/>
                                        </p:tgtEl>
                                      </p:cBhvr>
                                    </p:animEffect>
                                  </p:childTnLst>
                                </p:cTn>
                              </p:par>
                              <p:par>
                                <p:cTn id="14" presetID="22" presetClass="entr" presetSubtype="8" fill="hold" nodeType="withEffect">
                                  <p:stCondLst>
                                    <p:cond delay="205"/>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50"/>
                                        <p:tgtEl>
                                          <p:spTgt spid="7"/>
                                        </p:tgtEl>
                                      </p:cBhvr>
                                    </p:animEffect>
                                  </p:childTnLst>
                                </p:cTn>
                              </p:par>
                              <p:par>
                                <p:cTn id="17" presetID="10" presetClass="entr" presetSubtype="0" grpId="0" fill="hold" nodeType="withEffect">
                                  <p:stCondLst>
                                    <p:cond delay="24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225"/>
                                        <p:tgtEl>
                                          <p:spTgt spid="8">
                                            <p:txEl>
                                              <p:pRg st="0" end="0"/>
                                            </p:txEl>
                                          </p:spTgt>
                                        </p:tgtEl>
                                      </p:cBhvr>
                                    </p:animEffect>
                                  </p:childTnLst>
                                </p:cTn>
                              </p:par>
                              <p:par>
                                <p:cTn id="20" presetID="10" presetClass="entr" presetSubtype="0" grpId="0" fill="hold" nodeType="withEffect">
                                  <p:stCondLst>
                                    <p:cond delay="43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fade">
                                      <p:cBhvr>
                                        <p:cTn id="22" dur="225"/>
                                        <p:tgtEl>
                                          <p:spTgt spid="8">
                                            <p:txEl>
                                              <p:pRg st="1" end="1"/>
                                            </p:txEl>
                                          </p:spTgt>
                                        </p:tgtEl>
                                      </p:cBhvr>
                                    </p:animEffect>
                                  </p:childTnLst>
                                </p:cTn>
                              </p:par>
                              <p:par>
                                <p:cTn id="23" presetID="10" presetClass="entr" presetSubtype="0" grpId="0" fill="hold" nodeType="withEffect">
                                  <p:stCondLst>
                                    <p:cond delay="62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225"/>
                                        <p:tgtEl>
                                          <p:spTgt spid="8">
                                            <p:txEl>
                                              <p:pRg st="2" end="2"/>
                                            </p:txEl>
                                          </p:spTgt>
                                        </p:tgtEl>
                                      </p:cBhvr>
                                    </p:animEffect>
                                  </p:childTnLst>
                                </p:cTn>
                              </p:par>
                              <p:par>
                                <p:cTn id="26" presetID="22" presetClass="entr" presetSubtype="8" fill="hold" nodeType="withEffect">
                                  <p:stCondLst>
                                    <p:cond delay="275"/>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250"/>
                                        <p:tgtEl>
                                          <p:spTgt spid="6"/>
                                        </p:tgtEl>
                                      </p:cBhvr>
                                    </p:animEffect>
                                  </p:childTnLst>
                                </p:cTn>
                              </p:par>
                              <p:par>
                                <p:cTn id="29" presetID="10" presetClass="entr" presetSubtype="0" fill="hold" nodeType="withEffect">
                                  <p:stCondLst>
                                    <p:cond delay="2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25"/>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175"/>
                                        <p:tgtEl>
                                          <p:spTgt spid="3"/>
                                        </p:tgtEl>
                                      </p:cBhvr>
                                    </p:animEffect>
                                    <p:set>
                                      <p:cBhvr>
                                        <p:cTn id="36" dur="1" fill="hold">
                                          <p:stCondLst>
                                            <p:cond delay="174"/>
                                          </p:stCondLst>
                                        </p:cTn>
                                        <p:tgtEl>
                                          <p:spTgt spid="3"/>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175"/>
                                        <p:tgtEl>
                                          <p:spTgt spid="4"/>
                                        </p:tgtEl>
                                      </p:cBhvr>
                                    </p:animEffect>
                                    <p:set>
                                      <p:cBhvr>
                                        <p:cTn id="39" dur="1" fill="hold">
                                          <p:stCondLst>
                                            <p:cond delay="174"/>
                                          </p:stCondLst>
                                        </p:cTn>
                                        <p:tgtEl>
                                          <p:spTgt spid="4"/>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175"/>
                                        <p:tgtEl>
                                          <p:spTgt spid="5"/>
                                        </p:tgtEl>
                                      </p:cBhvr>
                                    </p:animEffect>
                                    <p:set>
                                      <p:cBhvr>
                                        <p:cTn id="42" dur="1" fill="hold">
                                          <p:stCondLst>
                                            <p:cond delay="174"/>
                                          </p:stCondLst>
                                        </p:cTn>
                                        <p:tgtEl>
                                          <p:spTgt spid="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175"/>
                                        <p:tgtEl>
                                          <p:spTgt spid="6"/>
                                        </p:tgtEl>
                                      </p:cBhvr>
                                    </p:animEffect>
                                    <p:set>
                                      <p:cBhvr>
                                        <p:cTn id="45" dur="1" fill="hold">
                                          <p:stCondLst>
                                            <p:cond delay="174"/>
                                          </p:stCondLst>
                                        </p:cTn>
                                        <p:tgtEl>
                                          <p:spTgt spid="6"/>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175"/>
                                        <p:tgtEl>
                                          <p:spTgt spid="7"/>
                                        </p:tgtEl>
                                      </p:cBhvr>
                                    </p:animEffect>
                                    <p:set>
                                      <p:cBhvr>
                                        <p:cTn id="48" dur="1" fill="hold">
                                          <p:stCondLst>
                                            <p:cond delay="174"/>
                                          </p:stCondLst>
                                        </p:cTn>
                                        <p:tgtEl>
                                          <p:spTgt spid="7"/>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175"/>
                                        <p:tgtEl>
                                          <p:spTgt spid="8">
                                            <p:txEl>
                                              <p:pRg st="0" end="0"/>
                                            </p:txEl>
                                          </p:spTgt>
                                        </p:tgtEl>
                                      </p:cBhvr>
                                    </p:animEffect>
                                    <p:set>
                                      <p:cBhvr>
                                        <p:cTn id="51" dur="1" fill="hold">
                                          <p:stCondLst>
                                            <p:cond delay="174"/>
                                          </p:stCondLst>
                                        </p:cTn>
                                        <p:tgtEl>
                                          <p:spTgt spid="8">
                                            <p:txEl>
                                              <p:pRg st="0" end="0"/>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175"/>
                                        <p:tgtEl>
                                          <p:spTgt spid="8">
                                            <p:txEl>
                                              <p:pRg st="1" end="1"/>
                                            </p:txEl>
                                          </p:spTgt>
                                        </p:tgtEl>
                                      </p:cBhvr>
                                    </p:animEffect>
                                    <p:set>
                                      <p:cBhvr>
                                        <p:cTn id="54" dur="1" fill="hold">
                                          <p:stCondLst>
                                            <p:cond delay="174"/>
                                          </p:stCondLst>
                                        </p:cTn>
                                        <p:tgtEl>
                                          <p:spTgt spid="8">
                                            <p:txEl>
                                              <p:pRg st="1" end="1"/>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175"/>
                                        <p:tgtEl>
                                          <p:spTgt spid="8">
                                            <p:txEl>
                                              <p:pRg st="2" end="2"/>
                                            </p:txEl>
                                          </p:spTgt>
                                        </p:tgtEl>
                                      </p:cBhvr>
                                    </p:animEffect>
                                    <p:set>
                                      <p:cBhvr>
                                        <p:cTn id="57" dur="1" fill="hold">
                                          <p:stCondLst>
                                            <p:cond delay="174"/>
                                          </p:stCondLst>
                                        </p:cTn>
                                        <p:tgtEl>
                                          <p:spTgt spid="8">
                                            <p:txEl>
                                              <p:pRg st="2" end="2"/>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175"/>
                                        <p:tgtEl>
                                          <p:spTgt spid="9"/>
                                        </p:tgtEl>
                                      </p:cBhvr>
                                    </p:animEffect>
                                    <p:set>
                                      <p:cBhvr>
                                        <p:cTn id="60" dur="1" fill="hold">
                                          <p:stCondLst>
                                            <p:cond delay="174"/>
                                          </p:stCondLst>
                                        </p:cTn>
                                        <p:tgtEl>
                                          <p:spTgt spid="9"/>
                                        </p:tgtEl>
                                        <p:attrNameLst>
                                          <p:attrName>style.visibility</p:attrName>
                                        </p:attrNameLst>
                                      </p:cBhvr>
                                      <p:to>
                                        <p:strVal val="hidden"/>
                                      </p:to>
                                    </p:set>
                                  </p:childTnLst>
                                </p:cTn>
                              </p:par>
                              <p:par>
                                <p:cTn id="61" presetID="10" presetClass="entr" presetSubtype="0" fill="hold" nodeType="withEffect">
                                  <p:stCondLst>
                                    <p:cond delay="225"/>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225"/>
                                        <p:tgtEl>
                                          <p:spTgt spid="10"/>
                                        </p:tgtEl>
                                      </p:cBhvr>
                                    </p:animEffect>
                                  </p:childTnLst>
                                </p:cTn>
                              </p:par>
                              <p:par>
                                <p:cTn id="64" presetID="53" presetClass="entr" presetSubtype="16" fill="hold" nodeType="withEffect">
                                  <p:stCondLst>
                                    <p:cond delay="260"/>
                                  </p:stCondLst>
                                  <p:childTnLst>
                                    <p:set>
                                      <p:cBhvr>
                                        <p:cTn id="65" dur="1" fill="hold">
                                          <p:stCondLst>
                                            <p:cond delay="0"/>
                                          </p:stCondLst>
                                        </p:cTn>
                                        <p:tgtEl>
                                          <p:spTgt spid="11"/>
                                        </p:tgtEl>
                                        <p:attrNameLst>
                                          <p:attrName>style.visibility</p:attrName>
                                        </p:attrNameLst>
                                      </p:cBhvr>
                                      <p:to>
                                        <p:strVal val="visible"/>
                                      </p:to>
                                    </p:set>
                                    <p:anim calcmode="lin" valueType="num">
                                      <p:cBhvr>
                                        <p:cTn id="66" dur="300" fill="hold"/>
                                        <p:tgtEl>
                                          <p:spTgt spid="11"/>
                                        </p:tgtEl>
                                        <p:attrNameLst>
                                          <p:attrName>ppt_w</p:attrName>
                                        </p:attrNameLst>
                                      </p:cBhvr>
                                      <p:tavLst>
                                        <p:tav tm="0">
                                          <p:val>
                                            <p:fltVal val="0"/>
                                          </p:val>
                                        </p:tav>
                                        <p:tav tm="100000">
                                          <p:val>
                                            <p:strVal val="#ppt_w"/>
                                          </p:val>
                                        </p:tav>
                                      </p:tavLst>
                                    </p:anim>
                                    <p:anim calcmode="lin" valueType="num">
                                      <p:cBhvr>
                                        <p:cTn id="67" dur="300" fill="hold"/>
                                        <p:tgtEl>
                                          <p:spTgt spid="11"/>
                                        </p:tgtEl>
                                        <p:attrNameLst>
                                          <p:attrName>ppt_h</p:attrName>
                                        </p:attrNameLst>
                                      </p:cBhvr>
                                      <p:tavLst>
                                        <p:tav tm="0">
                                          <p:val>
                                            <p:fltVal val="0"/>
                                          </p:val>
                                        </p:tav>
                                        <p:tav tm="100000">
                                          <p:val>
                                            <p:strVal val="#ppt_h"/>
                                          </p:val>
                                        </p:tav>
                                      </p:tavLst>
                                    </p:anim>
                                    <p:animEffect transition="in" filter="fade">
                                      <p:cBhvr>
                                        <p:cTn id="68" dur="300"/>
                                        <p:tgtEl>
                                          <p:spTgt spid="11"/>
                                        </p:tgtEl>
                                      </p:cBhvr>
                                    </p:animEffect>
                                  </p:childTnLst>
                                </p:cTn>
                              </p:par>
                              <p:par>
                                <p:cTn id="69" presetID="10" presetClass="entr" presetSubtype="0" fill="hold" nodeType="withEffect">
                                  <p:stCondLst>
                                    <p:cond delay="295"/>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225"/>
                                        <p:tgtEl>
                                          <p:spTgt spid="12"/>
                                        </p:tgtEl>
                                      </p:cBhvr>
                                    </p:animEffect>
                                  </p:childTnLst>
                                </p:cTn>
                              </p:par>
                              <p:par>
                                <p:cTn id="72" presetID="22" presetClass="entr" presetSubtype="4" fill="hold" nodeType="withEffect">
                                  <p:stCondLst>
                                    <p:cond delay="295"/>
                                  </p:stCondLst>
                                  <p:childTnLst>
                                    <p:set>
                                      <p:cBhvr>
                                        <p:cTn id="73" dur="1" fill="hold">
                                          <p:stCondLst>
                                            <p:cond delay="0"/>
                                          </p:stCondLst>
                                        </p:cTn>
                                        <p:tgtEl>
                                          <p:spTgt spid="13"/>
                                        </p:tgtEl>
                                        <p:attrNameLst>
                                          <p:attrName>style.visibility</p:attrName>
                                        </p:attrNameLst>
                                      </p:cBhvr>
                                      <p:to>
                                        <p:strVal val="visible"/>
                                      </p:to>
                                    </p:set>
                                    <p:animEffect transition="in" filter="wipe(down)">
                                      <p:cBhvr>
                                        <p:cTn id="74" dur="250"/>
                                        <p:tgtEl>
                                          <p:spTgt spid="13"/>
                                        </p:tgtEl>
                                      </p:cBhvr>
                                    </p:animEffect>
                                  </p:childTnLst>
                                </p:cTn>
                              </p:par>
                              <p:par>
                                <p:cTn id="75" presetID="10" presetClass="entr" presetSubtype="0" grpId="0" fill="hold" nodeType="withEffect">
                                  <p:stCondLst>
                                    <p:cond delay="330"/>
                                  </p:stCondLst>
                                  <p:childTnLst>
                                    <p:set>
                                      <p:cBhvr>
                                        <p:cTn id="76" dur="1" fill="hold">
                                          <p:stCondLst>
                                            <p:cond delay="0"/>
                                          </p:stCondLst>
                                        </p:cTn>
                                        <p:tgtEl>
                                          <p:spTgt spid="14">
                                            <p:txEl>
                                              <p:pRg st="0" end="0"/>
                                            </p:txEl>
                                          </p:spTgt>
                                        </p:tgtEl>
                                        <p:attrNameLst>
                                          <p:attrName>style.visibility</p:attrName>
                                        </p:attrNameLst>
                                      </p:cBhvr>
                                      <p:to>
                                        <p:strVal val="visible"/>
                                      </p:to>
                                    </p:set>
                                    <p:animEffect transition="in" filter="fade">
                                      <p:cBhvr>
                                        <p:cTn id="77" dur="225"/>
                                        <p:tgtEl>
                                          <p:spTgt spid="14">
                                            <p:txEl>
                                              <p:pRg st="0" end="0"/>
                                            </p:txEl>
                                          </p:spTgt>
                                        </p:tgtEl>
                                      </p:cBhvr>
                                    </p:animEffect>
                                  </p:childTnLst>
                                </p:cTn>
                              </p:par>
                              <p:par>
                                <p:cTn id="78" presetID="10" presetClass="entr" presetSubtype="0" grpId="0" fill="hold" nodeType="withEffect">
                                  <p:stCondLst>
                                    <p:cond delay="520"/>
                                  </p:stCondLst>
                                  <p:childTnLst>
                                    <p:set>
                                      <p:cBhvr>
                                        <p:cTn id="79" dur="1" fill="hold">
                                          <p:stCondLst>
                                            <p:cond delay="0"/>
                                          </p:stCondLst>
                                        </p:cTn>
                                        <p:tgtEl>
                                          <p:spTgt spid="14">
                                            <p:txEl>
                                              <p:pRg st="1" end="1"/>
                                            </p:txEl>
                                          </p:spTgt>
                                        </p:tgtEl>
                                        <p:attrNameLst>
                                          <p:attrName>style.visibility</p:attrName>
                                        </p:attrNameLst>
                                      </p:cBhvr>
                                      <p:to>
                                        <p:strVal val="visible"/>
                                      </p:to>
                                    </p:set>
                                    <p:animEffect transition="in" filter="fade">
                                      <p:cBhvr>
                                        <p:cTn id="80" dur="225"/>
                                        <p:tgtEl>
                                          <p:spTgt spid="14">
                                            <p:txEl>
                                              <p:pRg st="1" end="1"/>
                                            </p:txEl>
                                          </p:spTgt>
                                        </p:tgtEl>
                                      </p:cBhvr>
                                    </p:animEffect>
                                  </p:childTnLst>
                                </p:cTn>
                              </p:par>
                              <p:par>
                                <p:cTn id="81" presetID="10" presetClass="entr" presetSubtype="0" grpId="0" fill="hold" nodeType="withEffect">
                                  <p:stCondLst>
                                    <p:cond delay="710"/>
                                  </p:stCondLst>
                                  <p:childTnLst>
                                    <p:set>
                                      <p:cBhvr>
                                        <p:cTn id="82" dur="1" fill="hold">
                                          <p:stCondLst>
                                            <p:cond delay="0"/>
                                          </p:stCondLst>
                                        </p:cTn>
                                        <p:tgtEl>
                                          <p:spTgt spid="14">
                                            <p:txEl>
                                              <p:pRg st="2" end="2"/>
                                            </p:txEl>
                                          </p:spTgt>
                                        </p:tgtEl>
                                        <p:attrNameLst>
                                          <p:attrName>style.visibility</p:attrName>
                                        </p:attrNameLst>
                                      </p:cBhvr>
                                      <p:to>
                                        <p:strVal val="visible"/>
                                      </p:to>
                                    </p:set>
                                    <p:animEffect transition="in" filter="fade">
                                      <p:cBhvr>
                                        <p:cTn id="83" dur="225"/>
                                        <p:tgtEl>
                                          <p:spTgt spid="14">
                                            <p:txEl>
                                              <p:pRg st="2" end="2"/>
                                            </p:txEl>
                                          </p:spTgt>
                                        </p:tgtEl>
                                      </p:cBhvr>
                                    </p:animEffect>
                                  </p:childTnLst>
                                </p:cTn>
                              </p:par>
                              <p:par>
                                <p:cTn id="84" presetID="22" presetClass="entr" presetSubtype="4" fill="hold" nodeType="withEffect">
                                  <p:stCondLst>
                                    <p:cond delay="365"/>
                                  </p:stCondLst>
                                  <p:childTnLst>
                                    <p:set>
                                      <p:cBhvr>
                                        <p:cTn id="85" dur="1" fill="hold">
                                          <p:stCondLst>
                                            <p:cond delay="0"/>
                                          </p:stCondLst>
                                        </p:cTn>
                                        <p:tgtEl>
                                          <p:spTgt spid="15"/>
                                        </p:tgtEl>
                                        <p:attrNameLst>
                                          <p:attrName>style.visibility</p:attrName>
                                        </p:attrNameLst>
                                      </p:cBhvr>
                                      <p:to>
                                        <p:strVal val="visible"/>
                                      </p:to>
                                    </p:set>
                                    <p:animEffect transition="in" filter="wipe(down)">
                                      <p:cBhvr>
                                        <p:cTn id="86" dur="250"/>
                                        <p:tgtEl>
                                          <p:spTgt spid="15"/>
                                        </p:tgtEl>
                                      </p:cBhvr>
                                    </p:animEffect>
                                  </p:childTnLst>
                                </p:cTn>
                              </p:par>
                              <p:par>
                                <p:cTn id="87" presetID="10" presetClass="entr" presetSubtype="0" fill="hold" nodeType="withEffect">
                                  <p:stCondLst>
                                    <p:cond delay="29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225"/>
                                        <p:tgtEl>
                                          <p:spTgt spid="1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nodeType="clickEffect">
                                  <p:stCondLst>
                                    <p:cond delay="0"/>
                                  </p:stCondLst>
                                  <p:childTnLst>
                                    <p:animEffect transition="out" filter="fade">
                                      <p:cBhvr>
                                        <p:cTn id="93" dur="175"/>
                                        <p:tgtEl>
                                          <p:spTgt spid="10"/>
                                        </p:tgtEl>
                                      </p:cBhvr>
                                    </p:animEffect>
                                    <p:set>
                                      <p:cBhvr>
                                        <p:cTn id="94" dur="1" fill="hold">
                                          <p:stCondLst>
                                            <p:cond delay="174"/>
                                          </p:stCondLst>
                                        </p:cTn>
                                        <p:tgtEl>
                                          <p:spTgt spid="10"/>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175"/>
                                        <p:tgtEl>
                                          <p:spTgt spid="12"/>
                                        </p:tgtEl>
                                      </p:cBhvr>
                                    </p:animEffect>
                                    <p:set>
                                      <p:cBhvr>
                                        <p:cTn id="97" dur="1" fill="hold">
                                          <p:stCondLst>
                                            <p:cond delay="174"/>
                                          </p:stCondLst>
                                        </p:cTn>
                                        <p:tgtEl>
                                          <p:spTgt spid="12"/>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175"/>
                                        <p:tgtEl>
                                          <p:spTgt spid="13"/>
                                        </p:tgtEl>
                                      </p:cBhvr>
                                    </p:animEffect>
                                    <p:set>
                                      <p:cBhvr>
                                        <p:cTn id="100" dur="1" fill="hold">
                                          <p:stCondLst>
                                            <p:cond delay="174"/>
                                          </p:stCondLst>
                                        </p:cTn>
                                        <p:tgtEl>
                                          <p:spTgt spid="13"/>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175"/>
                                        <p:tgtEl>
                                          <p:spTgt spid="14">
                                            <p:txEl>
                                              <p:pRg st="0" end="0"/>
                                            </p:txEl>
                                          </p:spTgt>
                                        </p:tgtEl>
                                      </p:cBhvr>
                                    </p:animEffect>
                                    <p:set>
                                      <p:cBhvr>
                                        <p:cTn id="103" dur="1" fill="hold">
                                          <p:stCondLst>
                                            <p:cond delay="174"/>
                                          </p:stCondLst>
                                        </p:cTn>
                                        <p:tgtEl>
                                          <p:spTgt spid="14">
                                            <p:txEl>
                                              <p:pRg st="0" end="0"/>
                                            </p:txEl>
                                          </p:spTgt>
                                        </p:tgtEl>
                                        <p:attrNameLst>
                                          <p:attrName>style.visibility</p:attrName>
                                        </p:attrNameLst>
                                      </p:cBhvr>
                                      <p:to>
                                        <p:strVal val="hidden"/>
                                      </p:to>
                                    </p:set>
                                  </p:childTnLst>
                                </p:cTn>
                              </p:par>
                              <p:par>
                                <p:cTn id="104" presetID="10" presetClass="exit" presetSubtype="0" grpId="0" fill="hold" nodeType="withEffect">
                                  <p:stCondLst>
                                    <p:cond delay="0"/>
                                  </p:stCondLst>
                                  <p:childTnLst>
                                    <p:animEffect transition="out" filter="fade">
                                      <p:cBhvr>
                                        <p:cTn id="105" dur="175"/>
                                        <p:tgtEl>
                                          <p:spTgt spid="14">
                                            <p:txEl>
                                              <p:pRg st="1" end="1"/>
                                            </p:txEl>
                                          </p:spTgt>
                                        </p:tgtEl>
                                      </p:cBhvr>
                                    </p:animEffect>
                                    <p:set>
                                      <p:cBhvr>
                                        <p:cTn id="106" dur="1" fill="hold">
                                          <p:stCondLst>
                                            <p:cond delay="174"/>
                                          </p:stCondLst>
                                        </p:cTn>
                                        <p:tgtEl>
                                          <p:spTgt spid="14">
                                            <p:txEl>
                                              <p:pRg st="1" end="1"/>
                                            </p:txEl>
                                          </p:spTgt>
                                        </p:tgtEl>
                                        <p:attrNameLst>
                                          <p:attrName>style.visibility</p:attrName>
                                        </p:attrNameLst>
                                      </p:cBhvr>
                                      <p:to>
                                        <p:strVal val="hidden"/>
                                      </p:to>
                                    </p:set>
                                  </p:childTnLst>
                                </p:cTn>
                              </p:par>
                              <p:par>
                                <p:cTn id="107" presetID="10" presetClass="exit" presetSubtype="0" grpId="0" fill="hold" nodeType="withEffect">
                                  <p:stCondLst>
                                    <p:cond delay="0"/>
                                  </p:stCondLst>
                                  <p:childTnLst>
                                    <p:animEffect transition="out" filter="fade">
                                      <p:cBhvr>
                                        <p:cTn id="108" dur="175"/>
                                        <p:tgtEl>
                                          <p:spTgt spid="14">
                                            <p:txEl>
                                              <p:pRg st="2" end="2"/>
                                            </p:txEl>
                                          </p:spTgt>
                                        </p:tgtEl>
                                      </p:cBhvr>
                                    </p:animEffect>
                                    <p:set>
                                      <p:cBhvr>
                                        <p:cTn id="109" dur="1" fill="hold">
                                          <p:stCondLst>
                                            <p:cond delay="174"/>
                                          </p:stCondLst>
                                        </p:cTn>
                                        <p:tgtEl>
                                          <p:spTgt spid="14">
                                            <p:txEl>
                                              <p:pRg st="2" end="2"/>
                                            </p:txEl>
                                          </p:spTgt>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175"/>
                                        <p:tgtEl>
                                          <p:spTgt spid="15"/>
                                        </p:tgtEl>
                                      </p:cBhvr>
                                    </p:animEffect>
                                    <p:set>
                                      <p:cBhvr>
                                        <p:cTn id="112" dur="1" fill="hold">
                                          <p:stCondLst>
                                            <p:cond delay="174"/>
                                          </p:stCondLst>
                                        </p:cTn>
                                        <p:tgtEl>
                                          <p:spTgt spid="15"/>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175"/>
                                        <p:tgtEl>
                                          <p:spTgt spid="16"/>
                                        </p:tgtEl>
                                      </p:cBhvr>
                                    </p:animEffect>
                                    <p:set>
                                      <p:cBhvr>
                                        <p:cTn id="115" dur="1" fill="hold">
                                          <p:stCondLst>
                                            <p:cond delay="174"/>
                                          </p:stCondLst>
                                        </p:cTn>
                                        <p:tgtEl>
                                          <p:spTgt spid="16"/>
                                        </p:tgtEl>
                                        <p:attrNameLst>
                                          <p:attrName>style.visibility</p:attrName>
                                        </p:attrNameLst>
                                      </p:cBhvr>
                                      <p:to>
                                        <p:strVal val="hidden"/>
                                      </p:to>
                                    </p:set>
                                  </p:childTnLst>
                                </p:cTn>
                              </p:par>
                              <p:par>
                                <p:cTn id="116" presetID="0" presetClass="path" presetSubtype="0" accel="50000" decel="50000" fill="hold" nodeType="withEffect">
                                  <p:stCondLst>
                                    <p:cond delay="0"/>
                                  </p:stCondLst>
                                  <p:childTnLst>
                                    <p:animMotion origin="layout" path="M 0 0 L 0.56776 -0.19135 E" pathEditMode="relative" rAng="0" ptsTypes="AA">
                                      <p:cBhvr>
                                        <p:cTn id="117" dur="375" fill="hold"/>
                                        <p:tgtEl>
                                          <p:spTgt spid="11"/>
                                        </p:tgtEl>
                                        <p:attrNameLst>
                                          <p:attrName>ppt_x</p:attrName>
                                          <p:attrName>ppt_y</p:attrName>
                                        </p:attrNameLst>
                                      </p:cBhvr>
                                      <p:rCtr x="28388" y="-9567"/>
                                    </p:animMotion>
                                  </p:childTnLst>
                                </p:cTn>
                              </p:par>
                              <p:par>
                                <p:cTn id="118" presetID="6" presetClass="emph" presetSubtype="0" accel="50000" decel="50000" fill="hold" nodeType="withEffect">
                                  <p:stCondLst>
                                    <p:cond delay="0"/>
                                  </p:stCondLst>
                                  <p:childTnLst>
                                    <p:animScale>
                                      <p:cBhvr>
                                        <p:cTn id="119" dur="375" fill="hold"/>
                                        <p:tgtEl>
                                          <p:spTgt spid="11"/>
                                        </p:tgtEl>
                                      </p:cBhvr>
                                      <p:by x="29626" y="29626"/>
                                    </p:animScale>
                                  </p:childTnLst>
                                </p:cTn>
                              </p:par>
                              <p:par>
                                <p:cTn id="120" presetID="10" presetClass="entr" presetSubtype="0" fill="hold" nodeType="withEffect">
                                  <p:stCondLst>
                                    <p:cond delay="225"/>
                                  </p:stCondLst>
                                  <p:childTnLst>
                                    <p:set>
                                      <p:cBhvr>
                                        <p:cTn id="121" dur="1" fill="hold">
                                          <p:stCondLst>
                                            <p:cond delay="0"/>
                                          </p:stCondLst>
                                        </p:cTn>
                                        <p:tgtEl>
                                          <p:spTgt spid="17"/>
                                        </p:tgtEl>
                                        <p:attrNameLst>
                                          <p:attrName>style.visibility</p:attrName>
                                        </p:attrNameLst>
                                      </p:cBhvr>
                                      <p:to>
                                        <p:strVal val="visible"/>
                                      </p:to>
                                    </p:set>
                                    <p:animEffect transition="in" filter="fade">
                                      <p:cBhvr>
                                        <p:cTn id="122" dur="225"/>
                                        <p:tgtEl>
                                          <p:spTgt spid="17"/>
                                        </p:tgtEl>
                                      </p:cBhvr>
                                    </p:animEffect>
                                  </p:childTnLst>
                                </p:cTn>
                              </p:par>
                              <p:par>
                                <p:cTn id="123" presetID="53" presetClass="entr" presetSubtype="16" fill="hold" nodeType="withEffect">
                                  <p:stCondLst>
                                    <p:cond delay="260"/>
                                  </p:stCondLst>
                                  <p:childTnLst>
                                    <p:set>
                                      <p:cBhvr>
                                        <p:cTn id="124" dur="1" fill="hold">
                                          <p:stCondLst>
                                            <p:cond delay="0"/>
                                          </p:stCondLst>
                                        </p:cTn>
                                        <p:tgtEl>
                                          <p:spTgt spid="18"/>
                                        </p:tgtEl>
                                        <p:attrNameLst>
                                          <p:attrName>style.visibility</p:attrName>
                                        </p:attrNameLst>
                                      </p:cBhvr>
                                      <p:to>
                                        <p:strVal val="visible"/>
                                      </p:to>
                                    </p:set>
                                    <p:anim calcmode="lin" valueType="num">
                                      <p:cBhvr>
                                        <p:cTn id="125" dur="300" fill="hold"/>
                                        <p:tgtEl>
                                          <p:spTgt spid="18"/>
                                        </p:tgtEl>
                                        <p:attrNameLst>
                                          <p:attrName>ppt_w</p:attrName>
                                        </p:attrNameLst>
                                      </p:cBhvr>
                                      <p:tavLst>
                                        <p:tav tm="0">
                                          <p:val>
                                            <p:fltVal val="0"/>
                                          </p:val>
                                        </p:tav>
                                        <p:tav tm="100000">
                                          <p:val>
                                            <p:strVal val="#ppt_w"/>
                                          </p:val>
                                        </p:tav>
                                      </p:tavLst>
                                    </p:anim>
                                    <p:anim calcmode="lin" valueType="num">
                                      <p:cBhvr>
                                        <p:cTn id="126" dur="300" fill="hold"/>
                                        <p:tgtEl>
                                          <p:spTgt spid="18"/>
                                        </p:tgtEl>
                                        <p:attrNameLst>
                                          <p:attrName>ppt_h</p:attrName>
                                        </p:attrNameLst>
                                      </p:cBhvr>
                                      <p:tavLst>
                                        <p:tav tm="0">
                                          <p:val>
                                            <p:fltVal val="0"/>
                                          </p:val>
                                        </p:tav>
                                        <p:tav tm="100000">
                                          <p:val>
                                            <p:strVal val="#ppt_h"/>
                                          </p:val>
                                        </p:tav>
                                      </p:tavLst>
                                    </p:anim>
                                    <p:animEffect transition="in" filter="fade">
                                      <p:cBhvr>
                                        <p:cTn id="127" dur="300"/>
                                        <p:tgtEl>
                                          <p:spTgt spid="18"/>
                                        </p:tgtEl>
                                      </p:cBhvr>
                                    </p:animEffect>
                                  </p:childTnLst>
                                </p:cTn>
                              </p:par>
                              <p:par>
                                <p:cTn id="128" presetID="10" presetClass="entr" presetSubtype="0" fill="hold" nodeType="withEffect">
                                  <p:stCondLst>
                                    <p:cond delay="290"/>
                                  </p:stCondLst>
                                  <p:childTnLst>
                                    <p:set>
                                      <p:cBhvr>
                                        <p:cTn id="129" dur="1" fill="hold">
                                          <p:stCondLst>
                                            <p:cond delay="0"/>
                                          </p:stCondLst>
                                        </p:cTn>
                                        <p:tgtEl>
                                          <p:spTgt spid="19"/>
                                        </p:tgtEl>
                                        <p:attrNameLst>
                                          <p:attrName>style.visibility</p:attrName>
                                        </p:attrNameLst>
                                      </p:cBhvr>
                                      <p:to>
                                        <p:strVal val="visible"/>
                                      </p:to>
                                    </p:set>
                                    <p:animEffect transition="in" filter="fade">
                                      <p:cBhvr>
                                        <p:cTn id="130" dur="225"/>
                                        <p:tgtEl>
                                          <p:spTgt spid="1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nodeType="clickEffect">
                                  <p:stCondLst>
                                    <p:cond delay="0"/>
                                  </p:stCondLst>
                                  <p:childTnLst>
                                    <p:animEffect transition="out" filter="fade">
                                      <p:cBhvr>
                                        <p:cTn id="134" dur="175"/>
                                        <p:tgtEl>
                                          <p:spTgt spid="17"/>
                                        </p:tgtEl>
                                      </p:cBhvr>
                                    </p:animEffect>
                                    <p:set>
                                      <p:cBhvr>
                                        <p:cTn id="135" dur="1" fill="hold">
                                          <p:stCondLst>
                                            <p:cond delay="174"/>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175"/>
                                        <p:tgtEl>
                                          <p:spTgt spid="19"/>
                                        </p:tgtEl>
                                      </p:cBhvr>
                                    </p:animEffect>
                                    <p:set>
                                      <p:cBhvr>
                                        <p:cTn id="138" dur="1" fill="hold">
                                          <p:stCondLst>
                                            <p:cond delay="174"/>
                                          </p:stCondLst>
                                        </p:cTn>
                                        <p:tgtEl>
                                          <p:spTgt spid="19"/>
                                        </p:tgtEl>
                                        <p:attrNameLst>
                                          <p:attrName>style.visibility</p:attrName>
                                        </p:attrNameLst>
                                      </p:cBhvr>
                                      <p:to>
                                        <p:strVal val="hidden"/>
                                      </p:to>
                                    </p:set>
                                  </p:childTnLst>
                                </p:cTn>
                              </p:par>
                              <p:par>
                                <p:cTn id="139" presetID="0" presetClass="path" presetSubtype="0" accel="50000" decel="50000" fill="hold" nodeType="withEffect">
                                  <p:stCondLst>
                                    <p:cond delay="0"/>
                                  </p:stCondLst>
                                  <p:childTnLst>
                                    <p:animMotion origin="layout" path="M 0 0 L 0.47000 -0.05690 E" pathEditMode="relative" rAng="0" ptsTypes="AA">
                                      <p:cBhvr>
                                        <p:cTn id="140" dur="375" fill="hold"/>
                                        <p:tgtEl>
                                          <p:spTgt spid="18"/>
                                        </p:tgtEl>
                                        <p:attrNameLst>
                                          <p:attrName>ppt_x</p:attrName>
                                          <p:attrName>ppt_y</p:attrName>
                                        </p:attrNameLst>
                                      </p:cBhvr>
                                      <p:rCtr x="23500" y="-2845"/>
                                    </p:animMotion>
                                  </p:childTnLst>
                                </p:cTn>
                              </p:par>
                              <p:par>
                                <p:cTn id="141" presetID="6" presetClass="emph" presetSubtype="0" accel="50000" decel="50000" fill="hold" nodeType="withEffect">
                                  <p:stCondLst>
                                    <p:cond delay="0"/>
                                  </p:stCondLst>
                                  <p:childTnLst>
                                    <p:animScale>
                                      <p:cBhvr>
                                        <p:cTn id="142" dur="375" fill="hold"/>
                                        <p:tgtEl>
                                          <p:spTgt spid="18"/>
                                        </p:tgtEl>
                                      </p:cBhvr>
                                      <p:by x="18449" y="18449"/>
                                    </p:animScale>
                                  </p:childTnLst>
                                </p:cTn>
                              </p:par>
                              <p:par>
                                <p:cTn id="143" presetID="10" presetClass="entr" presetSubtype="0" fill="hold" nodeType="withEffect">
                                  <p:stCondLst>
                                    <p:cond delay="225"/>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225"/>
                                        <p:tgtEl>
                                          <p:spTgt spid="20"/>
                                        </p:tgtEl>
                                      </p:cBhvr>
                                    </p:animEffect>
                                  </p:childTnLst>
                                </p:cTn>
                              </p:par>
                              <p:par>
                                <p:cTn id="146" presetID="53" presetClass="entr" presetSubtype="16" fill="hold" nodeType="withEffect">
                                  <p:stCondLst>
                                    <p:cond delay="260"/>
                                  </p:stCondLst>
                                  <p:childTnLst>
                                    <p:set>
                                      <p:cBhvr>
                                        <p:cTn id="147" dur="1" fill="hold">
                                          <p:stCondLst>
                                            <p:cond delay="0"/>
                                          </p:stCondLst>
                                        </p:cTn>
                                        <p:tgtEl>
                                          <p:spTgt spid="21"/>
                                        </p:tgtEl>
                                        <p:attrNameLst>
                                          <p:attrName>style.visibility</p:attrName>
                                        </p:attrNameLst>
                                      </p:cBhvr>
                                      <p:to>
                                        <p:strVal val="visible"/>
                                      </p:to>
                                    </p:set>
                                    <p:anim calcmode="lin" valueType="num">
                                      <p:cBhvr>
                                        <p:cTn id="148" dur="300" fill="hold"/>
                                        <p:tgtEl>
                                          <p:spTgt spid="21"/>
                                        </p:tgtEl>
                                        <p:attrNameLst>
                                          <p:attrName>ppt_w</p:attrName>
                                        </p:attrNameLst>
                                      </p:cBhvr>
                                      <p:tavLst>
                                        <p:tav tm="0">
                                          <p:val>
                                            <p:fltVal val="0"/>
                                          </p:val>
                                        </p:tav>
                                        <p:tav tm="100000">
                                          <p:val>
                                            <p:strVal val="#ppt_w"/>
                                          </p:val>
                                        </p:tav>
                                      </p:tavLst>
                                    </p:anim>
                                    <p:anim calcmode="lin" valueType="num">
                                      <p:cBhvr>
                                        <p:cTn id="149" dur="300" fill="hold"/>
                                        <p:tgtEl>
                                          <p:spTgt spid="21"/>
                                        </p:tgtEl>
                                        <p:attrNameLst>
                                          <p:attrName>ppt_h</p:attrName>
                                        </p:attrNameLst>
                                      </p:cBhvr>
                                      <p:tavLst>
                                        <p:tav tm="0">
                                          <p:val>
                                            <p:fltVal val="0"/>
                                          </p:val>
                                        </p:tav>
                                        <p:tav tm="100000">
                                          <p:val>
                                            <p:strVal val="#ppt_h"/>
                                          </p:val>
                                        </p:tav>
                                      </p:tavLst>
                                    </p:anim>
                                    <p:animEffect transition="in" filter="fade">
                                      <p:cBhvr>
                                        <p:cTn id="150" dur="300"/>
                                        <p:tgtEl>
                                          <p:spTgt spid="21"/>
                                        </p:tgtEl>
                                      </p:cBhvr>
                                    </p:animEffect>
                                  </p:childTnLst>
                                </p:cTn>
                              </p:par>
                              <p:par>
                                <p:cTn id="151" presetID="22" presetClass="entr" presetSubtype="4" fill="hold" nodeType="withEffect">
                                  <p:stCondLst>
                                    <p:cond delay="295"/>
                                  </p:stCondLst>
                                  <p:childTnLst>
                                    <p:set>
                                      <p:cBhvr>
                                        <p:cTn id="152" dur="1" fill="hold">
                                          <p:stCondLst>
                                            <p:cond delay="0"/>
                                          </p:stCondLst>
                                        </p:cTn>
                                        <p:tgtEl>
                                          <p:spTgt spid="22"/>
                                        </p:tgtEl>
                                        <p:attrNameLst>
                                          <p:attrName>style.visibility</p:attrName>
                                        </p:attrNameLst>
                                      </p:cBhvr>
                                      <p:to>
                                        <p:strVal val="visible"/>
                                      </p:to>
                                    </p:set>
                                    <p:animEffect transition="in" filter="wipe(down)">
                                      <p:cBhvr>
                                        <p:cTn id="153" dur="250"/>
                                        <p:tgtEl>
                                          <p:spTgt spid="22"/>
                                        </p:tgtEl>
                                      </p:cBhvr>
                                    </p:animEffect>
                                  </p:childTnLst>
                                </p:cTn>
                              </p:par>
                              <p:par>
                                <p:cTn id="154" presetID="10" presetClass="entr" presetSubtype="0" fill="hold" nodeType="withEffect">
                                  <p:stCondLst>
                                    <p:cond delay="290"/>
                                  </p:stCondLst>
                                  <p:childTnLst>
                                    <p:set>
                                      <p:cBhvr>
                                        <p:cTn id="155" dur="1" fill="hold">
                                          <p:stCondLst>
                                            <p:cond delay="0"/>
                                          </p:stCondLst>
                                        </p:cTn>
                                        <p:tgtEl>
                                          <p:spTgt spid="23"/>
                                        </p:tgtEl>
                                        <p:attrNameLst>
                                          <p:attrName>style.visibility</p:attrName>
                                        </p:attrNameLst>
                                      </p:cBhvr>
                                      <p:to>
                                        <p:strVal val="visible"/>
                                      </p:to>
                                    </p:set>
                                    <p:animEffect transition="in" filter="fade">
                                      <p:cBhvr>
                                        <p:cTn id="156" dur="225"/>
                                        <p:tgtEl>
                                          <p:spTgt spid="2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175"/>
                                        <p:tgtEl>
                                          <p:spTgt spid="20"/>
                                        </p:tgtEl>
                                      </p:cBhvr>
                                    </p:animEffect>
                                    <p:set>
                                      <p:cBhvr>
                                        <p:cTn id="161" dur="1" fill="hold">
                                          <p:stCondLst>
                                            <p:cond delay="174"/>
                                          </p:stCondLst>
                                        </p:cTn>
                                        <p:tgtEl>
                                          <p:spTgt spid="20"/>
                                        </p:tgtEl>
                                        <p:attrNameLst>
                                          <p:attrName>style.visibility</p:attrName>
                                        </p:attrNameLst>
                                      </p:cBhvr>
                                      <p:to>
                                        <p:strVal val="hidden"/>
                                      </p:to>
                                    </p:set>
                                  </p:childTnLst>
                                </p:cTn>
                              </p:par>
                              <p:par>
                                <p:cTn id="162" presetID="10" presetClass="exit" presetSubtype="0" fill="hold" nodeType="withEffect">
                                  <p:stCondLst>
                                    <p:cond delay="0"/>
                                  </p:stCondLst>
                                  <p:childTnLst>
                                    <p:animEffect transition="out" filter="fade">
                                      <p:cBhvr>
                                        <p:cTn id="163" dur="175"/>
                                        <p:tgtEl>
                                          <p:spTgt spid="22"/>
                                        </p:tgtEl>
                                      </p:cBhvr>
                                    </p:animEffect>
                                    <p:set>
                                      <p:cBhvr>
                                        <p:cTn id="164" dur="1" fill="hold">
                                          <p:stCondLst>
                                            <p:cond delay="174"/>
                                          </p:stCondLst>
                                        </p:cTn>
                                        <p:tgtEl>
                                          <p:spTgt spid="22"/>
                                        </p:tgtEl>
                                        <p:attrNameLst>
                                          <p:attrName>style.visibility</p:attrName>
                                        </p:attrNameLst>
                                      </p:cBhvr>
                                      <p:to>
                                        <p:strVal val="hidden"/>
                                      </p:to>
                                    </p:set>
                                  </p:childTnLst>
                                </p:cTn>
                              </p:par>
                              <p:par>
                                <p:cTn id="165" presetID="10" presetClass="exit" presetSubtype="0" fill="hold" nodeType="withEffect">
                                  <p:stCondLst>
                                    <p:cond delay="0"/>
                                  </p:stCondLst>
                                  <p:childTnLst>
                                    <p:animEffect transition="out" filter="fade">
                                      <p:cBhvr>
                                        <p:cTn id="166" dur="175"/>
                                        <p:tgtEl>
                                          <p:spTgt spid="23"/>
                                        </p:tgtEl>
                                      </p:cBhvr>
                                    </p:animEffect>
                                    <p:set>
                                      <p:cBhvr>
                                        <p:cTn id="167" dur="1" fill="hold">
                                          <p:stCondLst>
                                            <p:cond delay="174"/>
                                          </p:stCondLst>
                                        </p:cTn>
                                        <p:tgtEl>
                                          <p:spTgt spid="23"/>
                                        </p:tgtEl>
                                        <p:attrNameLst>
                                          <p:attrName>style.visibility</p:attrName>
                                        </p:attrNameLst>
                                      </p:cBhvr>
                                      <p:to>
                                        <p:strVal val="hidden"/>
                                      </p:to>
                                    </p:set>
                                  </p:childTnLst>
                                </p:cTn>
                              </p:par>
                              <p:par>
                                <p:cTn id="168" presetID="0" presetClass="path" presetSubtype="0" accel="50000" decel="50000" fill="hold" nodeType="withEffect">
                                  <p:stCondLst>
                                    <p:cond delay="0"/>
                                  </p:stCondLst>
                                  <p:childTnLst>
                                    <p:animMotion origin="layout" path="M 0 0 L 0.47000 0.13279 E" pathEditMode="relative" rAng="0" ptsTypes="AA">
                                      <p:cBhvr>
                                        <p:cTn id="169" dur="375" fill="hold"/>
                                        <p:tgtEl>
                                          <p:spTgt spid="21"/>
                                        </p:tgtEl>
                                        <p:attrNameLst>
                                          <p:attrName>ppt_x</p:attrName>
                                          <p:attrName>ppt_y</p:attrName>
                                        </p:attrNameLst>
                                      </p:cBhvr>
                                      <p:rCtr x="23500" y="6639"/>
                                    </p:animMotion>
                                  </p:childTnLst>
                                </p:cTn>
                              </p:par>
                              <p:par>
                                <p:cTn id="170" presetID="6" presetClass="emph" presetSubtype="0" accel="50000" decel="50000" fill="hold" nodeType="withEffect">
                                  <p:stCondLst>
                                    <p:cond delay="0"/>
                                  </p:stCondLst>
                                  <p:childTnLst>
                                    <p:animScale>
                                      <p:cBhvr>
                                        <p:cTn id="171" dur="375" fill="hold"/>
                                        <p:tgtEl>
                                          <p:spTgt spid="21"/>
                                        </p:tgtEl>
                                      </p:cBhvr>
                                      <p:by x="18878" y="18878"/>
                                    </p:animScale>
                                  </p:childTnLst>
                                </p:cTn>
                              </p:par>
                              <p:par>
                                <p:cTn id="172" presetID="10" presetClass="entr" presetSubtype="0" fill="hold" nodeType="withEffect">
                                  <p:stCondLst>
                                    <p:cond delay="225"/>
                                  </p:stCondLst>
                                  <p:childTnLst>
                                    <p:set>
                                      <p:cBhvr>
                                        <p:cTn id="173" dur="1" fill="hold">
                                          <p:stCondLst>
                                            <p:cond delay="0"/>
                                          </p:stCondLst>
                                        </p:cTn>
                                        <p:tgtEl>
                                          <p:spTgt spid="24"/>
                                        </p:tgtEl>
                                        <p:attrNameLst>
                                          <p:attrName>style.visibility</p:attrName>
                                        </p:attrNameLst>
                                      </p:cBhvr>
                                      <p:to>
                                        <p:strVal val="visible"/>
                                      </p:to>
                                    </p:set>
                                    <p:animEffect transition="in" filter="fade">
                                      <p:cBhvr>
                                        <p:cTn id="174" dur="225"/>
                                        <p:tgtEl>
                                          <p:spTgt spid="24"/>
                                        </p:tgtEl>
                                      </p:cBhvr>
                                    </p:animEffect>
                                  </p:childTnLst>
                                </p:cTn>
                              </p:par>
                              <p:par>
                                <p:cTn id="175" presetID="10" presetClass="entr" presetSubtype="0" fill="hold" nodeType="withEffect">
                                  <p:stCondLst>
                                    <p:cond delay="26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225"/>
                                        <p:tgtEl>
                                          <p:spTgt spid="26"/>
                                        </p:tgtEl>
                                      </p:cBhvr>
                                    </p:animEffect>
                                  </p:childTnLst>
                                </p:cTn>
                              </p:par>
                              <p:par>
                                <p:cTn id="178" presetID="22" presetClass="entr" presetSubtype="8" fill="hold" nodeType="withEffect">
                                  <p:stCondLst>
                                    <p:cond delay="260"/>
                                  </p:stCondLst>
                                  <p:childTnLst>
                                    <p:set>
                                      <p:cBhvr>
                                        <p:cTn id="179" dur="1" fill="hold">
                                          <p:stCondLst>
                                            <p:cond delay="0"/>
                                          </p:stCondLst>
                                        </p:cTn>
                                        <p:tgtEl>
                                          <p:spTgt spid="27"/>
                                        </p:tgtEl>
                                        <p:attrNameLst>
                                          <p:attrName>style.visibility</p:attrName>
                                        </p:attrNameLst>
                                      </p:cBhvr>
                                      <p:to>
                                        <p:strVal val="visible"/>
                                      </p:to>
                                    </p:set>
                                    <p:animEffect transition="in" filter="wipe(left)">
                                      <p:cBhvr>
                                        <p:cTn id="180" dur="250"/>
                                        <p:tgtEl>
                                          <p:spTgt spid="27"/>
                                        </p:tgtEl>
                                      </p:cBhvr>
                                    </p:animEffect>
                                  </p:childTnLst>
                                </p:cTn>
                              </p:par>
                              <p:par>
                                <p:cTn id="181" presetID="10" presetClass="entr" presetSubtype="0" grpId="0" fill="hold" nodeType="withEffect">
                                  <p:stCondLst>
                                    <p:cond delay="295"/>
                                  </p:stCondLst>
                                  <p:childTnLst>
                                    <p:set>
                                      <p:cBhvr>
                                        <p:cTn id="182" dur="1" fill="hold">
                                          <p:stCondLst>
                                            <p:cond delay="0"/>
                                          </p:stCondLst>
                                        </p:cTn>
                                        <p:tgtEl>
                                          <p:spTgt spid="28">
                                            <p:txEl>
                                              <p:pRg st="0" end="0"/>
                                            </p:txEl>
                                          </p:spTgt>
                                        </p:tgtEl>
                                        <p:attrNameLst>
                                          <p:attrName>style.visibility</p:attrName>
                                        </p:attrNameLst>
                                      </p:cBhvr>
                                      <p:to>
                                        <p:strVal val="visible"/>
                                      </p:to>
                                    </p:set>
                                    <p:animEffect transition="in" filter="fade">
                                      <p:cBhvr>
                                        <p:cTn id="183" dur="225"/>
                                        <p:tgtEl>
                                          <p:spTgt spid="28">
                                            <p:txEl>
                                              <p:pRg st="0" end="0"/>
                                            </p:txEl>
                                          </p:spTgt>
                                        </p:tgtEl>
                                      </p:cBhvr>
                                    </p:animEffect>
                                  </p:childTnLst>
                                </p:cTn>
                              </p:par>
                              <p:par>
                                <p:cTn id="184" presetID="10" presetClass="entr" presetSubtype="0" grpId="0" fill="hold" nodeType="withEffect">
                                  <p:stCondLst>
                                    <p:cond delay="485"/>
                                  </p:stCondLst>
                                  <p:childTnLst>
                                    <p:set>
                                      <p:cBhvr>
                                        <p:cTn id="185" dur="1" fill="hold">
                                          <p:stCondLst>
                                            <p:cond delay="0"/>
                                          </p:stCondLst>
                                        </p:cTn>
                                        <p:tgtEl>
                                          <p:spTgt spid="28">
                                            <p:txEl>
                                              <p:pRg st="1" end="1"/>
                                            </p:txEl>
                                          </p:spTgt>
                                        </p:tgtEl>
                                        <p:attrNameLst>
                                          <p:attrName>style.visibility</p:attrName>
                                        </p:attrNameLst>
                                      </p:cBhvr>
                                      <p:to>
                                        <p:strVal val="visible"/>
                                      </p:to>
                                    </p:set>
                                    <p:animEffect transition="in" filter="fade">
                                      <p:cBhvr>
                                        <p:cTn id="186" dur="225"/>
                                        <p:tgtEl>
                                          <p:spTgt spid="28">
                                            <p:txEl>
                                              <p:pRg st="1" end="1"/>
                                            </p:txEl>
                                          </p:spTgt>
                                        </p:tgtEl>
                                      </p:cBhvr>
                                    </p:animEffect>
                                  </p:childTnLst>
                                </p:cTn>
                              </p:par>
                              <p:par>
                                <p:cTn id="187" presetID="22" presetClass="entr" presetSubtype="8" fill="hold" nodeType="withEffect">
                                  <p:stCondLst>
                                    <p:cond delay="330"/>
                                  </p:stCondLst>
                                  <p:childTnLst>
                                    <p:set>
                                      <p:cBhvr>
                                        <p:cTn id="188" dur="1" fill="hold">
                                          <p:stCondLst>
                                            <p:cond delay="0"/>
                                          </p:stCondLst>
                                        </p:cTn>
                                        <p:tgtEl>
                                          <p:spTgt spid="29"/>
                                        </p:tgtEl>
                                        <p:attrNameLst>
                                          <p:attrName>style.visibility</p:attrName>
                                        </p:attrNameLst>
                                      </p:cBhvr>
                                      <p:to>
                                        <p:strVal val="visible"/>
                                      </p:to>
                                    </p:set>
                                    <p:animEffect transition="in" filter="wipe(left)">
                                      <p:cBhvr>
                                        <p:cTn id="189" dur="250"/>
                                        <p:tgtEl>
                                          <p:spTgt spid="29"/>
                                        </p:tgtEl>
                                      </p:cBhvr>
                                    </p:animEffect>
                                  </p:childTnLst>
                                </p:cTn>
                              </p:par>
                              <p:par>
                                <p:cTn id="190" presetID="22" presetClass="entr" presetSubtype="8" fill="hold" nodeType="withEffect">
                                  <p:stCondLst>
                                    <p:cond delay="365"/>
                                  </p:stCondLst>
                                  <p:childTnLst>
                                    <p:set>
                                      <p:cBhvr>
                                        <p:cTn id="191" dur="1" fill="hold">
                                          <p:stCondLst>
                                            <p:cond delay="0"/>
                                          </p:stCondLst>
                                        </p:cTn>
                                        <p:tgtEl>
                                          <p:spTgt spid="25"/>
                                        </p:tgtEl>
                                        <p:attrNameLst>
                                          <p:attrName>style.visibility</p:attrName>
                                        </p:attrNameLst>
                                      </p:cBhvr>
                                      <p:to>
                                        <p:strVal val="visible"/>
                                      </p:to>
                                    </p:set>
                                    <p:animEffect transition="in" filter="wipe(left)">
                                      <p:cBhvr>
                                        <p:cTn id="192" dur="250"/>
                                        <p:tgtEl>
                                          <p:spTgt spid="25"/>
                                        </p:tgtEl>
                                      </p:cBhvr>
                                    </p:animEffect>
                                  </p:childTnLst>
                                </p:cTn>
                              </p:par>
                              <p:par>
                                <p:cTn id="193" presetID="10" presetClass="entr" presetSubtype="0" fill="hold" nodeType="withEffect">
                                  <p:stCondLst>
                                    <p:cond delay="290"/>
                                  </p:stCondLst>
                                  <p:childTnLst>
                                    <p:set>
                                      <p:cBhvr>
                                        <p:cTn id="194" dur="1" fill="hold">
                                          <p:stCondLst>
                                            <p:cond delay="0"/>
                                          </p:stCondLst>
                                        </p:cTn>
                                        <p:tgtEl>
                                          <p:spTgt spid="30"/>
                                        </p:tgtEl>
                                        <p:attrNameLst>
                                          <p:attrName>style.visibility</p:attrName>
                                        </p:attrNameLst>
                                      </p:cBhvr>
                                      <p:to>
                                        <p:strVal val="visible"/>
                                      </p:to>
                                    </p:set>
                                    <p:animEffect transition="in" filter="fade">
                                      <p:cBhvr>
                                        <p:cTn id="195" dur="225"/>
                                        <p:tgtEl>
                                          <p:spTgt spid="30"/>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xit" presetSubtype="0" fill="hold" nodeType="clickEffect">
                                  <p:stCondLst>
                                    <p:cond delay="0"/>
                                  </p:stCondLst>
                                  <p:childTnLst>
                                    <p:animEffect transition="out" filter="fade">
                                      <p:cBhvr>
                                        <p:cTn id="199" dur="175"/>
                                        <p:tgtEl>
                                          <p:spTgt spid="24"/>
                                        </p:tgtEl>
                                      </p:cBhvr>
                                    </p:animEffect>
                                    <p:set>
                                      <p:cBhvr>
                                        <p:cTn id="200" dur="1" fill="hold">
                                          <p:stCondLst>
                                            <p:cond delay="174"/>
                                          </p:stCondLst>
                                        </p:cTn>
                                        <p:tgtEl>
                                          <p:spTgt spid="24"/>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175"/>
                                        <p:tgtEl>
                                          <p:spTgt spid="25"/>
                                        </p:tgtEl>
                                      </p:cBhvr>
                                    </p:animEffect>
                                    <p:set>
                                      <p:cBhvr>
                                        <p:cTn id="203" dur="1" fill="hold">
                                          <p:stCondLst>
                                            <p:cond delay="174"/>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175"/>
                                        <p:tgtEl>
                                          <p:spTgt spid="26"/>
                                        </p:tgtEl>
                                      </p:cBhvr>
                                    </p:animEffect>
                                    <p:set>
                                      <p:cBhvr>
                                        <p:cTn id="206" dur="1" fill="hold">
                                          <p:stCondLst>
                                            <p:cond delay="174"/>
                                          </p:stCondLst>
                                        </p:cTn>
                                        <p:tgtEl>
                                          <p:spTgt spid="26"/>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175"/>
                                        <p:tgtEl>
                                          <p:spTgt spid="27"/>
                                        </p:tgtEl>
                                      </p:cBhvr>
                                    </p:animEffect>
                                    <p:set>
                                      <p:cBhvr>
                                        <p:cTn id="209" dur="1" fill="hold">
                                          <p:stCondLst>
                                            <p:cond delay="174"/>
                                          </p:stCondLst>
                                        </p:cTn>
                                        <p:tgtEl>
                                          <p:spTgt spid="27"/>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175"/>
                                        <p:tgtEl>
                                          <p:spTgt spid="28">
                                            <p:txEl>
                                              <p:pRg st="0" end="0"/>
                                            </p:txEl>
                                          </p:spTgt>
                                        </p:tgtEl>
                                      </p:cBhvr>
                                    </p:animEffect>
                                    <p:set>
                                      <p:cBhvr>
                                        <p:cTn id="212" dur="1" fill="hold">
                                          <p:stCondLst>
                                            <p:cond delay="174"/>
                                          </p:stCondLst>
                                        </p:cTn>
                                        <p:tgtEl>
                                          <p:spTgt spid="28">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175"/>
                                        <p:tgtEl>
                                          <p:spTgt spid="28">
                                            <p:txEl>
                                              <p:pRg st="1" end="1"/>
                                            </p:txEl>
                                          </p:spTgt>
                                        </p:tgtEl>
                                      </p:cBhvr>
                                    </p:animEffect>
                                    <p:set>
                                      <p:cBhvr>
                                        <p:cTn id="215" dur="1" fill="hold">
                                          <p:stCondLst>
                                            <p:cond delay="174"/>
                                          </p:stCondLst>
                                        </p:cTn>
                                        <p:tgtEl>
                                          <p:spTgt spid="28">
                                            <p:txEl>
                                              <p:pRg st="1" end="1"/>
                                            </p:txEl>
                                          </p:spTgt>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175"/>
                                        <p:tgtEl>
                                          <p:spTgt spid="29"/>
                                        </p:tgtEl>
                                      </p:cBhvr>
                                    </p:animEffect>
                                    <p:set>
                                      <p:cBhvr>
                                        <p:cTn id="218" dur="1" fill="hold">
                                          <p:stCondLst>
                                            <p:cond delay="174"/>
                                          </p:stCondLst>
                                        </p:cTn>
                                        <p:tgtEl>
                                          <p:spTgt spid="29"/>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175"/>
                                        <p:tgtEl>
                                          <p:spTgt spid="30"/>
                                        </p:tgtEl>
                                      </p:cBhvr>
                                    </p:animEffect>
                                    <p:set>
                                      <p:cBhvr>
                                        <p:cTn id="221" dur="1" fill="hold">
                                          <p:stCondLst>
                                            <p:cond delay="174"/>
                                          </p:stCondLst>
                                        </p:cTn>
                                        <p:tgtEl>
                                          <p:spTgt spid="30"/>
                                        </p:tgtEl>
                                        <p:attrNameLst>
                                          <p:attrName>style.visibility</p:attrName>
                                        </p:attrNameLst>
                                      </p:cBhvr>
                                      <p:to>
                                        <p:strVal val="hidden"/>
                                      </p:to>
                                    </p:set>
                                  </p:childTnLst>
                                </p:cTn>
                              </p:par>
                              <p:par>
                                <p:cTn id="222" presetID="10" presetClass="entr" presetSubtype="0" fill="hold" nodeType="withEffect">
                                  <p:stCondLst>
                                    <p:cond delay="225"/>
                                  </p:stCondLst>
                                  <p:childTnLst>
                                    <p:set>
                                      <p:cBhvr>
                                        <p:cTn id="223" dur="1" fill="hold">
                                          <p:stCondLst>
                                            <p:cond delay="0"/>
                                          </p:stCondLst>
                                        </p:cTn>
                                        <p:tgtEl>
                                          <p:spTgt spid="32"/>
                                        </p:tgtEl>
                                        <p:attrNameLst>
                                          <p:attrName>style.visibility</p:attrName>
                                        </p:attrNameLst>
                                      </p:cBhvr>
                                      <p:to>
                                        <p:strVal val="visible"/>
                                      </p:to>
                                    </p:set>
                                    <p:animEffect transition="in" filter="fade">
                                      <p:cBhvr>
                                        <p:cTn id="224" dur="225"/>
                                        <p:tgtEl>
                                          <p:spTgt spid="32"/>
                                        </p:tgtEl>
                                      </p:cBhvr>
                                    </p:animEffect>
                                  </p:childTnLst>
                                </p:cTn>
                              </p:par>
                              <p:par>
                                <p:cTn id="225" presetID="10" presetClass="entr" presetSubtype="0" fill="hold" nodeType="withEffect">
                                  <p:stCondLst>
                                    <p:cond delay="260"/>
                                  </p:stCondLst>
                                  <p:childTnLst>
                                    <p:set>
                                      <p:cBhvr>
                                        <p:cTn id="226" dur="1" fill="hold">
                                          <p:stCondLst>
                                            <p:cond delay="0"/>
                                          </p:stCondLst>
                                        </p:cTn>
                                        <p:tgtEl>
                                          <p:spTgt spid="33"/>
                                        </p:tgtEl>
                                        <p:attrNameLst>
                                          <p:attrName>style.visibility</p:attrName>
                                        </p:attrNameLst>
                                      </p:cBhvr>
                                      <p:to>
                                        <p:strVal val="visible"/>
                                      </p:to>
                                    </p:set>
                                    <p:animEffect transition="in" filter="fade">
                                      <p:cBhvr>
                                        <p:cTn id="227" dur="225"/>
                                        <p:tgtEl>
                                          <p:spTgt spid="33"/>
                                        </p:tgtEl>
                                      </p:cBhvr>
                                    </p:animEffect>
                                  </p:childTnLst>
                                </p:cTn>
                              </p:par>
                              <p:par>
                                <p:cTn id="228" presetID="22" presetClass="entr" presetSubtype="4" fill="hold" nodeType="withEffect">
                                  <p:stCondLst>
                                    <p:cond delay="295"/>
                                  </p:stCondLst>
                                  <p:childTnLst>
                                    <p:set>
                                      <p:cBhvr>
                                        <p:cTn id="229" dur="1" fill="hold">
                                          <p:stCondLst>
                                            <p:cond delay="0"/>
                                          </p:stCondLst>
                                        </p:cTn>
                                        <p:tgtEl>
                                          <p:spTgt spid="34"/>
                                        </p:tgtEl>
                                        <p:attrNameLst>
                                          <p:attrName>style.visibility</p:attrName>
                                        </p:attrNameLst>
                                      </p:cBhvr>
                                      <p:to>
                                        <p:strVal val="visible"/>
                                      </p:to>
                                    </p:set>
                                    <p:animEffect transition="in" filter="wipe(down)">
                                      <p:cBhvr>
                                        <p:cTn id="230" dur="250"/>
                                        <p:tgtEl>
                                          <p:spTgt spid="34"/>
                                        </p:tgtEl>
                                      </p:cBhvr>
                                    </p:animEffect>
                                  </p:childTnLst>
                                </p:cTn>
                              </p:par>
                              <p:par>
                                <p:cTn id="231" presetID="10" presetClass="entr" presetSubtype="0" fill="hold" nodeType="withEffect">
                                  <p:stCondLst>
                                    <p:cond delay="330"/>
                                  </p:stCondLst>
                                  <p:childTnLst>
                                    <p:set>
                                      <p:cBhvr>
                                        <p:cTn id="232" dur="1" fill="hold">
                                          <p:stCondLst>
                                            <p:cond delay="0"/>
                                          </p:stCondLst>
                                        </p:cTn>
                                        <p:tgtEl>
                                          <p:spTgt spid="35"/>
                                        </p:tgtEl>
                                        <p:attrNameLst>
                                          <p:attrName>style.visibility</p:attrName>
                                        </p:attrNameLst>
                                      </p:cBhvr>
                                      <p:to>
                                        <p:strVal val="visible"/>
                                      </p:to>
                                    </p:set>
                                    <p:animEffect transition="in" filter="fade">
                                      <p:cBhvr>
                                        <p:cTn id="233" dur="225"/>
                                        <p:tgtEl>
                                          <p:spTgt spid="35"/>
                                        </p:tgtEl>
                                      </p:cBhvr>
                                    </p:animEffect>
                                  </p:childTnLst>
                                </p:cTn>
                              </p:par>
                              <p:par>
                                <p:cTn id="234" presetID="10" presetClass="entr" presetSubtype="0" grpId="0" fill="hold" nodeType="withEffect">
                                  <p:stCondLst>
                                    <p:cond delay="365"/>
                                  </p:stCondLst>
                                  <p:childTnLst>
                                    <p:set>
                                      <p:cBhvr>
                                        <p:cTn id="235" dur="1" fill="hold">
                                          <p:stCondLst>
                                            <p:cond delay="0"/>
                                          </p:stCondLst>
                                        </p:cTn>
                                        <p:tgtEl>
                                          <p:spTgt spid="36">
                                            <p:txEl>
                                              <p:pRg st="0" end="0"/>
                                            </p:txEl>
                                          </p:spTgt>
                                        </p:tgtEl>
                                        <p:attrNameLst>
                                          <p:attrName>style.visibility</p:attrName>
                                        </p:attrNameLst>
                                      </p:cBhvr>
                                      <p:to>
                                        <p:strVal val="visible"/>
                                      </p:to>
                                    </p:set>
                                    <p:animEffect transition="in" filter="fade">
                                      <p:cBhvr>
                                        <p:cTn id="236" dur="225"/>
                                        <p:tgtEl>
                                          <p:spTgt spid="36">
                                            <p:txEl>
                                              <p:pRg st="0" end="0"/>
                                            </p:txEl>
                                          </p:spTgt>
                                        </p:tgtEl>
                                      </p:cBhvr>
                                    </p:animEffect>
                                  </p:childTnLst>
                                </p:cTn>
                              </p:par>
                              <p:par>
                                <p:cTn id="237" presetID="10" presetClass="entr" presetSubtype="0" grpId="0" fill="hold" nodeType="withEffect">
                                  <p:stCondLst>
                                    <p:cond delay="495"/>
                                  </p:stCondLst>
                                  <p:childTnLst>
                                    <p:set>
                                      <p:cBhvr>
                                        <p:cTn id="238" dur="1" fill="hold">
                                          <p:stCondLst>
                                            <p:cond delay="0"/>
                                          </p:stCondLst>
                                        </p:cTn>
                                        <p:tgtEl>
                                          <p:spTgt spid="36">
                                            <p:txEl>
                                              <p:pRg st="1" end="1"/>
                                            </p:txEl>
                                          </p:spTgt>
                                        </p:tgtEl>
                                        <p:attrNameLst>
                                          <p:attrName>style.visibility</p:attrName>
                                        </p:attrNameLst>
                                      </p:cBhvr>
                                      <p:to>
                                        <p:strVal val="visible"/>
                                      </p:to>
                                    </p:set>
                                    <p:animEffect transition="in" filter="fade">
                                      <p:cBhvr>
                                        <p:cTn id="239" dur="225"/>
                                        <p:tgtEl>
                                          <p:spTgt spid="36">
                                            <p:txEl>
                                              <p:pRg st="1" end="1"/>
                                            </p:txEl>
                                          </p:spTgt>
                                        </p:tgtEl>
                                      </p:cBhvr>
                                    </p:animEffect>
                                  </p:childTnLst>
                                </p:cTn>
                              </p:par>
                              <p:par>
                                <p:cTn id="240" presetID="10" presetClass="entr" presetSubtype="0" grpId="0" fill="hold" nodeType="withEffect">
                                  <p:stCondLst>
                                    <p:cond delay="625"/>
                                  </p:stCondLst>
                                  <p:childTnLst>
                                    <p:set>
                                      <p:cBhvr>
                                        <p:cTn id="241" dur="1" fill="hold">
                                          <p:stCondLst>
                                            <p:cond delay="0"/>
                                          </p:stCondLst>
                                        </p:cTn>
                                        <p:tgtEl>
                                          <p:spTgt spid="36">
                                            <p:txEl>
                                              <p:pRg st="2" end="2"/>
                                            </p:txEl>
                                          </p:spTgt>
                                        </p:tgtEl>
                                        <p:attrNameLst>
                                          <p:attrName>style.visibility</p:attrName>
                                        </p:attrNameLst>
                                      </p:cBhvr>
                                      <p:to>
                                        <p:strVal val="visible"/>
                                      </p:to>
                                    </p:set>
                                    <p:animEffect transition="in" filter="fade">
                                      <p:cBhvr>
                                        <p:cTn id="242" dur="225"/>
                                        <p:tgtEl>
                                          <p:spTgt spid="36">
                                            <p:txEl>
                                              <p:pRg st="2" end="2"/>
                                            </p:txEl>
                                          </p:spTgt>
                                        </p:tgtEl>
                                      </p:cBhvr>
                                    </p:animEffect>
                                  </p:childTnLst>
                                </p:cTn>
                              </p:par>
                              <p:par>
                                <p:cTn id="243" presetID="10" presetClass="entr" presetSubtype="0" grpId="0" fill="hold" nodeType="withEffect">
                                  <p:stCondLst>
                                    <p:cond delay="755"/>
                                  </p:stCondLst>
                                  <p:childTnLst>
                                    <p:set>
                                      <p:cBhvr>
                                        <p:cTn id="244" dur="1" fill="hold">
                                          <p:stCondLst>
                                            <p:cond delay="0"/>
                                          </p:stCondLst>
                                        </p:cTn>
                                        <p:tgtEl>
                                          <p:spTgt spid="36">
                                            <p:txEl>
                                              <p:pRg st="3" end="3"/>
                                            </p:txEl>
                                          </p:spTgt>
                                        </p:tgtEl>
                                        <p:attrNameLst>
                                          <p:attrName>style.visibility</p:attrName>
                                        </p:attrNameLst>
                                      </p:cBhvr>
                                      <p:to>
                                        <p:strVal val="visible"/>
                                      </p:to>
                                    </p:set>
                                    <p:animEffect transition="in" filter="fade">
                                      <p:cBhvr>
                                        <p:cTn id="245" dur="225"/>
                                        <p:tgtEl>
                                          <p:spTgt spid="36">
                                            <p:txEl>
                                              <p:pRg st="3" end="3"/>
                                            </p:txEl>
                                          </p:spTgt>
                                        </p:tgtEl>
                                      </p:cBhvr>
                                    </p:animEffect>
                                  </p:childTnLst>
                                </p:cTn>
                              </p:par>
                              <p:par>
                                <p:cTn id="246" presetID="10" presetClass="entr" presetSubtype="0" grpId="0" fill="hold" nodeType="withEffect">
                                  <p:stCondLst>
                                    <p:cond delay="885"/>
                                  </p:stCondLst>
                                  <p:childTnLst>
                                    <p:set>
                                      <p:cBhvr>
                                        <p:cTn id="247" dur="1" fill="hold">
                                          <p:stCondLst>
                                            <p:cond delay="0"/>
                                          </p:stCondLst>
                                        </p:cTn>
                                        <p:tgtEl>
                                          <p:spTgt spid="36">
                                            <p:txEl>
                                              <p:pRg st="4" end="4"/>
                                            </p:txEl>
                                          </p:spTgt>
                                        </p:tgtEl>
                                        <p:attrNameLst>
                                          <p:attrName>style.visibility</p:attrName>
                                        </p:attrNameLst>
                                      </p:cBhvr>
                                      <p:to>
                                        <p:strVal val="visible"/>
                                      </p:to>
                                    </p:set>
                                    <p:animEffect transition="in" filter="fade">
                                      <p:cBhvr>
                                        <p:cTn id="248" dur="225"/>
                                        <p:tgtEl>
                                          <p:spTgt spid="36">
                                            <p:txEl>
                                              <p:pRg st="4" end="4"/>
                                            </p:txEl>
                                          </p:spTgt>
                                        </p:tgtEl>
                                      </p:cBhvr>
                                    </p:animEffect>
                                  </p:childTnLst>
                                </p:cTn>
                              </p:par>
                              <p:par>
                                <p:cTn id="249" presetID="10" presetClass="entr" presetSubtype="0" fill="hold" nodeType="withEffect">
                                  <p:stCondLst>
                                    <p:cond delay="400"/>
                                  </p:stCondLst>
                                  <p:childTnLst>
                                    <p:set>
                                      <p:cBhvr>
                                        <p:cTn id="250" dur="1" fill="hold">
                                          <p:stCondLst>
                                            <p:cond delay="0"/>
                                          </p:stCondLst>
                                        </p:cTn>
                                        <p:tgtEl>
                                          <p:spTgt spid="37"/>
                                        </p:tgtEl>
                                        <p:attrNameLst>
                                          <p:attrName>style.visibility</p:attrName>
                                        </p:attrNameLst>
                                      </p:cBhvr>
                                      <p:to>
                                        <p:strVal val="visible"/>
                                      </p:to>
                                    </p:set>
                                    <p:animEffect transition="in" filter="fade">
                                      <p:cBhvr>
                                        <p:cTn id="251" dur="225"/>
                                        <p:tgtEl>
                                          <p:spTgt spid="37"/>
                                        </p:tgtEl>
                                      </p:cBhvr>
                                    </p:animEffect>
                                  </p:childTnLst>
                                </p:cTn>
                              </p:par>
                              <p:par>
                                <p:cTn id="252" presetID="22" presetClass="entr" presetSubtype="4" fill="hold" nodeType="withEffect">
                                  <p:stCondLst>
                                    <p:cond delay="435"/>
                                  </p:stCondLst>
                                  <p:childTnLst>
                                    <p:set>
                                      <p:cBhvr>
                                        <p:cTn id="253" dur="1" fill="hold">
                                          <p:stCondLst>
                                            <p:cond delay="0"/>
                                          </p:stCondLst>
                                        </p:cTn>
                                        <p:tgtEl>
                                          <p:spTgt spid="38"/>
                                        </p:tgtEl>
                                        <p:attrNameLst>
                                          <p:attrName>style.visibility</p:attrName>
                                        </p:attrNameLst>
                                      </p:cBhvr>
                                      <p:to>
                                        <p:strVal val="visible"/>
                                      </p:to>
                                    </p:set>
                                    <p:animEffect transition="in" filter="wipe(down)">
                                      <p:cBhvr>
                                        <p:cTn id="254" dur="250"/>
                                        <p:tgtEl>
                                          <p:spTgt spid="38"/>
                                        </p:tgtEl>
                                      </p:cBhvr>
                                    </p:animEffect>
                                  </p:childTnLst>
                                </p:cTn>
                              </p:par>
                              <p:par>
                                <p:cTn id="255" presetID="10" presetClass="entr" presetSubtype="0" fill="hold" nodeType="withEffect">
                                  <p:stCondLst>
                                    <p:cond delay="470"/>
                                  </p:stCondLst>
                                  <p:childTnLst>
                                    <p:set>
                                      <p:cBhvr>
                                        <p:cTn id="256" dur="1" fill="hold">
                                          <p:stCondLst>
                                            <p:cond delay="0"/>
                                          </p:stCondLst>
                                        </p:cTn>
                                        <p:tgtEl>
                                          <p:spTgt spid="39"/>
                                        </p:tgtEl>
                                        <p:attrNameLst>
                                          <p:attrName>style.visibility</p:attrName>
                                        </p:attrNameLst>
                                      </p:cBhvr>
                                      <p:to>
                                        <p:strVal val="visible"/>
                                      </p:to>
                                    </p:set>
                                    <p:animEffect transition="in" filter="fade">
                                      <p:cBhvr>
                                        <p:cTn id="257" dur="225"/>
                                        <p:tgtEl>
                                          <p:spTgt spid="39"/>
                                        </p:tgtEl>
                                      </p:cBhvr>
                                    </p:animEffect>
                                  </p:childTnLst>
                                </p:cTn>
                              </p:par>
                              <p:par>
                                <p:cTn id="258" presetID="10" presetClass="entr" presetSubtype="0" grpId="0" fill="hold" nodeType="withEffect">
                                  <p:stCondLst>
                                    <p:cond delay="505"/>
                                  </p:stCondLst>
                                  <p:childTnLst>
                                    <p:set>
                                      <p:cBhvr>
                                        <p:cTn id="259" dur="1" fill="hold">
                                          <p:stCondLst>
                                            <p:cond delay="0"/>
                                          </p:stCondLst>
                                        </p:cTn>
                                        <p:tgtEl>
                                          <p:spTgt spid="40">
                                            <p:txEl>
                                              <p:pRg st="0" end="0"/>
                                            </p:txEl>
                                          </p:spTgt>
                                        </p:tgtEl>
                                        <p:attrNameLst>
                                          <p:attrName>style.visibility</p:attrName>
                                        </p:attrNameLst>
                                      </p:cBhvr>
                                      <p:to>
                                        <p:strVal val="visible"/>
                                      </p:to>
                                    </p:set>
                                    <p:animEffect transition="in" filter="fade">
                                      <p:cBhvr>
                                        <p:cTn id="260" dur="225"/>
                                        <p:tgtEl>
                                          <p:spTgt spid="40">
                                            <p:txEl>
                                              <p:pRg st="0" end="0"/>
                                            </p:txEl>
                                          </p:spTgt>
                                        </p:tgtEl>
                                      </p:cBhvr>
                                    </p:animEffect>
                                  </p:childTnLst>
                                </p:cTn>
                              </p:par>
                              <p:par>
                                <p:cTn id="261" presetID="10" presetClass="entr" presetSubtype="0" grpId="0" fill="hold" nodeType="withEffect">
                                  <p:stCondLst>
                                    <p:cond delay="667"/>
                                  </p:stCondLst>
                                  <p:childTnLst>
                                    <p:set>
                                      <p:cBhvr>
                                        <p:cTn id="262" dur="1" fill="hold">
                                          <p:stCondLst>
                                            <p:cond delay="0"/>
                                          </p:stCondLst>
                                        </p:cTn>
                                        <p:tgtEl>
                                          <p:spTgt spid="40">
                                            <p:txEl>
                                              <p:pRg st="1" end="1"/>
                                            </p:txEl>
                                          </p:spTgt>
                                        </p:tgtEl>
                                        <p:attrNameLst>
                                          <p:attrName>style.visibility</p:attrName>
                                        </p:attrNameLst>
                                      </p:cBhvr>
                                      <p:to>
                                        <p:strVal val="visible"/>
                                      </p:to>
                                    </p:set>
                                    <p:animEffect transition="in" filter="fade">
                                      <p:cBhvr>
                                        <p:cTn id="263" dur="225"/>
                                        <p:tgtEl>
                                          <p:spTgt spid="40">
                                            <p:txEl>
                                              <p:pRg st="1" end="1"/>
                                            </p:txEl>
                                          </p:spTgt>
                                        </p:tgtEl>
                                      </p:cBhvr>
                                    </p:animEffect>
                                  </p:childTnLst>
                                </p:cTn>
                              </p:par>
                              <p:par>
                                <p:cTn id="264" presetID="10" presetClass="entr" presetSubtype="0" grpId="0" fill="hold" nodeType="withEffect">
                                  <p:stCondLst>
                                    <p:cond delay="829"/>
                                  </p:stCondLst>
                                  <p:childTnLst>
                                    <p:set>
                                      <p:cBhvr>
                                        <p:cTn id="265" dur="1" fill="hold">
                                          <p:stCondLst>
                                            <p:cond delay="0"/>
                                          </p:stCondLst>
                                        </p:cTn>
                                        <p:tgtEl>
                                          <p:spTgt spid="40">
                                            <p:txEl>
                                              <p:pRg st="2" end="2"/>
                                            </p:txEl>
                                          </p:spTgt>
                                        </p:tgtEl>
                                        <p:attrNameLst>
                                          <p:attrName>style.visibility</p:attrName>
                                        </p:attrNameLst>
                                      </p:cBhvr>
                                      <p:to>
                                        <p:strVal val="visible"/>
                                      </p:to>
                                    </p:set>
                                    <p:animEffect transition="in" filter="fade">
                                      <p:cBhvr>
                                        <p:cTn id="266" dur="225"/>
                                        <p:tgtEl>
                                          <p:spTgt spid="40">
                                            <p:txEl>
                                              <p:pRg st="2" end="2"/>
                                            </p:txEl>
                                          </p:spTgt>
                                        </p:tgtEl>
                                      </p:cBhvr>
                                    </p:animEffect>
                                  </p:childTnLst>
                                </p:cTn>
                              </p:par>
                              <p:par>
                                <p:cTn id="267" presetID="10" presetClass="entr" presetSubtype="0" grpId="0" fill="hold" nodeType="withEffect">
                                  <p:stCondLst>
                                    <p:cond delay="991"/>
                                  </p:stCondLst>
                                  <p:childTnLst>
                                    <p:set>
                                      <p:cBhvr>
                                        <p:cTn id="268" dur="1" fill="hold">
                                          <p:stCondLst>
                                            <p:cond delay="0"/>
                                          </p:stCondLst>
                                        </p:cTn>
                                        <p:tgtEl>
                                          <p:spTgt spid="40">
                                            <p:txEl>
                                              <p:pRg st="3" end="3"/>
                                            </p:txEl>
                                          </p:spTgt>
                                        </p:tgtEl>
                                        <p:attrNameLst>
                                          <p:attrName>style.visibility</p:attrName>
                                        </p:attrNameLst>
                                      </p:cBhvr>
                                      <p:to>
                                        <p:strVal val="visible"/>
                                      </p:to>
                                    </p:set>
                                    <p:animEffect transition="in" filter="fade">
                                      <p:cBhvr>
                                        <p:cTn id="269" dur="225"/>
                                        <p:tgtEl>
                                          <p:spTgt spid="40">
                                            <p:txEl>
                                              <p:pRg st="3" end="3"/>
                                            </p:txEl>
                                          </p:spTgt>
                                        </p:tgtEl>
                                      </p:cBhvr>
                                    </p:animEffect>
                                  </p:childTnLst>
                                </p:cTn>
                              </p:par>
                              <p:par>
                                <p:cTn id="270" presetID="10" presetClass="entr" presetSubtype="0" fill="hold" nodeType="withEffect">
                                  <p:stCondLst>
                                    <p:cond delay="540"/>
                                  </p:stCondLst>
                                  <p:childTnLst>
                                    <p:set>
                                      <p:cBhvr>
                                        <p:cTn id="271" dur="1" fill="hold">
                                          <p:stCondLst>
                                            <p:cond delay="0"/>
                                          </p:stCondLst>
                                        </p:cTn>
                                        <p:tgtEl>
                                          <p:spTgt spid="41"/>
                                        </p:tgtEl>
                                        <p:attrNameLst>
                                          <p:attrName>style.visibility</p:attrName>
                                        </p:attrNameLst>
                                      </p:cBhvr>
                                      <p:to>
                                        <p:strVal val="visible"/>
                                      </p:to>
                                    </p:set>
                                    <p:animEffect transition="in" filter="fade">
                                      <p:cBhvr>
                                        <p:cTn id="272" dur="225"/>
                                        <p:tgtEl>
                                          <p:spTgt spid="41"/>
                                        </p:tgtEl>
                                      </p:cBhvr>
                                    </p:animEffect>
                                  </p:childTnLst>
                                </p:cTn>
                              </p:par>
                              <p:par>
                                <p:cTn id="273" presetID="22" presetClass="entr" presetSubtype="4" fill="hold" nodeType="withEffect">
                                  <p:stCondLst>
                                    <p:cond delay="540"/>
                                  </p:stCondLst>
                                  <p:childTnLst>
                                    <p:set>
                                      <p:cBhvr>
                                        <p:cTn id="274" dur="1" fill="hold">
                                          <p:stCondLst>
                                            <p:cond delay="0"/>
                                          </p:stCondLst>
                                        </p:cTn>
                                        <p:tgtEl>
                                          <p:spTgt spid="42"/>
                                        </p:tgtEl>
                                        <p:attrNameLst>
                                          <p:attrName>style.visibility</p:attrName>
                                        </p:attrNameLst>
                                      </p:cBhvr>
                                      <p:to>
                                        <p:strVal val="visible"/>
                                      </p:to>
                                    </p:set>
                                    <p:animEffect transition="in" filter="wipe(down)">
                                      <p:cBhvr>
                                        <p:cTn id="275" dur="250"/>
                                        <p:tgtEl>
                                          <p:spTgt spid="42"/>
                                        </p:tgtEl>
                                      </p:cBhvr>
                                    </p:animEffect>
                                  </p:childTnLst>
                                </p:cTn>
                              </p:par>
                              <p:par>
                                <p:cTn id="276" presetID="10" presetClass="entr" presetSubtype="0" fill="hold" nodeType="withEffect">
                                  <p:stCondLst>
                                    <p:cond delay="575"/>
                                  </p:stCondLst>
                                  <p:childTnLst>
                                    <p:set>
                                      <p:cBhvr>
                                        <p:cTn id="277" dur="1" fill="hold">
                                          <p:stCondLst>
                                            <p:cond delay="0"/>
                                          </p:stCondLst>
                                        </p:cTn>
                                        <p:tgtEl>
                                          <p:spTgt spid="43"/>
                                        </p:tgtEl>
                                        <p:attrNameLst>
                                          <p:attrName>style.visibility</p:attrName>
                                        </p:attrNameLst>
                                      </p:cBhvr>
                                      <p:to>
                                        <p:strVal val="visible"/>
                                      </p:to>
                                    </p:set>
                                    <p:animEffect transition="in" filter="fade">
                                      <p:cBhvr>
                                        <p:cTn id="278" dur="225"/>
                                        <p:tgtEl>
                                          <p:spTgt spid="43"/>
                                        </p:tgtEl>
                                      </p:cBhvr>
                                    </p:animEffect>
                                  </p:childTnLst>
                                </p:cTn>
                              </p:par>
                              <p:par>
                                <p:cTn id="279" presetID="22" presetClass="entr" presetSubtype="4" fill="hold" nodeType="withEffect">
                                  <p:stCondLst>
                                    <p:cond delay="575"/>
                                  </p:stCondLst>
                                  <p:childTnLst>
                                    <p:set>
                                      <p:cBhvr>
                                        <p:cTn id="280" dur="1" fill="hold">
                                          <p:stCondLst>
                                            <p:cond delay="0"/>
                                          </p:stCondLst>
                                        </p:cTn>
                                        <p:tgtEl>
                                          <p:spTgt spid="44"/>
                                        </p:tgtEl>
                                        <p:attrNameLst>
                                          <p:attrName>style.visibility</p:attrName>
                                        </p:attrNameLst>
                                      </p:cBhvr>
                                      <p:to>
                                        <p:strVal val="visible"/>
                                      </p:to>
                                    </p:set>
                                    <p:animEffect transition="in" filter="wipe(down)">
                                      <p:cBhvr>
                                        <p:cTn id="281" dur="250"/>
                                        <p:tgtEl>
                                          <p:spTgt spid="44"/>
                                        </p:tgtEl>
                                      </p:cBhvr>
                                    </p:animEffect>
                                  </p:childTnLst>
                                </p:cTn>
                              </p:par>
                              <p:par>
                                <p:cTn id="282" presetID="10" presetClass="entr" presetSubtype="0" fill="hold" nodeType="withEffect">
                                  <p:stCondLst>
                                    <p:cond delay="610"/>
                                  </p:stCondLst>
                                  <p:childTnLst>
                                    <p:set>
                                      <p:cBhvr>
                                        <p:cTn id="283" dur="1" fill="hold">
                                          <p:stCondLst>
                                            <p:cond delay="0"/>
                                          </p:stCondLst>
                                        </p:cTn>
                                        <p:tgtEl>
                                          <p:spTgt spid="45"/>
                                        </p:tgtEl>
                                        <p:attrNameLst>
                                          <p:attrName>style.visibility</p:attrName>
                                        </p:attrNameLst>
                                      </p:cBhvr>
                                      <p:to>
                                        <p:strVal val="visible"/>
                                      </p:to>
                                    </p:set>
                                    <p:animEffect transition="in" filter="fade">
                                      <p:cBhvr>
                                        <p:cTn id="284" dur="225"/>
                                        <p:tgtEl>
                                          <p:spTgt spid="45"/>
                                        </p:tgtEl>
                                      </p:cBhvr>
                                    </p:animEffect>
                                  </p:childTnLst>
                                </p:cTn>
                              </p:par>
                              <p:par>
                                <p:cTn id="285" presetID="22" presetClass="entr" presetSubtype="4" fill="hold" nodeType="withEffect">
                                  <p:stCondLst>
                                    <p:cond delay="610"/>
                                  </p:stCondLst>
                                  <p:childTnLst>
                                    <p:set>
                                      <p:cBhvr>
                                        <p:cTn id="286" dur="1" fill="hold">
                                          <p:stCondLst>
                                            <p:cond delay="0"/>
                                          </p:stCondLst>
                                        </p:cTn>
                                        <p:tgtEl>
                                          <p:spTgt spid="46"/>
                                        </p:tgtEl>
                                        <p:attrNameLst>
                                          <p:attrName>style.visibility</p:attrName>
                                        </p:attrNameLst>
                                      </p:cBhvr>
                                      <p:to>
                                        <p:strVal val="visible"/>
                                      </p:to>
                                    </p:set>
                                    <p:animEffect transition="in" filter="wipe(down)">
                                      <p:cBhvr>
                                        <p:cTn id="287" dur="250"/>
                                        <p:tgtEl>
                                          <p:spTgt spid="46"/>
                                        </p:tgtEl>
                                      </p:cBhvr>
                                    </p:animEffect>
                                  </p:childTnLst>
                                </p:cTn>
                              </p:par>
                              <p:par>
                                <p:cTn id="288" presetID="10" presetClass="entr" presetSubtype="0" fill="hold" nodeType="withEffect">
                                  <p:stCondLst>
                                    <p:cond delay="645"/>
                                  </p:stCondLst>
                                  <p:childTnLst>
                                    <p:set>
                                      <p:cBhvr>
                                        <p:cTn id="289" dur="1" fill="hold">
                                          <p:stCondLst>
                                            <p:cond delay="0"/>
                                          </p:stCondLst>
                                        </p:cTn>
                                        <p:tgtEl>
                                          <p:spTgt spid="47"/>
                                        </p:tgtEl>
                                        <p:attrNameLst>
                                          <p:attrName>style.visibility</p:attrName>
                                        </p:attrNameLst>
                                      </p:cBhvr>
                                      <p:to>
                                        <p:strVal val="visible"/>
                                      </p:to>
                                    </p:set>
                                    <p:animEffect transition="in" filter="fade">
                                      <p:cBhvr>
                                        <p:cTn id="290" dur="225"/>
                                        <p:tgtEl>
                                          <p:spTgt spid="47"/>
                                        </p:tgtEl>
                                      </p:cBhvr>
                                    </p:animEffect>
                                  </p:childTnLst>
                                </p:cTn>
                              </p:par>
                              <p:par>
                                <p:cTn id="291" presetID="10" presetClass="entr" presetSubtype="0" fill="hold" nodeType="withEffect">
                                  <p:stCondLst>
                                    <p:cond delay="680"/>
                                  </p:stCondLst>
                                  <p:childTnLst>
                                    <p:set>
                                      <p:cBhvr>
                                        <p:cTn id="292" dur="1" fill="hold">
                                          <p:stCondLst>
                                            <p:cond delay="0"/>
                                          </p:stCondLst>
                                        </p:cTn>
                                        <p:tgtEl>
                                          <p:spTgt spid="48"/>
                                        </p:tgtEl>
                                        <p:attrNameLst>
                                          <p:attrName>style.visibility</p:attrName>
                                        </p:attrNameLst>
                                      </p:cBhvr>
                                      <p:to>
                                        <p:strVal val="visible"/>
                                      </p:to>
                                    </p:set>
                                    <p:animEffect transition="in" filter="fade">
                                      <p:cBhvr>
                                        <p:cTn id="293" dur="225"/>
                                        <p:tgtEl>
                                          <p:spTgt spid="48"/>
                                        </p:tgtEl>
                                      </p:cBhvr>
                                    </p:animEffect>
                                  </p:childTnLst>
                                </p:cTn>
                              </p:par>
                              <p:par>
                                <p:cTn id="294" presetID="10" presetClass="entr" presetSubtype="0" fill="hold" nodeType="withEffect">
                                  <p:stCondLst>
                                    <p:cond delay="290"/>
                                  </p:stCondLst>
                                  <p:childTnLst>
                                    <p:set>
                                      <p:cBhvr>
                                        <p:cTn id="295" dur="1" fill="hold">
                                          <p:stCondLst>
                                            <p:cond delay="0"/>
                                          </p:stCondLst>
                                        </p:cTn>
                                        <p:tgtEl>
                                          <p:spTgt spid="49"/>
                                        </p:tgtEl>
                                        <p:attrNameLst>
                                          <p:attrName>style.visibility</p:attrName>
                                        </p:attrNameLst>
                                      </p:cBhvr>
                                      <p:to>
                                        <p:strVal val="visible"/>
                                      </p:to>
                                    </p:set>
                                    <p:animEffect transition="in" filter="fade">
                                      <p:cBhvr>
                                        <p:cTn id="296" dur="225"/>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build="p"/>
      <p:bldP spid="28" grpId="0" build="p"/>
      <p:bldP spid="36" grpId="0" build="p"/>
      <p:bldP spid="4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Elegimos ESP-NOW por costo y simplicidad; el error de fase fija el presupuesto</a:t>
            </a:r>
            <a:endParaRPr lang="en-US" sz="2200" dirty="0"/>
          </a:p>
        </p:txBody>
      </p:sp>
      <p:sp>
        <p:nvSpPr>
          <p:cNvPr id="3" name="Obj [o68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maestro coordina por ESP-NOW y cada nodo une su ESP32 con su PSoC</a:t>
            </a:r>
            <a:endParaRPr lang="en-US" sz="1400" dirty="0"/>
          </a:p>
        </p:txBody>
      </p:sp>
      <p:pic>
        <p:nvPicPr>
          <p:cNvPr id="4" name="Obj [o685]"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663651" y="1481328"/>
            <a:ext cx="5816698" cy="2964822"/>
          </a:xfrm>
          <a:prstGeom prst="rect">
            <a:avLst/>
          </a:prstGeom>
        </p:spPr>
      </p:pic>
      <p:sp>
        <p:nvSpPr>
          <p:cNvPr id="5" name="Obj [o68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5); resumen firmado, sec. 4.8.</a:t>
            </a:r>
            <a:endParaRPr lang="en-US" sz="800" dirty="0"/>
          </a:p>
        </p:txBody>
      </p:sp>
      <p:sp>
        <p:nvSpPr>
          <p:cNvPr id="6" name="Obj [o68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ESP-NOW por costo y simplicidad, no por ser la opción más precisa</a:t>
            </a:r>
            <a:endParaRPr lang="en-US" sz="1400" dirty="0"/>
          </a:p>
        </p:txBody>
      </p:sp>
      <p:graphicFrame>
        <p:nvGraphicFramePr>
          <p:cNvPr id="7" name="Obj [o688]"/>
          <p:cNvGraphicFramePr>
            <a:graphicFrameLocks noGrp="1"/>
          </p:cNvGraphicFramePr>
          <p:nvPr>
            <p:extLst>
              <p:ext uri="{D42A27DB-BD31-4B8C-83A1-F6EECF244321}">
                <p14:modId xmlns:p14="http://schemas.microsoft.com/office/powerpoint/2010/main" val="1579011935"/>
              </p:ext>
            </p:extLst>
          </p:nvPr>
        </p:nvGraphicFramePr>
        <p:xfrm>
          <a:off x="441794" y="1557362"/>
          <a:ext cx="6843091" cy="914400"/>
        </p:xfrm>
        <a:graphic>
          <a:graphicData uri="http://schemas.openxmlformats.org/drawingml/2006/table">
            <a:tbl>
              <a:tblPr/>
              <a:tblGrid>
                <a:gridCol w="1444653"/>
                <a:gridCol w="1520687"/>
                <a:gridCol w="1900859"/>
                <a:gridCol w="1976893"/>
              </a:tblGrid>
              <a:tr h="342155">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Opción</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Infraestructura</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Inicio coordinado</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Observación</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2155">
                <a:tc>
                  <a:txBody>
                    <a:bodyPr/>
                    <a:lstStyle/>
                    <a:p>
                      <a:pPr algn="l" indent="0" marL="0">
                        <a:buNone/>
                      </a:pPr>
                      <a:r>
                        <a:rPr lang="en-US" sz="915" b="1" dirty="0">
                          <a:solidFill>
                            <a:srgbClr val="2D2D2D"/>
                          </a:solidFill>
                          <a:latin typeface="Arial" pitchFamily="34" charset="0"/>
                          <a:ea typeface="Arial" pitchFamily="34" charset="-122"/>
                          <a:cs typeface="Arial" pitchFamily="34" charset="-120"/>
                        </a:rPr>
                        <a:t>Cable de sincronismo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Tendido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Determinista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Se usó y se retiró: es el cableado que se quiere evitar</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15" b="1" dirty="0">
                          <a:solidFill>
                            <a:srgbClr val="2D2D2D"/>
                          </a:solidFill>
                          <a:latin typeface="Arial" pitchFamily="34" charset="0"/>
                          <a:ea typeface="Arial" pitchFamily="34" charset="-122"/>
                          <a:cs typeface="Arial" pitchFamily="34" charset="-120"/>
                        </a:rPr>
                        <a:t>Wi-Fi con punto de acceso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Punto de acceso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Variable (ACK, reintentos, CSMA/CA)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Latencia distinta en cada nodo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15" b="1" dirty="0">
                          <a:solidFill>
                            <a:srgbClr val="2D2D2D"/>
                          </a:solidFill>
                          <a:latin typeface="Arial" pitchFamily="34" charset="0"/>
                          <a:ea typeface="Arial" pitchFamily="34" charset="-122"/>
                          <a:cs typeface="Arial" pitchFamily="34" charset="-120"/>
                        </a:rPr>
                        <a:t>LoRa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Ninguna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Tiempo en el aire de decenas de ms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Tasa de datos muy baja para descargar registros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15" b="1" dirty="0">
                          <a:solidFill>
                            <a:srgbClr val="2D2D2D"/>
                          </a:solidFill>
                          <a:latin typeface="Arial" pitchFamily="34" charset="0"/>
                          <a:ea typeface="Arial" pitchFamily="34" charset="-122"/>
                          <a:cs typeface="Arial" pitchFamily="34" charset="-120"/>
                        </a:rPr>
                        <a:t>GPS / PPS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Receptor y cielo abierto por nodo</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Referencia absoluta, muy buena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Lo usan equipos comerciales; costo y cobertura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15" b="1" dirty="0">
                          <a:solidFill>
                            <a:srgbClr val="1F4E79"/>
                          </a:solidFill>
                          <a:latin typeface="Arial" pitchFamily="34" charset="0"/>
                          <a:ea typeface="Arial" pitchFamily="34" charset="-122"/>
                          <a:cs typeface="Arial" pitchFamily="34" charset="-120"/>
                        </a:rPr>
                        <a:t>ESP-NOW (broadcast)</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1F4E79"/>
                          </a:solidFill>
                          <a:latin typeface="Arial" pitchFamily="34" charset="0"/>
                          <a:ea typeface="Arial" pitchFamily="34" charset="-122"/>
                          <a:cs typeface="Arial" pitchFamily="34" charset="-120"/>
                        </a:rPr>
                        <a:t>Ninguna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b="1" dirty="0">
                          <a:solidFill>
                            <a:srgbClr val="1F4E79"/>
                          </a:solidFill>
                          <a:latin typeface="Arial" pitchFamily="34" charset="0"/>
                          <a:ea typeface="Arial" pitchFamily="34" charset="-122"/>
                          <a:cs typeface="Arial" pitchFamily="34" charset="-120"/>
                        </a:rPr>
                        <a:t>≈ 200–400 µs medido con 3 nodos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1F4E79"/>
                          </a:solidFill>
                          <a:latin typeface="Arial" pitchFamily="34" charset="0"/>
                          <a:ea typeface="Arial" pitchFamily="34" charset="-122"/>
                          <a:cs typeface="Arial" pitchFamily="34" charset="-120"/>
                        </a:rPr>
                        <a:t>Sin ACK; barato y ya integrado en el ESP32</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15" b="1" dirty="0">
                          <a:solidFill>
                            <a:srgbClr val="2D2D2D"/>
                          </a:solidFill>
                          <a:latin typeface="Arial" pitchFamily="34" charset="0"/>
                          <a:ea typeface="Arial" pitchFamily="34" charset="-122"/>
                          <a:cs typeface="Arial" pitchFamily="34" charset="-120"/>
                        </a:rPr>
                        <a:t>UWB (DWM1000)</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Ninguna</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±4 ns reportado (Korsimaa, 2025)</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15" dirty="0">
                          <a:solidFill>
                            <a:srgbClr val="2D2D2D"/>
                          </a:solidFill>
                          <a:latin typeface="Arial" pitchFamily="34" charset="0"/>
                          <a:ea typeface="Arial" pitchFamily="34" charset="-122"/>
                          <a:cs typeface="Arial" pitchFamily="34" charset="-120"/>
                        </a:rPr>
                        <a:t>Trabajo futuro, sin implementar</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Obj [o689]"/>
          <p:cNvSpPr txBox="1"/>
          <p:nvPr/>
        </p:nvSpPr>
        <p:spPr>
          <a:xfrm>
            <a:off x="441794" y="4028479"/>
            <a:ext cx="6843091" cy="266120"/>
          </a:xfrm>
          <a:prstGeom prst="rect">
            <a:avLst/>
          </a:prstGeom>
          <a:noFill/>
          <a:ln/>
        </p:spPr>
        <p:txBody>
          <a:bodyPr wrap="square" lIns="0" tIns="0" rIns="0" bIns="0" rtlCol="0" anchor="t"/>
          <a:lstStyle/>
          <a:p>
            <a:pPr indent="0" marL="0">
              <a:buNone/>
            </a:pPr>
            <a:r>
              <a:rPr lang="en-US" sz="1122"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122" dirty="0"/>
          </a:p>
        </p:txBody>
      </p:sp>
      <p:sp>
        <p:nvSpPr>
          <p:cNvPr id="9" name="Obj [o69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08_trabajos_futuros.tex (UWB, Korsimaa 2025), 01_problema_modelado.tex (GPS). Wi-Fi, LoRa y GPS: propiedades generales, no medidas propias.</a:t>
            </a:r>
            <a:endParaRPr lang="en-US" sz="800" dirty="0"/>
          </a:p>
        </p:txBody>
      </p:sp>
      <p:sp>
        <p:nvSpPr>
          <p:cNvPr id="10" name="Obj [o69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desfase de tiempo entre nodos se convierte en un error de fase que crece con la frecuencia</a:t>
            </a:r>
            <a:endParaRPr lang="en-US" sz="1400" dirty="0"/>
          </a:p>
        </p:txBody>
      </p:sp>
      <p:pic>
        <p:nvPicPr>
          <p:cNvPr id="11" name="Obj [o692]" descr="Error de fase en función del desfasaje temporal entre nodos para 20, 50 y 100 Hz, con el presupuesto de 5 grados y la observación preliminar de 400 microsegundos">    </p:cNvPr>
          <p:cNvPicPr>
            <a:picLocks noChangeAspect="1"/>
          </p:cNvPicPr>
          <p:nvPr/>
        </p:nvPicPr>
        <p:blipFill>
          <a:blip r:embed="rId2"/>
          <a:stretch>
            <a:fillRect/>
          </a:stretch>
        </p:blipFill>
        <p:spPr>
          <a:xfrm>
            <a:off x="365760" y="1557362"/>
            <a:ext cx="3664099" cy="2699219"/>
          </a:xfrm>
          <a:prstGeom prst="rect">
            <a:avLst/>
          </a:prstGeom>
        </p:spPr>
      </p:pic>
      <p:sp>
        <p:nvSpPr>
          <p:cNvPr id="12" name="Obj [o693]"/>
          <p:cNvSpPr/>
          <p:nvPr/>
        </p:nvSpPr>
        <p:spPr>
          <a:xfrm>
            <a:off x="4243512" y="1557362"/>
            <a:ext cx="3041374"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94]"/>
              <p:cNvSpPr txBox="1"/>
              <p:nvPr/>
            </p:nvSpPr>
            <p:spPr>
              <a:xfrm>
                <a:off x="4243512" y="1557362"/>
                <a:ext cx="3041374"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Δφ=360°·f·Δt</m:t>
                      </m:r>
                    </m:oMath>
                  </m:oMathPara>
                </a14:m>
                <a:endParaRPr lang="es-ES"/>
              </a:p>
            </p:txBody>
          </p:sp>
        </mc:Choice>
        <mc:Fallback>
          <p:sp>
            <p:nvSpPr>
              <p:cNvPr id="13" name="Obj [o694]"/>
              <p:cNvSpPr txBox="1"/>
              <p:nvPr/>
            </p:nvSpPr>
            <p:spPr>
              <a:xfrm>
                <a:off x="4243512" y="1557362"/>
                <a:ext cx="3041374"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Δφ = 360° · f · Δt</a:t>
                </a:r>
                <a:endParaRPr lang="en-US" sz="2071" dirty="0"/>
              </a:p>
            </p:txBody>
          </p:sp>
        </mc:Fallback>
      </mc:AlternateContent>
      <p:sp>
        <p:nvSpPr>
          <p:cNvPr id="14" name="Obj [o695]"/>
          <p:cNvSpPr txBox="1"/>
          <p:nvPr/>
        </p:nvSpPr>
        <p:spPr>
          <a:xfrm>
            <a:off x="4243512" y="2317706"/>
            <a:ext cx="3041374" cy="1824824"/>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Para limitar el error a 5°: 278 µs a 50 Hz y 139 µs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7,2° a 50 Hz y 14,4°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los 5° se cumplen hasta unos 35 Hz (cálculo propio)</a:t>
            </a:r>
            <a:endParaRPr lang="en-US" sz="1208" dirty="0"/>
          </a:p>
        </p:txBody>
      </p:sp>
      <p:sp>
        <p:nvSpPr>
          <p:cNvPr id="15" name="Obj [o69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ec. 18; documento de tesis, 04_arquitectura.tex y fig. sincronizacion_fase. Los 35 Hz: 5°/(360°·400 µs).</a:t>
            </a:r>
            <a:endParaRPr lang="en-US" sz="800" dirty="0"/>
          </a:p>
        </p:txBody>
      </p:sp>
      <p:sp>
        <p:nvSpPr>
          <p:cNvPr id="16" name="Obj [o69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velocidad de fase, el error depende del espaciamiento entre receptores y no de la frecuencia</a:t>
            </a:r>
            <a:endParaRPr lang="en-US" sz="1400" dirty="0"/>
          </a:p>
        </p:txBody>
      </p:sp>
      <p:pic>
        <p:nvPicPr>
          <p:cNvPr id="17" name="Obj [o698]" descr="Error de velocidad de fase en porcentaje en función del desalineamiento temporal entre nodos, para velocidades de Rayleigh de 120, 150 y 200 m/s con receptores separados 2 m">    </p:cNvPr>
          <p:cNvPicPr>
            <a:picLocks noChangeAspect="1"/>
          </p:cNvPicPr>
          <p:nvPr/>
        </p:nvPicPr>
        <p:blipFill>
          <a:blip r:embed="rId3"/>
          <a:stretch>
            <a:fillRect/>
          </a:stretch>
        </p:blipFill>
        <p:spPr>
          <a:xfrm>
            <a:off x="365760" y="1595380"/>
            <a:ext cx="3953786" cy="2272109"/>
          </a:xfrm>
          <a:prstGeom prst="rect">
            <a:avLst/>
          </a:prstGeom>
        </p:spPr>
      </p:pic>
      <p:sp>
        <p:nvSpPr>
          <p:cNvPr id="18" name="Obj [o699]"/>
          <p:cNvSpPr/>
          <p:nvPr/>
        </p:nvSpPr>
        <p:spPr>
          <a:xfrm>
            <a:off x="4471615" y="1595380"/>
            <a:ext cx="2813271"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9" name="Obj [o700]"/>
              <p:cNvSpPr txBox="1"/>
              <p:nvPr/>
            </p:nvSpPr>
            <p:spPr>
              <a:xfrm>
                <a:off x="4471615" y="1595380"/>
                <a:ext cx="2813271"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c·Δt</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19" name="Obj [o700]"/>
              <p:cNvSpPr txBox="1"/>
              <p:nvPr/>
            </p:nvSpPr>
            <p:spPr>
              <a:xfrm>
                <a:off x="4471615" y="1595380"/>
                <a:ext cx="2813271"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c·Δt / Δx</a:t>
                </a:r>
                <a:endParaRPr lang="en-US" sz="2071" dirty="0"/>
              </a:p>
            </p:txBody>
          </p:sp>
        </mc:Fallback>
      </mc:AlternateContent>
      <p:sp>
        <p:nvSpPr>
          <p:cNvPr id="20" name="Obj [o701]"/>
          <p:cNvSpPr txBox="1"/>
          <p:nvPr/>
        </p:nvSpPr>
        <p:spPr>
          <a:xfrm>
            <a:off x="4471615" y="2469775"/>
            <a:ext cx="2813271" cy="1748790"/>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x</m:t>
                    </m:r>
                    <m:r>
                      <m:rPr>
                        <m:sty m:val="p"/>
                      </m:rPr>
                      <a:rPr lang="es-ES" sz="1122">
                        <a:solidFill>
                          <a:srgbClr val="2D2D2D"/>
                        </a:solidFill>
                        <a:latin typeface="Cambria Math" panose="02040503050406030204" pitchFamily="18" charset="0"/>
                      </a:rPr>
                      <m:t xml:space="preserve">=</m:t>
                    </m:r>
                    <m:r>
                      <m:rPr>
                        <m:sty m:val="p"/>
                      </m:rPr>
                      <a:rPr lang="es-ES" sz="1122">
                        <a:solidFill>
                          <a:srgbClr val="2D2D2D"/>
                        </a:solidFill>
                        <a:latin typeface="Cambria Math" panose="02040503050406030204" pitchFamily="18" charset="0"/>
                      </a:rPr>
                      <m:t xml:space="preserve">2</m:t>
                    </m:r>
                  </m:oMath>
                </a14:m>
              </mc:Choice>
              <mc:Fallback>
                <a:r>
                  <a:rPr lang="en-US" sz="1122" dirty="0">
                    <a:solidFill>
                      <a:srgbClr val="2D2D2D"/>
                    </a:solidFill>
                    <a:latin typeface="Arial" pitchFamily="34" charset="0"/>
                    <a:ea typeface="Arial" pitchFamily="34" charset="-122"/>
                    <a:cs typeface="Arial" pitchFamily="34" charset="-120"/>
                  </a:rPr>
                  <a:t>Δx = 2</a:t>
                </a:r>
              </mc:Fallback>
            </mc:AlternateContent>
            <a:r>
              <a:rPr lang="en-US" sz="1122" dirty="0">
                <a:solidFill>
                  <a:srgbClr val="2D2D2D"/>
                </a:solidFill>
                <a:latin typeface="Arial" pitchFamily="34" charset="0"/>
                <a:ea typeface="Arial" pitchFamily="34" charset="-122"/>
                <a:cs typeface="Arial" pitchFamily="34" charset="-120"/>
              </a:rPr>
              <a:t> m y c = 150 m/s, 5 % de error llega a 667 µs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400 µs el error sería de 3 %</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x</m:t>
                    </m:r>
                  </m:oMath>
                </a14:m>
              </mc:Choice>
              <mc:Fallback>
                <a:r>
                  <a:rPr lang="en-US" sz="1122" dirty="0">
                    <a:solidFill>
                      <a:srgbClr val="2D2D2D"/>
                    </a:solidFill>
                    <a:latin typeface="Arial" pitchFamily="34" charset="0"/>
                    <a:ea typeface="Arial" pitchFamily="34" charset="-122"/>
                    <a:cs typeface="Arial" pitchFamily="34" charset="-120"/>
                  </a:rPr>
                  <a:t>Δx</a:t>
                </a:r>
              </mc:Fallback>
            </mc:AlternateContent>
            <a:r>
              <a:rPr lang="en-US" sz="1122"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t</m:t>
                    </m:r>
                  </m:oMath>
                </a14:m>
              </mc:Choice>
              <mc:Fallback>
                <a:r>
                  <a:rPr lang="en-US" sz="1122" dirty="0">
                    <a:solidFill>
                      <a:srgbClr val="2D2D2D"/>
                    </a:solidFill>
                    <a:latin typeface="Arial" pitchFamily="34" charset="0"/>
                    <a:ea typeface="Arial" pitchFamily="34" charset="-122"/>
                    <a:cs typeface="Arial" pitchFamily="34" charset="-120"/>
                  </a:rPr>
                  <a:t>Δt</a:t>
                </a:r>
              </mc:Fallback>
            </mc:AlternateContent>
            <a:r>
              <a:rPr lang="en-US" sz="1122" dirty="0">
                <a:solidFill>
                  <a:srgbClr val="2D2D2D"/>
                </a:solidFill>
                <a:latin typeface="Arial" pitchFamily="34" charset="0"/>
                <a:ea typeface="Arial" pitchFamily="34" charset="-122"/>
                <a:cs typeface="Arial" pitchFamily="34" charset="-120"/>
              </a:rPr>
              <a:t> pese más</a:t>
            </a:r>
            <a:endParaRPr lang="en-US" sz="1122" dirty="0"/>
          </a:p>
        </p:txBody>
      </p:sp>
      <p:sp>
        <p:nvSpPr>
          <p:cNvPr id="24" name="Obj [o70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x</m:t>
                    </m:r>
                    <m:r>
                      <m:rPr>
                        <m:sty m:val="p"/>
                      </m:rPr>
                      <a:rPr lang="es-ES" sz="800">
                        <a:solidFill>
                          <a:srgbClr val="6B6B6B"/>
                        </a:solidFill>
                        <a:latin typeface="Cambria Math" panose="02040503050406030204" pitchFamily="18" charset="0"/>
                      </a:rPr>
                      <m:t xml:space="preserve">/</m:t>
                    </m:r>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oMath>
                </a14:m>
              </mc:Choice>
              <mc:Fallback>
                <a:r>
                  <a:rPr lang="en-US" sz="800" dirty="0">
                    <a:solidFill>
                      <a:srgbClr val="6B6B6B"/>
                    </a:solidFill>
                    <a:latin typeface="Arial" pitchFamily="34" charset="0"/>
                    <a:ea typeface="Arial" pitchFamily="34" charset="-122"/>
                    <a:cs typeface="Arial" pitchFamily="34" charset="-120"/>
                  </a:rPr>
                  <a:t>Δx/Δφ</a:t>
                </a:r>
              </mc:Fallback>
            </mc:AlternateContent>
            <a:r>
              <a:rPr lang="en-US" sz="800" dirty="0">
                <a:solidFill>
                  <a:srgbClr val="6B6B6B"/>
                </a:solidFill>
                <a:latin typeface="Arial" pitchFamily="34" charset="0"/>
                <a:ea typeface="Arial" pitchFamily="34" charset="-122"/>
                <a:cs typeface="Arial" pitchFamily="34" charset="-120"/>
              </a:rPr>
              <a:t>: inferencia propia, no tomada de una fuente.</a:t>
            </a:r>
            <a:endParaRPr lang="en-US" sz="800" dirty="0"/>
          </a:p>
        </p:txBody>
      </p:sp>
      <p:sp>
        <p:nvSpPr>
          <p:cNvPr id="2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25"/>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75"/>
                                        <p:tgtEl>
                                          <p:spTgt spid="3"/>
                                        </p:tgtEl>
                                      </p:cBhvr>
                                    </p:animEffect>
                                    <p:set>
                                      <p:cBhvr>
                                        <p:cTn id="20" dur="1" fill="hold">
                                          <p:stCondLst>
                                            <p:cond delay="174"/>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75"/>
                                        <p:tgtEl>
                                          <p:spTgt spid="5"/>
                                        </p:tgtEl>
                                      </p:cBhvr>
                                    </p:animEffect>
                                    <p:set>
                                      <p:cBhvr>
                                        <p:cTn id="23" dur="1" fill="hold">
                                          <p:stCondLst>
                                            <p:cond delay="174"/>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1888 E" pathEditMode="relative" rAng="0" ptsTypes="AA">
                                      <p:cBhvr>
                                        <p:cTn id="25" dur="375" fill="hold"/>
                                        <p:tgtEl>
                                          <p:spTgt spid="4"/>
                                        </p:tgtEl>
                                        <p:attrNameLst>
                                          <p:attrName>ppt_x</p:attrName>
                                          <p:attrName>ppt_y</p:attrName>
                                        </p:attrNameLst>
                                      </p:cBhvr>
                                      <p:rCtr x="19625" y="-10943"/>
                                    </p:animMotion>
                                  </p:childTnLst>
                                </p:cTn>
                              </p:par>
                              <p:par>
                                <p:cTn id="26" presetID="6" presetClass="emph" presetSubtype="0" accel="50000" decel="50000" fill="hold" nodeType="withEffect">
                                  <p:stCondLst>
                                    <p:cond delay="0"/>
                                  </p:stCondLst>
                                  <p:childTnLst>
                                    <p:animScale>
                                      <p:cBhvr>
                                        <p:cTn id="27" dur="375" fill="hold"/>
                                        <p:tgtEl>
                                          <p:spTgt spid="4"/>
                                        </p:tgtEl>
                                      </p:cBhvr>
                                      <p:by x="21222" y="21222"/>
                                    </p:animScale>
                                  </p:childTnLst>
                                </p:cTn>
                              </p:par>
                              <p:par>
                                <p:cTn id="28" presetID="10" presetClass="entr" presetSubtype="0" fill="hold" nodeType="withEffect">
                                  <p:stCondLst>
                                    <p:cond delay="225"/>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225"/>
                                        <p:tgtEl>
                                          <p:spTgt spid="6"/>
                                        </p:tgtEl>
                                      </p:cBhvr>
                                    </p:animEffect>
                                  </p:childTnLst>
                                </p:cTn>
                              </p:par>
                              <p:par>
                                <p:cTn id="31" presetID="22" presetClass="entr" presetSubtype="4" fill="hold" nodeType="withEffect">
                                  <p:stCondLst>
                                    <p:cond delay="26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250"/>
                                        <p:tgtEl>
                                          <p:spTgt spid="8"/>
                                        </p:tgtEl>
                                      </p:cBhvr>
                                    </p:animEffect>
                                  </p:childTnLst>
                                </p:cTn>
                              </p:par>
                              <p:par>
                                <p:cTn id="34" presetID="22" presetClass="entr" presetSubtype="8" fill="hold" nodeType="withEffect">
                                  <p:stCondLst>
                                    <p:cond delay="295"/>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250"/>
                                        <p:tgtEl>
                                          <p:spTgt spid="7"/>
                                        </p:tgtEl>
                                      </p:cBhvr>
                                    </p:animEffect>
                                  </p:childTnLst>
                                </p:cTn>
                              </p:par>
                              <p:par>
                                <p:cTn id="37" presetID="10" presetClass="entr" presetSubtype="0" fill="hold" nodeType="withEffect">
                                  <p:stCondLst>
                                    <p:cond delay="29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225"/>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175"/>
                                        <p:tgtEl>
                                          <p:spTgt spid="6"/>
                                        </p:tgtEl>
                                      </p:cBhvr>
                                    </p:animEffect>
                                    <p:set>
                                      <p:cBhvr>
                                        <p:cTn id="44" dur="1" fill="hold">
                                          <p:stCondLst>
                                            <p:cond delay="174"/>
                                          </p:stCondLst>
                                        </p:cTn>
                                        <p:tgtEl>
                                          <p:spTgt spid="6"/>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75"/>
                                        <p:tgtEl>
                                          <p:spTgt spid="7"/>
                                        </p:tgtEl>
                                      </p:cBhvr>
                                    </p:animEffect>
                                    <p:set>
                                      <p:cBhvr>
                                        <p:cTn id="47" dur="1" fill="hold">
                                          <p:stCondLst>
                                            <p:cond delay="174"/>
                                          </p:stCondLst>
                                        </p:cTn>
                                        <p:tgtEl>
                                          <p:spTgt spid="7"/>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75"/>
                                        <p:tgtEl>
                                          <p:spTgt spid="8"/>
                                        </p:tgtEl>
                                      </p:cBhvr>
                                    </p:animEffect>
                                    <p:set>
                                      <p:cBhvr>
                                        <p:cTn id="50" dur="1" fill="hold">
                                          <p:stCondLst>
                                            <p:cond delay="174"/>
                                          </p:stCondLst>
                                        </p:cTn>
                                        <p:tgtEl>
                                          <p:spTgt spid="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9"/>
                                        </p:tgtEl>
                                      </p:cBhvr>
                                    </p:animEffect>
                                    <p:set>
                                      <p:cBhvr>
                                        <p:cTn id="53" dur="1" fill="hold">
                                          <p:stCondLst>
                                            <p:cond delay="174"/>
                                          </p:stCondLst>
                                        </p:cTn>
                                        <p:tgtEl>
                                          <p:spTgt spid="9"/>
                                        </p:tgtEl>
                                        <p:attrNameLst>
                                          <p:attrName>style.visibility</p:attrName>
                                        </p:attrNameLst>
                                      </p:cBhvr>
                                      <p:to>
                                        <p:strVal val="hidden"/>
                                      </p:to>
                                    </p:set>
                                  </p:childTnLst>
                                </p:cTn>
                              </p:par>
                              <p:par>
                                <p:cTn id="54" presetID="10" presetClass="entr" presetSubtype="0" fill="hold" nodeType="withEffect">
                                  <p:stCondLst>
                                    <p:cond delay="225"/>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225"/>
                                        <p:tgtEl>
                                          <p:spTgt spid="10"/>
                                        </p:tgtEl>
                                      </p:cBhvr>
                                    </p:animEffect>
                                  </p:childTnLst>
                                </p:cTn>
                              </p:par>
                              <p:par>
                                <p:cTn id="57" presetID="53" presetClass="entr" presetSubtype="16" fill="hold" nodeType="withEffect">
                                  <p:stCondLst>
                                    <p:cond delay="260"/>
                                  </p:stCondLst>
                                  <p:childTnLst>
                                    <p:set>
                                      <p:cBhvr>
                                        <p:cTn id="58" dur="1" fill="hold">
                                          <p:stCondLst>
                                            <p:cond delay="0"/>
                                          </p:stCondLst>
                                        </p:cTn>
                                        <p:tgtEl>
                                          <p:spTgt spid="11"/>
                                        </p:tgtEl>
                                        <p:attrNameLst>
                                          <p:attrName>style.visibility</p:attrName>
                                        </p:attrNameLst>
                                      </p:cBhvr>
                                      <p:to>
                                        <p:strVal val="visible"/>
                                      </p:to>
                                    </p:set>
                                    <p:anim calcmode="lin" valueType="num">
                                      <p:cBhvr>
                                        <p:cTn id="59" dur="300" fill="hold"/>
                                        <p:tgtEl>
                                          <p:spTgt spid="11"/>
                                        </p:tgtEl>
                                        <p:attrNameLst>
                                          <p:attrName>ppt_w</p:attrName>
                                        </p:attrNameLst>
                                      </p:cBhvr>
                                      <p:tavLst>
                                        <p:tav tm="0">
                                          <p:val>
                                            <p:fltVal val="0"/>
                                          </p:val>
                                        </p:tav>
                                        <p:tav tm="100000">
                                          <p:val>
                                            <p:strVal val="#ppt_w"/>
                                          </p:val>
                                        </p:tav>
                                      </p:tavLst>
                                    </p:anim>
                                    <p:anim calcmode="lin" valueType="num">
                                      <p:cBhvr>
                                        <p:cTn id="60" dur="300" fill="hold"/>
                                        <p:tgtEl>
                                          <p:spTgt spid="11"/>
                                        </p:tgtEl>
                                        <p:attrNameLst>
                                          <p:attrName>ppt_h</p:attrName>
                                        </p:attrNameLst>
                                      </p:cBhvr>
                                      <p:tavLst>
                                        <p:tav tm="0">
                                          <p:val>
                                            <p:fltVal val="0"/>
                                          </p:val>
                                        </p:tav>
                                        <p:tav tm="100000">
                                          <p:val>
                                            <p:strVal val="#ppt_h"/>
                                          </p:val>
                                        </p:tav>
                                      </p:tavLst>
                                    </p:anim>
                                    <p:animEffect transition="in" filter="fade">
                                      <p:cBhvr>
                                        <p:cTn id="61" dur="300"/>
                                        <p:tgtEl>
                                          <p:spTgt spid="11"/>
                                        </p:tgtEl>
                                      </p:cBhvr>
                                    </p:animEffect>
                                  </p:childTnLst>
                                </p:cTn>
                              </p:par>
                              <p:par>
                                <p:cTn id="62" presetID="10" presetClass="entr" presetSubtype="0" fill="hold" nodeType="withEffect">
                                  <p:stCondLst>
                                    <p:cond delay="295"/>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225"/>
                                        <p:tgtEl>
                                          <p:spTgt spid="12"/>
                                        </p:tgtEl>
                                      </p:cBhvr>
                                    </p:animEffect>
                                  </p:childTnLst>
                                </p:cTn>
                              </p:par>
                              <p:par>
                                <p:cTn id="65" presetID="22" presetClass="entr" presetSubtype="8" fill="hold" nodeType="withEffect">
                                  <p:stCondLst>
                                    <p:cond delay="295"/>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250"/>
                                        <p:tgtEl>
                                          <p:spTgt spid="13"/>
                                        </p:tgtEl>
                                      </p:cBhvr>
                                    </p:animEffect>
                                  </p:childTnLst>
                                </p:cTn>
                              </p:par>
                              <p:par>
                                <p:cTn id="68" presetID="10" presetClass="entr" presetSubtype="0" grpId="0" fill="hold" nodeType="withEffect">
                                  <p:stCondLst>
                                    <p:cond delay="330"/>
                                  </p:stCondLst>
                                  <p:childTnLst>
                                    <p:set>
                                      <p:cBhvr>
                                        <p:cTn id="69" dur="1" fill="hold">
                                          <p:stCondLst>
                                            <p:cond delay="0"/>
                                          </p:stCondLst>
                                        </p:cTn>
                                        <p:tgtEl>
                                          <p:spTgt spid="14">
                                            <p:txEl>
                                              <p:pRg st="0" end="0"/>
                                            </p:txEl>
                                          </p:spTgt>
                                        </p:tgtEl>
                                        <p:attrNameLst>
                                          <p:attrName>style.visibility</p:attrName>
                                        </p:attrNameLst>
                                      </p:cBhvr>
                                      <p:to>
                                        <p:strVal val="visible"/>
                                      </p:to>
                                    </p:set>
                                    <p:animEffect transition="in" filter="fade">
                                      <p:cBhvr>
                                        <p:cTn id="70" dur="225"/>
                                        <p:tgtEl>
                                          <p:spTgt spid="14">
                                            <p:txEl>
                                              <p:pRg st="0" end="0"/>
                                            </p:txEl>
                                          </p:spTgt>
                                        </p:tgtEl>
                                      </p:cBhvr>
                                    </p:animEffect>
                                  </p:childTnLst>
                                </p:cTn>
                              </p:par>
                              <p:par>
                                <p:cTn id="71" presetID="10" presetClass="entr" presetSubtype="0" grpId="0" fill="hold" nodeType="withEffect">
                                  <p:stCondLst>
                                    <p:cond delay="520"/>
                                  </p:stCondLst>
                                  <p:childTnLst>
                                    <p:set>
                                      <p:cBhvr>
                                        <p:cTn id="72" dur="1" fill="hold">
                                          <p:stCondLst>
                                            <p:cond delay="0"/>
                                          </p:stCondLst>
                                        </p:cTn>
                                        <p:tgtEl>
                                          <p:spTgt spid="14">
                                            <p:txEl>
                                              <p:pRg st="1" end="1"/>
                                            </p:txEl>
                                          </p:spTgt>
                                        </p:tgtEl>
                                        <p:attrNameLst>
                                          <p:attrName>style.visibility</p:attrName>
                                        </p:attrNameLst>
                                      </p:cBhvr>
                                      <p:to>
                                        <p:strVal val="visible"/>
                                      </p:to>
                                    </p:set>
                                    <p:animEffect transition="in" filter="fade">
                                      <p:cBhvr>
                                        <p:cTn id="73" dur="225"/>
                                        <p:tgtEl>
                                          <p:spTgt spid="14">
                                            <p:txEl>
                                              <p:pRg st="1" end="1"/>
                                            </p:txEl>
                                          </p:spTgt>
                                        </p:tgtEl>
                                      </p:cBhvr>
                                    </p:animEffect>
                                  </p:childTnLst>
                                </p:cTn>
                              </p:par>
                              <p:par>
                                <p:cTn id="74" presetID="10" presetClass="entr" presetSubtype="0" grpId="0" fill="hold" nodeType="withEffect">
                                  <p:stCondLst>
                                    <p:cond delay="710"/>
                                  </p:stCondLst>
                                  <p:childTnLst>
                                    <p:set>
                                      <p:cBhvr>
                                        <p:cTn id="75" dur="1" fill="hold">
                                          <p:stCondLst>
                                            <p:cond delay="0"/>
                                          </p:stCondLst>
                                        </p:cTn>
                                        <p:tgtEl>
                                          <p:spTgt spid="14">
                                            <p:txEl>
                                              <p:pRg st="2" end="2"/>
                                            </p:txEl>
                                          </p:spTgt>
                                        </p:tgtEl>
                                        <p:attrNameLst>
                                          <p:attrName>style.visibility</p:attrName>
                                        </p:attrNameLst>
                                      </p:cBhvr>
                                      <p:to>
                                        <p:strVal val="visible"/>
                                      </p:to>
                                    </p:set>
                                    <p:animEffect transition="in" filter="fade">
                                      <p:cBhvr>
                                        <p:cTn id="76" dur="225"/>
                                        <p:tgtEl>
                                          <p:spTgt spid="14">
                                            <p:txEl>
                                              <p:pRg st="2" end="2"/>
                                            </p:txEl>
                                          </p:spTgt>
                                        </p:tgtEl>
                                      </p:cBhvr>
                                    </p:animEffect>
                                  </p:childTnLst>
                                </p:cTn>
                              </p:par>
                              <p:par>
                                <p:cTn id="77" presetID="10" presetClass="entr" presetSubtype="0" fill="hold" nodeType="withEffect">
                                  <p:stCondLst>
                                    <p:cond delay="29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225"/>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175"/>
                                        <p:tgtEl>
                                          <p:spTgt spid="10"/>
                                        </p:tgtEl>
                                      </p:cBhvr>
                                    </p:animEffect>
                                    <p:set>
                                      <p:cBhvr>
                                        <p:cTn id="84" dur="1" fill="hold">
                                          <p:stCondLst>
                                            <p:cond delay="174"/>
                                          </p:stCondLst>
                                        </p:cTn>
                                        <p:tgtEl>
                                          <p:spTgt spid="10"/>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75"/>
                                        <p:tgtEl>
                                          <p:spTgt spid="12"/>
                                        </p:tgtEl>
                                      </p:cBhvr>
                                    </p:animEffect>
                                    <p:set>
                                      <p:cBhvr>
                                        <p:cTn id="87" dur="1" fill="hold">
                                          <p:stCondLst>
                                            <p:cond delay="174"/>
                                          </p:stCondLst>
                                        </p:cTn>
                                        <p:tgtEl>
                                          <p:spTgt spid="12"/>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75"/>
                                        <p:tgtEl>
                                          <p:spTgt spid="13"/>
                                        </p:tgtEl>
                                      </p:cBhvr>
                                    </p:animEffect>
                                    <p:set>
                                      <p:cBhvr>
                                        <p:cTn id="90" dur="1" fill="hold">
                                          <p:stCondLst>
                                            <p:cond delay="174"/>
                                          </p:stCondLst>
                                        </p:cTn>
                                        <p:tgtEl>
                                          <p:spTgt spid="13"/>
                                        </p:tgtEl>
                                        <p:attrNameLst>
                                          <p:attrName>style.visibility</p:attrName>
                                        </p:attrNameLst>
                                      </p:cBhvr>
                                      <p:to>
                                        <p:strVal val="hidden"/>
                                      </p:to>
                                    </p:set>
                                  </p:childTnLst>
                                </p:cTn>
                              </p:par>
                              <p:par>
                                <p:cTn id="91" presetID="10" presetClass="exit" presetSubtype="0" grpId="0" fill="hold" nodeType="withEffect">
                                  <p:stCondLst>
                                    <p:cond delay="0"/>
                                  </p:stCondLst>
                                  <p:childTnLst>
                                    <p:animEffect transition="out" filter="fade">
                                      <p:cBhvr>
                                        <p:cTn id="92" dur="175"/>
                                        <p:tgtEl>
                                          <p:spTgt spid="14">
                                            <p:txEl>
                                              <p:pRg st="0" end="0"/>
                                            </p:txEl>
                                          </p:spTgt>
                                        </p:tgtEl>
                                      </p:cBhvr>
                                    </p:animEffect>
                                    <p:set>
                                      <p:cBhvr>
                                        <p:cTn id="93" dur="1" fill="hold">
                                          <p:stCondLst>
                                            <p:cond delay="174"/>
                                          </p:stCondLst>
                                        </p:cTn>
                                        <p:tgtEl>
                                          <p:spTgt spid="14">
                                            <p:txEl>
                                              <p:pRg st="0" end="0"/>
                                            </p:txEl>
                                          </p:spTgt>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175"/>
                                        <p:tgtEl>
                                          <p:spTgt spid="14">
                                            <p:txEl>
                                              <p:pRg st="1" end="1"/>
                                            </p:txEl>
                                          </p:spTgt>
                                        </p:tgtEl>
                                      </p:cBhvr>
                                    </p:animEffect>
                                    <p:set>
                                      <p:cBhvr>
                                        <p:cTn id="96" dur="1" fill="hold">
                                          <p:stCondLst>
                                            <p:cond delay="174"/>
                                          </p:stCondLst>
                                        </p:cTn>
                                        <p:tgtEl>
                                          <p:spTgt spid="14">
                                            <p:txEl>
                                              <p:pRg st="1" end="1"/>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175"/>
                                        <p:tgtEl>
                                          <p:spTgt spid="14">
                                            <p:txEl>
                                              <p:pRg st="2" end="2"/>
                                            </p:txEl>
                                          </p:spTgt>
                                        </p:tgtEl>
                                      </p:cBhvr>
                                    </p:animEffect>
                                    <p:set>
                                      <p:cBhvr>
                                        <p:cTn id="99" dur="1" fill="hold">
                                          <p:stCondLst>
                                            <p:cond delay="174"/>
                                          </p:stCondLst>
                                        </p:cTn>
                                        <p:tgtEl>
                                          <p:spTgt spid="14">
                                            <p:txEl>
                                              <p:pRg st="2" end="2"/>
                                            </p:txEl>
                                          </p:spTgt>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175"/>
                                        <p:tgtEl>
                                          <p:spTgt spid="15"/>
                                        </p:tgtEl>
                                      </p:cBhvr>
                                    </p:animEffect>
                                    <p:set>
                                      <p:cBhvr>
                                        <p:cTn id="102" dur="1" fill="hold">
                                          <p:stCondLst>
                                            <p:cond delay="174"/>
                                          </p:stCondLst>
                                        </p:cTn>
                                        <p:tgtEl>
                                          <p:spTgt spid="15"/>
                                        </p:tgtEl>
                                        <p:attrNameLst>
                                          <p:attrName>style.visibility</p:attrName>
                                        </p:attrNameLst>
                                      </p:cBhvr>
                                      <p:to>
                                        <p:strVal val="hidden"/>
                                      </p:to>
                                    </p:set>
                                  </p:childTnLst>
                                </p:cTn>
                              </p:par>
                              <p:par>
                                <p:cTn id="103" presetID="0" presetClass="path" presetSubtype="0" accel="50000" decel="50000" fill="hold" nodeType="withEffect">
                                  <p:stCondLst>
                                    <p:cond delay="0"/>
                                  </p:stCondLst>
                                  <p:childTnLst>
                                    <p:animMotion origin="layout" path="M 0 0 L 0.65214 -0.05851 E" pathEditMode="relative" rAng="0" ptsTypes="AA">
                                      <p:cBhvr>
                                        <p:cTn id="104" dur="375" fill="hold"/>
                                        <p:tgtEl>
                                          <p:spTgt spid="11"/>
                                        </p:tgtEl>
                                        <p:attrNameLst>
                                          <p:attrName>ppt_x</p:attrName>
                                          <p:attrName>ppt_y</p:attrName>
                                        </p:attrNameLst>
                                      </p:cBhvr>
                                      <p:rCtr x="32607" y="-2925"/>
                                    </p:animMotion>
                                  </p:childTnLst>
                                </p:cTn>
                              </p:par>
                              <p:par>
                                <p:cTn id="105" presetID="6" presetClass="emph" presetSubtype="0" accel="50000" decel="50000" fill="hold" nodeType="withEffect">
                                  <p:stCondLst>
                                    <p:cond delay="0"/>
                                  </p:stCondLst>
                                  <p:childTnLst>
                                    <p:animScale>
                                      <p:cBhvr>
                                        <p:cTn id="106" dur="375" fill="hold"/>
                                        <p:tgtEl>
                                          <p:spTgt spid="11"/>
                                        </p:tgtEl>
                                      </p:cBhvr>
                                      <p:by x="26424" y="26424"/>
                                    </p:animScale>
                                  </p:childTnLst>
                                </p:cTn>
                              </p:par>
                              <p:par>
                                <p:cTn id="107" presetID="10" presetClass="entr" presetSubtype="0" fill="hold" nodeType="withEffect">
                                  <p:stCondLst>
                                    <p:cond delay="225"/>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225"/>
                                        <p:tgtEl>
                                          <p:spTgt spid="16"/>
                                        </p:tgtEl>
                                      </p:cBhvr>
                                    </p:animEffect>
                                  </p:childTnLst>
                                </p:cTn>
                              </p:par>
                              <p:par>
                                <p:cTn id="110" presetID="53" presetClass="entr" presetSubtype="16" fill="hold" nodeType="withEffect">
                                  <p:stCondLst>
                                    <p:cond delay="260"/>
                                  </p:stCondLst>
                                  <p:childTnLst>
                                    <p:set>
                                      <p:cBhvr>
                                        <p:cTn id="111" dur="1" fill="hold">
                                          <p:stCondLst>
                                            <p:cond delay="0"/>
                                          </p:stCondLst>
                                        </p:cTn>
                                        <p:tgtEl>
                                          <p:spTgt spid="17"/>
                                        </p:tgtEl>
                                        <p:attrNameLst>
                                          <p:attrName>style.visibility</p:attrName>
                                        </p:attrNameLst>
                                      </p:cBhvr>
                                      <p:to>
                                        <p:strVal val="visible"/>
                                      </p:to>
                                    </p:set>
                                    <p:anim calcmode="lin" valueType="num">
                                      <p:cBhvr>
                                        <p:cTn id="112" dur="300" fill="hold"/>
                                        <p:tgtEl>
                                          <p:spTgt spid="17"/>
                                        </p:tgtEl>
                                        <p:attrNameLst>
                                          <p:attrName>ppt_w</p:attrName>
                                        </p:attrNameLst>
                                      </p:cBhvr>
                                      <p:tavLst>
                                        <p:tav tm="0">
                                          <p:val>
                                            <p:fltVal val="0"/>
                                          </p:val>
                                        </p:tav>
                                        <p:tav tm="100000">
                                          <p:val>
                                            <p:strVal val="#ppt_w"/>
                                          </p:val>
                                        </p:tav>
                                      </p:tavLst>
                                    </p:anim>
                                    <p:anim calcmode="lin" valueType="num">
                                      <p:cBhvr>
                                        <p:cTn id="113" dur="300" fill="hold"/>
                                        <p:tgtEl>
                                          <p:spTgt spid="17"/>
                                        </p:tgtEl>
                                        <p:attrNameLst>
                                          <p:attrName>ppt_h</p:attrName>
                                        </p:attrNameLst>
                                      </p:cBhvr>
                                      <p:tavLst>
                                        <p:tav tm="0">
                                          <p:val>
                                            <p:fltVal val="0"/>
                                          </p:val>
                                        </p:tav>
                                        <p:tav tm="100000">
                                          <p:val>
                                            <p:strVal val="#ppt_h"/>
                                          </p:val>
                                        </p:tav>
                                      </p:tavLst>
                                    </p:anim>
                                    <p:animEffect transition="in" filter="fade">
                                      <p:cBhvr>
                                        <p:cTn id="114" dur="300"/>
                                        <p:tgtEl>
                                          <p:spTgt spid="17"/>
                                        </p:tgtEl>
                                      </p:cBhvr>
                                    </p:animEffect>
                                  </p:childTnLst>
                                </p:cTn>
                              </p:par>
                              <p:par>
                                <p:cTn id="115" presetID="10" presetClass="entr" presetSubtype="0" fill="hold" nodeType="withEffect">
                                  <p:stCondLst>
                                    <p:cond delay="295"/>
                                  </p:stCondLst>
                                  <p:childTnLst>
                                    <p:set>
                                      <p:cBhvr>
                                        <p:cTn id="116" dur="1" fill="hold">
                                          <p:stCondLst>
                                            <p:cond delay="0"/>
                                          </p:stCondLst>
                                        </p:cTn>
                                        <p:tgtEl>
                                          <p:spTgt spid="18"/>
                                        </p:tgtEl>
                                        <p:attrNameLst>
                                          <p:attrName>style.visibility</p:attrName>
                                        </p:attrNameLst>
                                      </p:cBhvr>
                                      <p:to>
                                        <p:strVal val="visible"/>
                                      </p:to>
                                    </p:set>
                                    <p:animEffect transition="in" filter="fade">
                                      <p:cBhvr>
                                        <p:cTn id="117" dur="225"/>
                                        <p:tgtEl>
                                          <p:spTgt spid="18"/>
                                        </p:tgtEl>
                                      </p:cBhvr>
                                    </p:animEffect>
                                  </p:childTnLst>
                                </p:cTn>
                              </p:par>
                              <p:par>
                                <p:cTn id="118" presetID="22" presetClass="entr" presetSubtype="4" fill="hold" nodeType="withEffect">
                                  <p:stCondLst>
                                    <p:cond delay="295"/>
                                  </p:stCondLst>
                                  <p:childTnLst>
                                    <p:set>
                                      <p:cBhvr>
                                        <p:cTn id="119" dur="1" fill="hold">
                                          <p:stCondLst>
                                            <p:cond delay="0"/>
                                          </p:stCondLst>
                                        </p:cTn>
                                        <p:tgtEl>
                                          <p:spTgt spid="19"/>
                                        </p:tgtEl>
                                        <p:attrNameLst>
                                          <p:attrName>style.visibility</p:attrName>
                                        </p:attrNameLst>
                                      </p:cBhvr>
                                      <p:to>
                                        <p:strVal val="visible"/>
                                      </p:to>
                                    </p:set>
                                    <p:animEffect transition="in" filter="wipe(down)">
                                      <p:cBhvr>
                                        <p:cTn id="120" dur="250"/>
                                        <p:tgtEl>
                                          <p:spTgt spid="19"/>
                                        </p:tgtEl>
                                      </p:cBhvr>
                                    </p:animEffect>
                                  </p:childTnLst>
                                </p:cTn>
                              </p:par>
                              <p:par>
                                <p:cTn id="121" presetID="10" presetClass="entr" presetSubtype="0" grpId="0" fill="hold" nodeType="withEffect">
                                  <p:stCondLst>
                                    <p:cond delay="330"/>
                                  </p:stCondLst>
                                  <p:childTnLst>
                                    <p:set>
                                      <p:cBhvr>
                                        <p:cTn id="122" dur="1" fill="hold">
                                          <p:stCondLst>
                                            <p:cond delay="0"/>
                                          </p:stCondLst>
                                        </p:cTn>
                                        <p:tgtEl>
                                          <p:spTgt spid="20">
                                            <p:txEl>
                                              <p:pRg st="0" end="0"/>
                                            </p:txEl>
                                          </p:spTgt>
                                        </p:tgtEl>
                                        <p:attrNameLst>
                                          <p:attrName>style.visibility</p:attrName>
                                        </p:attrNameLst>
                                      </p:cBhvr>
                                      <p:to>
                                        <p:strVal val="visible"/>
                                      </p:to>
                                    </p:set>
                                    <p:animEffect transition="in" filter="fade">
                                      <p:cBhvr>
                                        <p:cTn id="123" dur="225"/>
                                        <p:tgtEl>
                                          <p:spTgt spid="20">
                                            <p:txEl>
                                              <p:pRg st="0" end="0"/>
                                            </p:txEl>
                                          </p:spTgt>
                                        </p:tgtEl>
                                      </p:cBhvr>
                                    </p:animEffect>
                                  </p:childTnLst>
                                </p:cTn>
                              </p:par>
                              <p:par>
                                <p:cTn id="124" presetID="10" presetClass="entr" presetSubtype="0" grpId="0" fill="hold" nodeType="withEffect">
                                  <p:stCondLst>
                                    <p:cond delay="520"/>
                                  </p:stCondLst>
                                  <p:childTnLst>
                                    <p:set>
                                      <p:cBhvr>
                                        <p:cTn id="125" dur="1" fill="hold">
                                          <p:stCondLst>
                                            <p:cond delay="0"/>
                                          </p:stCondLst>
                                        </p:cTn>
                                        <p:tgtEl>
                                          <p:spTgt spid="20">
                                            <p:txEl>
                                              <p:pRg st="1" end="1"/>
                                            </p:txEl>
                                          </p:spTgt>
                                        </p:tgtEl>
                                        <p:attrNameLst>
                                          <p:attrName>style.visibility</p:attrName>
                                        </p:attrNameLst>
                                      </p:cBhvr>
                                      <p:to>
                                        <p:strVal val="visible"/>
                                      </p:to>
                                    </p:set>
                                    <p:animEffect transition="in" filter="fade">
                                      <p:cBhvr>
                                        <p:cTn id="126" dur="225"/>
                                        <p:tgtEl>
                                          <p:spTgt spid="20">
                                            <p:txEl>
                                              <p:pRg st="1" end="1"/>
                                            </p:txEl>
                                          </p:spTgt>
                                        </p:tgtEl>
                                      </p:cBhvr>
                                    </p:animEffect>
                                  </p:childTnLst>
                                </p:cTn>
                              </p:par>
                              <p:par>
                                <p:cTn id="127" presetID="10" presetClass="entr" presetSubtype="0" grpId="0" fill="hold" nodeType="withEffect">
                                  <p:stCondLst>
                                    <p:cond delay="710"/>
                                  </p:stCondLst>
                                  <p:childTnLst>
                                    <p:set>
                                      <p:cBhvr>
                                        <p:cTn id="128" dur="1" fill="hold">
                                          <p:stCondLst>
                                            <p:cond delay="0"/>
                                          </p:stCondLst>
                                        </p:cTn>
                                        <p:tgtEl>
                                          <p:spTgt spid="20">
                                            <p:txEl>
                                              <p:pRg st="2" end="2"/>
                                            </p:txEl>
                                          </p:spTgt>
                                        </p:tgtEl>
                                        <p:attrNameLst>
                                          <p:attrName>style.visibility</p:attrName>
                                        </p:attrNameLst>
                                      </p:cBhvr>
                                      <p:to>
                                        <p:strVal val="visible"/>
                                      </p:to>
                                    </p:set>
                                    <p:animEffect transition="in" filter="fade">
                                      <p:cBhvr>
                                        <p:cTn id="129" dur="225"/>
                                        <p:tgtEl>
                                          <p:spTgt spid="20">
                                            <p:txEl>
                                              <p:pRg st="2" end="2"/>
                                            </p:txEl>
                                          </p:spTgt>
                                        </p:tgtEl>
                                      </p:cBhvr>
                                    </p:animEffect>
                                  </p:childTnLst>
                                </p:cTn>
                              </p:par>
                              <p:par>
                                <p:cTn id="130" presetID="10" presetClass="entr" presetSubtype="0" fill="hold" nodeType="withEffect">
                                  <p:stCondLst>
                                    <p:cond delay="290"/>
                                  </p:stCondLst>
                                  <p:childTnLst>
                                    <p:set>
                                      <p:cBhvr>
                                        <p:cTn id="131" dur="1" fill="hold">
                                          <p:stCondLst>
                                            <p:cond delay="0"/>
                                          </p:stCondLst>
                                        </p:cTn>
                                        <p:tgtEl>
                                          <p:spTgt spid="24"/>
                                        </p:tgtEl>
                                        <p:attrNameLst>
                                          <p:attrName>style.visibility</p:attrName>
                                        </p:attrNameLst>
                                      </p:cBhvr>
                                      <p:to>
                                        <p:strVal val="visible"/>
                                      </p:to>
                                    </p:set>
                                    <p:animEffect transition="in" filter="fade">
                                      <p:cBhvr>
                                        <p:cTn id="132" dur="225"/>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disparo va por broadcast; se midió su jitter y se declaran sus límites</a:t>
            </a:r>
            <a:endParaRPr lang="en-US" sz="2200" dirty="0"/>
          </a:p>
        </p:txBody>
      </p:sp>
      <p:sp>
        <p:nvSpPr>
          <p:cNvPr id="3" name="Obj [o70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se prepara en dos pasos y se ejecuta con una sola orden por broadcast</a:t>
            </a:r>
            <a:endParaRPr lang="en-US" sz="1400" dirty="0"/>
          </a:p>
        </p:txBody>
      </p:sp>
      <p:pic>
        <p:nvPicPr>
          <p:cNvPr id="4" name="Obj [o704]"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1046266" y="1561458"/>
            <a:ext cx="7051468" cy="2856118"/>
          </a:xfrm>
          <a:prstGeom prst="rect">
            <a:avLst/>
          </a:prstGeom>
        </p:spPr>
      </p:pic>
      <p:sp>
        <p:nvSpPr>
          <p:cNvPr id="5" name="Obj [o70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10); resumen firmado, sec. 4.8 y fig. 12.</a:t>
            </a:r>
            <a:endParaRPr lang="en-US" sz="800" dirty="0"/>
          </a:p>
        </p:txBody>
      </p:sp>
      <p:sp>
        <p:nvSpPr>
          <p:cNvPr id="6" name="Obj [o70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va por broadcast: el unicast agrega retransmisiones distintas en cada nodo</a:t>
            </a:r>
            <a:endParaRPr lang="en-US" sz="1400" dirty="0"/>
          </a:p>
        </p:txBody>
      </p:sp>
      <p:sp>
        <p:nvSpPr>
          <p:cNvPr id="7" name="Obj [o707]"/>
          <p:cNvSpPr/>
          <p:nvPr/>
        </p:nvSpPr>
        <p:spPr>
          <a:xfrm>
            <a:off x="441794" y="1557362"/>
            <a:ext cx="2128962" cy="380172"/>
          </a:xfrm>
          <a:prstGeom prst="rect">
            <a:avLst/>
          </a:prstGeom>
          <a:solidFill>
            <a:srgbClr val="1F4E79"/>
          </a:solidFill>
          <a:ln w="6350">
            <a:solidFill>
              <a:srgbClr val="1F4E79"/>
            </a:solidFill>
            <a:prstDash val="solid"/>
          </a:ln>
        </p:spPr>
      </p:sp>
      <p:sp>
        <p:nvSpPr>
          <p:cNvPr id="8" name="Obj [o708]"/>
          <p:cNvSpPr txBox="1"/>
          <p:nvPr/>
        </p:nvSpPr>
        <p:spPr>
          <a:xfrm>
            <a:off x="479812"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ACK ni reintentos</a:t>
            </a:r>
            <a:endParaRPr lang="en-US" sz="1294" dirty="0"/>
          </a:p>
        </p:txBody>
      </p:sp>
      <p:sp>
        <p:nvSpPr>
          <p:cNvPr id="9" name="Obj [o709]"/>
          <p:cNvSpPr/>
          <p:nvPr/>
        </p:nvSpPr>
        <p:spPr>
          <a:xfrm>
            <a:off x="441794" y="1937534"/>
            <a:ext cx="2128962" cy="1596721"/>
          </a:xfrm>
          <a:prstGeom prst="rect">
            <a:avLst/>
          </a:prstGeom>
          <a:solidFill>
            <a:srgbClr val="FFFFFF"/>
          </a:solidFill>
          <a:ln w="15840">
            <a:solidFill>
              <a:srgbClr val="1F4E79"/>
            </a:solidFill>
            <a:prstDash val="solid"/>
          </a:ln>
        </p:spPr>
      </p:sp>
      <p:sp>
        <p:nvSpPr>
          <p:cNvPr id="10" name="Obj [o710]"/>
          <p:cNvSpPr txBox="1"/>
          <p:nvPr/>
        </p:nvSpPr>
        <p:spPr>
          <a:xfrm>
            <a:off x="533036"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122" dirty="0"/>
          </a:p>
        </p:txBody>
      </p:sp>
      <p:sp>
        <p:nvSpPr>
          <p:cNvPr id="11" name="Obj [o711]"/>
          <p:cNvSpPr/>
          <p:nvPr/>
        </p:nvSpPr>
        <p:spPr>
          <a:xfrm>
            <a:off x="2798859" y="1557362"/>
            <a:ext cx="2128962" cy="380172"/>
          </a:xfrm>
          <a:prstGeom prst="rect">
            <a:avLst/>
          </a:prstGeom>
          <a:solidFill>
            <a:srgbClr val="2E75B6"/>
          </a:solidFill>
          <a:ln w="6350">
            <a:solidFill>
              <a:srgbClr val="2E75B6"/>
            </a:solidFill>
            <a:prstDash val="solid"/>
          </a:ln>
        </p:spPr>
      </p:sp>
      <p:sp>
        <p:nvSpPr>
          <p:cNvPr id="12" name="Obj [o712]"/>
          <p:cNvSpPr txBox="1"/>
          <p:nvPr/>
        </p:nvSpPr>
        <p:spPr>
          <a:xfrm>
            <a:off x="2836876"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Una emisión, no N</a:t>
            </a:r>
            <a:endParaRPr lang="en-US" sz="1294" dirty="0"/>
          </a:p>
        </p:txBody>
      </p:sp>
      <p:sp>
        <p:nvSpPr>
          <p:cNvPr id="13" name="Obj [o713]"/>
          <p:cNvSpPr/>
          <p:nvPr/>
        </p:nvSpPr>
        <p:spPr>
          <a:xfrm>
            <a:off x="2798859" y="1937534"/>
            <a:ext cx="2128962" cy="1596721"/>
          </a:xfrm>
          <a:prstGeom prst="rect">
            <a:avLst/>
          </a:prstGeom>
          <a:solidFill>
            <a:srgbClr val="FFFFFF"/>
          </a:solidFill>
          <a:ln w="15840">
            <a:solidFill>
              <a:srgbClr val="2E75B6"/>
            </a:solidFill>
            <a:prstDash val="solid"/>
          </a:ln>
        </p:spPr>
      </p:sp>
      <p:sp>
        <p:nvSpPr>
          <p:cNvPr id="14" name="Obj [o714]"/>
          <p:cNvSpPr txBox="1"/>
          <p:nvPr/>
        </p:nvSpPr>
        <p:spPr>
          <a:xfrm>
            <a:off x="2890100"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122" dirty="0"/>
          </a:p>
        </p:txBody>
      </p:sp>
      <p:sp>
        <p:nvSpPr>
          <p:cNvPr id="15" name="Obj [o715]"/>
          <p:cNvSpPr/>
          <p:nvPr/>
        </p:nvSpPr>
        <p:spPr>
          <a:xfrm>
            <a:off x="5155924" y="1557362"/>
            <a:ext cx="2128962" cy="380172"/>
          </a:xfrm>
          <a:prstGeom prst="rect">
            <a:avLst/>
          </a:prstGeom>
          <a:solidFill>
            <a:srgbClr val="C55A11"/>
          </a:solidFill>
          <a:ln w="6350">
            <a:solidFill>
              <a:srgbClr val="C55A11"/>
            </a:solidFill>
            <a:prstDash val="solid"/>
          </a:ln>
        </p:spPr>
      </p:sp>
      <p:sp>
        <p:nvSpPr>
          <p:cNvPr id="16" name="Obj [o716]"/>
          <p:cNvSpPr txBox="1"/>
          <p:nvPr/>
        </p:nvSpPr>
        <p:spPr>
          <a:xfrm>
            <a:off x="5193941"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Retardo común</a:t>
            </a:r>
            <a:endParaRPr lang="en-US" sz="1294" dirty="0"/>
          </a:p>
        </p:txBody>
      </p:sp>
      <p:sp>
        <p:nvSpPr>
          <p:cNvPr id="17" name="Obj [o717]"/>
          <p:cNvSpPr/>
          <p:nvPr/>
        </p:nvSpPr>
        <p:spPr>
          <a:xfrm>
            <a:off x="5155924" y="1937534"/>
            <a:ext cx="2128962" cy="1596721"/>
          </a:xfrm>
          <a:prstGeom prst="rect">
            <a:avLst/>
          </a:prstGeom>
          <a:solidFill>
            <a:srgbClr val="FFFFFF"/>
          </a:solidFill>
          <a:ln w="15840">
            <a:solidFill>
              <a:srgbClr val="C55A11"/>
            </a:solidFill>
            <a:prstDash val="solid"/>
          </a:ln>
        </p:spPr>
      </p:sp>
      <p:sp>
        <p:nvSpPr>
          <p:cNvPr id="18" name="Obj [o718]"/>
          <p:cNvSpPr txBox="1"/>
          <p:nvPr/>
        </p:nvSpPr>
        <p:spPr>
          <a:xfrm>
            <a:off x="5247165"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122" dirty="0"/>
          </a:p>
        </p:txBody>
      </p:sp>
      <p:sp>
        <p:nvSpPr>
          <p:cNvPr id="19" name="Obj [o719]"/>
          <p:cNvSpPr txBox="1"/>
          <p:nvPr/>
        </p:nvSpPr>
        <p:spPr>
          <a:xfrm>
            <a:off x="441794" y="3648307"/>
            <a:ext cx="6843091" cy="418189"/>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208" dirty="0"/>
          </a:p>
        </p:txBody>
      </p:sp>
      <p:sp>
        <p:nvSpPr>
          <p:cNvPr id="20" name="Obj [o720]"/>
          <p:cNvSpPr txBox="1"/>
          <p:nvPr/>
        </p:nvSpPr>
        <p:spPr>
          <a:xfrm>
            <a:off x="441794" y="4104513"/>
            <a:ext cx="684309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863" dirty="0"/>
          </a:p>
        </p:txBody>
      </p:sp>
      <p:sp>
        <p:nvSpPr>
          <p:cNvPr id="21" name="Obj [o7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(sec. broadcast vs unicast); comportamiento de ACK en unicast: estándar 802.11.</a:t>
            </a:r>
            <a:endParaRPr lang="en-US" sz="800" dirty="0"/>
          </a:p>
        </p:txBody>
      </p:sp>
      <p:sp>
        <p:nvSpPr>
          <p:cNvPr id="22" name="Obj [o72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jitter se mide con un disparo falso y un osciloscopio: 128 órdenes, 200 a 400 µs</a:t>
            </a:r>
            <a:endParaRPr lang="en-US" sz="1400" dirty="0"/>
          </a:p>
        </p:txBody>
      </p:sp>
      <p:sp>
        <p:nvSpPr>
          <p:cNvPr id="23" name="Obj [o723]"/>
          <p:cNvSpPr/>
          <p:nvPr/>
        </p:nvSpPr>
        <p:spPr>
          <a:xfrm>
            <a:off x="441794" y="1557362"/>
            <a:ext cx="3953786" cy="342155"/>
          </a:xfrm>
          <a:prstGeom prst="rect">
            <a:avLst/>
          </a:prstGeom>
          <a:solidFill>
            <a:srgbClr val="1F4E79"/>
          </a:solidFill>
          <a:ln w="6350">
            <a:solidFill>
              <a:srgbClr val="1F4E79"/>
            </a:solidFill>
            <a:prstDash val="solid"/>
          </a:ln>
        </p:spPr>
      </p:sp>
      <p:sp>
        <p:nvSpPr>
          <p:cNvPr id="24" name="Obj [o724]"/>
          <p:cNvSpPr txBox="1"/>
          <p:nvPr/>
        </p:nvSpPr>
        <p:spPr>
          <a:xfrm>
            <a:off x="479812" y="1557362"/>
            <a:ext cx="3877752"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Método</a:t>
            </a:r>
            <a:endParaRPr lang="en-US" sz="1294" dirty="0"/>
          </a:p>
        </p:txBody>
      </p:sp>
      <p:sp>
        <p:nvSpPr>
          <p:cNvPr id="25" name="Obj [o725]"/>
          <p:cNvSpPr/>
          <p:nvPr/>
        </p:nvSpPr>
        <p:spPr>
          <a:xfrm>
            <a:off x="441794" y="1899517"/>
            <a:ext cx="3953786" cy="1976893"/>
          </a:xfrm>
          <a:prstGeom prst="rect">
            <a:avLst/>
          </a:prstGeom>
          <a:solidFill>
            <a:srgbClr val="FFFFFF"/>
          </a:solidFill>
          <a:ln w="15840">
            <a:solidFill>
              <a:srgbClr val="1F4E79"/>
            </a:solidFill>
            <a:prstDash val="solid"/>
          </a:ln>
        </p:spPr>
      </p:sp>
      <p:sp>
        <p:nvSpPr>
          <p:cNvPr id="26" name="Obj [o726]"/>
          <p:cNvSpPr txBox="1"/>
          <p:nvPr/>
        </p:nvSpPr>
        <p:spPr>
          <a:xfrm>
            <a:off x="533036" y="1960344"/>
            <a:ext cx="3771304" cy="1855238"/>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SCOPE_MULTI repite el disparo 128 veces, separado 1 s</a:t>
            </a:r>
            <a:endParaRPr lang="en-US" sz="1122" dirty="0"/>
          </a:p>
        </p:txBody>
      </p:sp>
      <p:sp>
        <p:nvSpPr>
          <p:cNvPr id="27" name="Obj [o727]"/>
          <p:cNvSpPr/>
          <p:nvPr/>
        </p:nvSpPr>
        <p:spPr>
          <a:xfrm>
            <a:off x="4623683" y="1557362"/>
            <a:ext cx="2661202" cy="2319048"/>
          </a:xfrm>
          <a:prstGeom prst="rect">
            <a:avLst/>
          </a:prstGeom>
          <a:solidFill>
            <a:srgbClr val="EAF1F8"/>
          </a:solidFill>
          <a:ln w="6350">
            <a:solidFill>
              <a:srgbClr val="EAF1F8"/>
            </a:solidFill>
            <a:prstDash val="solid"/>
          </a:ln>
        </p:spPr>
      </p:sp>
      <p:sp>
        <p:nvSpPr>
          <p:cNvPr id="28" name="Obj [o728]"/>
          <p:cNvSpPr txBox="1"/>
          <p:nvPr/>
        </p:nvSpPr>
        <p:spPr>
          <a:xfrm>
            <a:off x="4623683" y="1709431"/>
            <a:ext cx="2661202" cy="608275"/>
          </a:xfrm>
          <a:prstGeom prst="rect">
            <a:avLst/>
          </a:prstGeom>
          <a:noFill/>
          <a:ln/>
        </p:spPr>
        <p:txBody>
          <a:bodyPr wrap="square" lIns="0" tIns="0" rIns="0" bIns="0" rtlCol="0" anchor="ctr"/>
          <a:lstStyle/>
          <a:p>
            <a:pPr algn="ctr" indent="0" marL="0">
              <a:buNone/>
            </a:pPr>
            <a:r>
              <a:rPr lang="en-US" sz="3106" b="1" dirty="0">
                <a:solidFill>
                  <a:srgbClr val="1F4E79"/>
                </a:solidFill>
                <a:latin typeface="Arial" pitchFamily="34" charset="0"/>
                <a:ea typeface="Arial" pitchFamily="34" charset="-122"/>
                <a:cs typeface="Arial" pitchFamily="34" charset="-120"/>
              </a:rPr>
              <a:t>200–400 µs</a:t>
            </a:r>
            <a:endParaRPr lang="en-US" sz="3106" dirty="0"/>
          </a:p>
        </p:txBody>
      </p:sp>
      <p:sp>
        <p:nvSpPr>
          <p:cNvPr id="29" name="Obj [o729]"/>
          <p:cNvSpPr txBox="1"/>
          <p:nvPr/>
        </p:nvSpPr>
        <p:spPr>
          <a:xfrm>
            <a:off x="4737735" y="2393740"/>
            <a:ext cx="2433099" cy="684309"/>
          </a:xfrm>
          <a:prstGeom prst="rect">
            <a:avLst/>
          </a:prstGeom>
          <a:noFill/>
          <a:ln/>
        </p:spPr>
        <p:txBody>
          <a:bodyPr wrap="square" lIns="0" tIns="0" rIns="0" bIns="0" rtlCol="0" anchor="t"/>
          <a:lstStyle/>
          <a:p>
            <a:pPr algn="ctr" indent="0" marL="0">
              <a:buNone/>
            </a:pPr>
            <a:r>
              <a:rPr lang="en-US" sz="1122"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122" dirty="0"/>
          </a:p>
        </p:txBody>
      </p:sp>
      <p:sp>
        <p:nvSpPr>
          <p:cNvPr id="30" name="Obj [o730]"/>
          <p:cNvSpPr txBox="1"/>
          <p:nvPr/>
        </p:nvSpPr>
        <p:spPr>
          <a:xfrm>
            <a:off x="4737735" y="3116066"/>
            <a:ext cx="2433099" cy="684309"/>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035" dirty="0"/>
          </a:p>
        </p:txBody>
      </p:sp>
      <p:sp>
        <p:nvSpPr>
          <p:cNvPr id="31" name="Obj [o731]"/>
          <p:cNvSpPr txBox="1"/>
          <p:nvPr/>
        </p:nvSpPr>
        <p:spPr>
          <a:xfrm>
            <a:off x="441794" y="3990461"/>
            <a:ext cx="6843091" cy="266120"/>
          </a:xfrm>
          <a:prstGeom prst="rect">
            <a:avLst/>
          </a:prstGeom>
          <a:noFill/>
          <a:ln/>
        </p:spPr>
        <p:txBody>
          <a:bodyPr wrap="square" lIns="0" tIns="0" rIns="0" bIns="0" rtlCol="0" anchor="t"/>
          <a:lstStyle/>
          <a:p>
            <a:pPr indent="0" marL="0">
              <a:buNone/>
            </a:pPr>
            <a:r>
              <a:rPr lang="en-US" sz="1208" b="1" dirty="0">
                <a:solidFill>
                  <a:srgbClr val="C55A11"/>
                </a:solidFill>
                <a:latin typeface="Arial" pitchFamily="34" charset="0"/>
                <a:ea typeface="Arial" pitchFamily="34" charset="-122"/>
                <a:cs typeface="Arial" pitchFamily="34" charset="-120"/>
              </a:rPr>
              <a:t>Resultado preliminar: no es una especificación garantizada.</a:t>
            </a:r>
            <a:endParaRPr lang="en-US" sz="1208" dirty="0"/>
          </a:p>
        </p:txBody>
      </p:sp>
      <p:sp>
        <p:nvSpPr>
          <p:cNvPr id="32" name="Obj [o73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documento de tesis, 04_arquitectura.tex (método, resultado y límites).</a:t>
            </a:r>
            <a:endParaRPr lang="en-US" sz="800" dirty="0"/>
          </a:p>
        </p:txBody>
      </p:sp>
      <p:sp>
        <p:nvSpPr>
          <p:cNvPr id="33" name="Obj [o73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Esta medición no incluye el inicio real del ADC ni la deriva posterior</a:t>
            </a:r>
            <a:endParaRPr lang="en-US" sz="1400" dirty="0"/>
          </a:p>
        </p:txBody>
      </p:sp>
      <p:sp>
        <p:nvSpPr>
          <p:cNvPr id="34" name="Obj [o734]"/>
          <p:cNvSpPr/>
          <p:nvPr/>
        </p:nvSpPr>
        <p:spPr>
          <a:xfrm>
            <a:off x="441794" y="1557362"/>
            <a:ext cx="2128962" cy="342155"/>
          </a:xfrm>
          <a:prstGeom prst="rect">
            <a:avLst/>
          </a:prstGeom>
          <a:solidFill>
            <a:srgbClr val="1F4E79"/>
          </a:solidFill>
          <a:ln w="6350">
            <a:solidFill>
              <a:srgbClr val="1F4E79"/>
            </a:solidFill>
            <a:prstDash val="solid"/>
          </a:ln>
        </p:spPr>
      </p:sp>
      <p:sp>
        <p:nvSpPr>
          <p:cNvPr id="35" name="Obj [o735]"/>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mide</a:t>
            </a:r>
            <a:endParaRPr lang="en-US" sz="1208" dirty="0"/>
          </a:p>
        </p:txBody>
      </p:sp>
      <p:sp>
        <p:nvSpPr>
          <p:cNvPr id="36" name="Obj [o736]"/>
          <p:cNvSpPr/>
          <p:nvPr/>
        </p:nvSpPr>
        <p:spPr>
          <a:xfrm>
            <a:off x="441794" y="1899517"/>
            <a:ext cx="2128962" cy="2090945"/>
          </a:xfrm>
          <a:prstGeom prst="rect">
            <a:avLst/>
          </a:prstGeom>
          <a:solidFill>
            <a:srgbClr val="FFFFFF"/>
          </a:solidFill>
          <a:ln w="15840">
            <a:solidFill>
              <a:srgbClr val="1F4E79"/>
            </a:solidFill>
            <a:prstDash val="solid"/>
          </a:ln>
        </p:spPr>
      </p:sp>
      <p:sp>
        <p:nvSpPr>
          <p:cNvPr id="37" name="Obj [o737]"/>
          <p:cNvSpPr txBox="1"/>
          <p:nvPr/>
        </p:nvSpPr>
        <p:spPr>
          <a:xfrm>
            <a:off x="533036"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Llegada de la orden y flanco GPIO en cada ESP32</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los nodos juntos, por el alcance de las puntas</a:t>
            </a:r>
            <a:endParaRPr lang="en-US" sz="1078" dirty="0"/>
          </a:p>
        </p:txBody>
      </p:sp>
      <p:sp>
        <p:nvSpPr>
          <p:cNvPr id="38" name="Obj [o738]"/>
          <p:cNvSpPr/>
          <p:nvPr/>
        </p:nvSpPr>
        <p:spPr>
          <a:xfrm>
            <a:off x="2798859" y="1557362"/>
            <a:ext cx="2128962" cy="342155"/>
          </a:xfrm>
          <a:prstGeom prst="rect">
            <a:avLst/>
          </a:prstGeom>
          <a:solidFill>
            <a:srgbClr val="C55A11"/>
          </a:solidFill>
          <a:ln w="6350">
            <a:solidFill>
              <a:srgbClr val="C55A11"/>
            </a:solidFill>
            <a:prstDash val="solid"/>
          </a:ln>
        </p:spPr>
      </p:sp>
      <p:sp>
        <p:nvSpPr>
          <p:cNvPr id="39" name="Obj [o739]"/>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falta</a:t>
            </a:r>
            <a:endParaRPr lang="en-US" sz="1208" dirty="0"/>
          </a:p>
        </p:txBody>
      </p:sp>
      <p:sp>
        <p:nvSpPr>
          <p:cNvPr id="40" name="Obj [o740]"/>
          <p:cNvSpPr/>
          <p:nvPr/>
        </p:nvSpPr>
        <p:spPr>
          <a:xfrm>
            <a:off x="2798859" y="1899517"/>
            <a:ext cx="2128962" cy="2090945"/>
          </a:xfrm>
          <a:prstGeom prst="rect">
            <a:avLst/>
          </a:prstGeom>
          <a:solidFill>
            <a:srgbClr val="FFFFFF"/>
          </a:solidFill>
          <a:ln w="15840">
            <a:solidFill>
              <a:srgbClr val="C55A11"/>
            </a:solidFill>
            <a:prstDash val="solid"/>
          </a:ln>
        </p:spPr>
      </p:sp>
      <p:sp>
        <p:nvSpPr>
          <p:cNvPr id="41" name="Obj [o741]"/>
          <p:cNvSpPr txBox="1"/>
          <p:nvPr/>
        </p:nvSpPr>
        <p:spPr>
          <a:xfrm>
            <a:off x="2890100"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Deriva relativa de los relojes durante la captura</a:t>
            </a:r>
            <a:endParaRPr lang="en-US" sz="1078" dirty="0"/>
          </a:p>
        </p:txBody>
      </p:sp>
      <p:sp>
        <p:nvSpPr>
          <p:cNvPr id="42" name="Obj [o742]"/>
          <p:cNvSpPr/>
          <p:nvPr/>
        </p:nvSpPr>
        <p:spPr>
          <a:xfrm>
            <a:off x="5155924" y="1557362"/>
            <a:ext cx="2128962" cy="342155"/>
          </a:xfrm>
          <a:prstGeom prst="rect">
            <a:avLst/>
          </a:prstGeom>
          <a:solidFill>
            <a:srgbClr val="2E75B6"/>
          </a:solidFill>
          <a:ln w="6350">
            <a:solidFill>
              <a:srgbClr val="2E75B6"/>
            </a:solidFill>
            <a:prstDash val="solid"/>
          </a:ln>
        </p:spPr>
      </p:sp>
      <p:sp>
        <p:nvSpPr>
          <p:cNvPr id="43" name="Obj [o743]"/>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Experimentos pendientes</a:t>
            </a:r>
            <a:endParaRPr lang="en-US" sz="1208" dirty="0"/>
          </a:p>
        </p:txBody>
      </p:sp>
      <p:sp>
        <p:nvSpPr>
          <p:cNvPr id="44" name="Obj [o744]"/>
          <p:cNvSpPr/>
          <p:nvPr/>
        </p:nvSpPr>
        <p:spPr>
          <a:xfrm>
            <a:off x="5155924" y="1899517"/>
            <a:ext cx="2128962" cy="2090945"/>
          </a:xfrm>
          <a:prstGeom prst="rect">
            <a:avLst/>
          </a:prstGeom>
          <a:solidFill>
            <a:srgbClr val="FFFFFF"/>
          </a:solidFill>
          <a:ln w="15840">
            <a:solidFill>
              <a:srgbClr val="2E75B6"/>
            </a:solidFill>
            <a:prstDash val="solid"/>
          </a:ln>
        </p:spPr>
      </p:sp>
      <p:sp>
        <p:nvSpPr>
          <p:cNvPr id="45" name="Obj [o745]"/>
          <p:cNvSpPr txBox="1"/>
          <p:nvPr/>
        </p:nvSpPr>
        <p:spPr>
          <a:xfrm>
            <a:off x="5247165"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Nodos separados decenas de metros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Repetibilidad, nº de nodos, temperatura, canal Wi-Fi</a:t>
            </a:r>
            <a:endParaRPr lang="en-US" sz="1078" dirty="0"/>
          </a:p>
        </p:txBody>
      </p:sp>
      <p:sp>
        <p:nvSpPr>
          <p:cNvPr id="46" name="Obj [o74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y 5; documento de tesis, 04_arquitectura.tex (limitaciones). La señal de referencia común es propuesta propia.</a:t>
            </a:r>
            <a:endParaRPr lang="en-US" sz="800" dirty="0"/>
          </a:p>
        </p:txBody>
      </p:sp>
      <p:sp>
        <p:nvSpPr>
          <p:cNvPr id="47" name="Obj [o74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Tras el disparo, cada nodo muestrea con su reloj local y la deriva se acumula</a:t>
            </a:r>
            <a:endParaRPr lang="en-US" sz="1400" dirty="0"/>
          </a:p>
        </p:txBody>
      </p:sp>
      <p:sp>
        <p:nvSpPr>
          <p:cNvPr id="48" name="Obj [o748]"/>
          <p:cNvSpPr/>
          <p:nvPr/>
        </p:nvSpPr>
        <p:spPr>
          <a:xfrm>
            <a:off x="44179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9" name="Obj [o749]"/>
              <p:cNvSpPr txBox="1"/>
              <p:nvPr/>
            </p:nvSpPr>
            <p:spPr>
              <a:xfrm>
                <a:off x="44179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49" name="Obj [o749]"/>
              <p:cNvSpPr txBox="1"/>
              <p:nvPr/>
            </p:nvSpPr>
            <p:spPr>
              <a:xfrm>
                <a:off x="44179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fs,i = fs(1 + εi)</a:t>
                </a:r>
                <a:endParaRPr lang="en-US" sz="2071" dirty="0"/>
              </a:p>
            </p:txBody>
          </p:sp>
        </mc:Fallback>
      </mc:AlternateContent>
      <p:sp>
        <p:nvSpPr>
          <p:cNvPr id="50" name="Obj [o750]"/>
          <p:cNvSpPr/>
          <p:nvPr/>
        </p:nvSpPr>
        <p:spPr>
          <a:xfrm>
            <a:off x="393937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1" name="Obj [o751]"/>
              <p:cNvSpPr txBox="1"/>
              <p:nvPr/>
            </p:nvSpPr>
            <p:spPr>
              <a:xfrm>
                <a:off x="393937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0,i</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n</m:t>
                          </m:r>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51" name="Obj [o751]"/>
              <p:cNvSpPr txBox="1"/>
              <p:nvPr/>
            </p:nvSpPr>
            <p:spPr>
              <a:xfrm>
                <a:off x="393937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ti[n] = t0,i + n / (fs(1 + εi))</a:t>
                </a:r>
                <a:endParaRPr lang="en-US" sz="2071" dirty="0"/>
              </a:p>
            </p:txBody>
          </p:sp>
        </mc:Fallback>
      </mc:AlternateContent>
      <p:sp>
        <p:nvSpPr>
          <p:cNvPr id="52" name="Obj [o752]"/>
          <p:cNvSpPr/>
          <p:nvPr/>
        </p:nvSpPr>
        <p:spPr>
          <a:xfrm>
            <a:off x="441794" y="2317706"/>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3" name="Obj [o753]"/>
              <p:cNvSpPr txBox="1"/>
              <p:nvPr/>
            </p:nvSpPr>
            <p:spPr>
              <a:xfrm>
                <a:off x="441794" y="2317706"/>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Δt=</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m:rPr>
                              <m:sty m:val="p"/>
                            </m:rPr>
                            <a:rPr lang="es-ES" sz="2400">
                              <a:solidFill>
                                <a:srgbClr val="1F4E79"/>
                              </a:solidFill>
                              <a:latin typeface="Cambria Math" panose="02040503050406030204" pitchFamily="18" charset="0"/>
                            </a:rPr>
                            <m:t xml:space="preserve">rel</m:t>
                          </m:r>
                        </m:sub>
                      </m:sSub>
                      <m:r>
                        <a:rPr lang="es-ES" sz="2400" i="1">
                          <a:solidFill>
                            <a:srgbClr val="1F4E79"/>
                          </a:solidFill>
                          <a:latin typeface="Cambria Math" panose="02040503050406030204" pitchFamily="18" charset="0"/>
                        </a:rPr>
                        <m:t xml:space="preserve">·T</m:t>
                      </m:r>
                    </m:oMath>
                  </m:oMathPara>
                </a14:m>
                <a:endParaRPr lang="es-ES"/>
              </a:p>
            </p:txBody>
          </p:sp>
        </mc:Choice>
        <mc:Fallback>
          <p:sp>
            <p:nvSpPr>
              <p:cNvPr id="53" name="Obj [o753]"/>
              <p:cNvSpPr txBox="1"/>
              <p:nvPr/>
            </p:nvSpPr>
            <p:spPr>
              <a:xfrm>
                <a:off x="441794" y="2317706"/>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Δt = ε_rel · T</a:t>
                </a:r>
                <a:endParaRPr lang="en-US" sz="2071" dirty="0"/>
              </a:p>
            </p:txBody>
          </p:sp>
        </mc:Fallback>
      </mc:AlternateContent>
      <p:graphicFrame>
        <p:nvGraphicFramePr>
          <p:cNvPr id="54" name="Obj [o754]"/>
          <p:cNvGraphicFramePr>
            <a:graphicFrameLocks noGrp="1"/>
          </p:cNvGraphicFramePr>
          <p:nvPr>
            <p:extLst>
              <p:ext uri="{D42A27DB-BD31-4B8C-83A1-F6EECF244321}">
                <p14:modId xmlns:p14="http://schemas.microsoft.com/office/powerpoint/2010/main" val="1579011935"/>
              </p:ext>
            </p:extLst>
          </p:nvPr>
        </p:nvGraphicFramePr>
        <p:xfrm>
          <a:off x="3939374" y="2317706"/>
          <a:ext cx="3345511" cy="914400"/>
        </p:xfrm>
        <a:graphic>
          <a:graphicData uri="http://schemas.openxmlformats.org/drawingml/2006/table">
            <a:tbl>
              <a:tblPr/>
              <a:tblGrid>
                <a:gridCol w="1064481"/>
                <a:gridCol w="1140515"/>
                <a:gridCol w="1140515"/>
              </a:tblGrid>
              <a:tr h="228103">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998" i="1">
                                  <a:solidFill>
                                    <a:srgbClr val="FFFFFF"/>
                                  </a:solidFill>
                                  <a:latin typeface="Cambria Math" panose="02040503050406030204" pitchFamily="18" charset="0"/>
                                </a:rPr>
                                <m:t xml:space="preserve">ε</m:t>
                              </m:r>
                            </m:oMath>
                          </a14:m>
                        </mc:Choice>
                        <mc:Fallback>
                          <a:r>
                            <a:rPr lang="en-US" sz="998" b="1" dirty="0">
                              <a:solidFill>
                                <a:srgbClr val="FFFFFF"/>
                              </a:solidFill>
                              <a:latin typeface="Arial" pitchFamily="34" charset="0"/>
                              <a:ea typeface="Arial" pitchFamily="34" charset="-122"/>
                              <a:cs typeface="Arial" pitchFamily="34" charset="-120"/>
                            </a:rPr>
                            <a:t>ε</a:t>
                          </a:r>
                        </mc:Fallback>
                      </mc:AlternateContent>
                      <a:r>
                        <a:rPr lang="en-US" sz="998" b="1" dirty="0">
                          <a:solidFill>
                            <a:srgbClr val="FFFFFF"/>
                          </a:solidFill>
                          <a:latin typeface="Arial" pitchFamily="34" charset="0"/>
                          <a:ea typeface="Arial" pitchFamily="34" charset="-122"/>
                          <a:cs typeface="Arial" pitchFamily="34" charset="-120"/>
                        </a:rPr>
                        <a:t> relativo</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T = 1 s</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998" b="1" dirty="0">
                          <a:solidFill>
                            <a:srgbClr val="FFFFFF"/>
                          </a:solidFill>
                          <a:latin typeface="Arial" pitchFamily="34" charset="0"/>
                          <a:ea typeface="Arial" pitchFamily="34" charset="-122"/>
                          <a:cs typeface="Arial" pitchFamily="34" charset="-120"/>
                        </a:rPr>
                        <a:t>T = 10 s</a:t>
                      </a:r>
                      <a:endParaRPr lang="en-US" sz="998"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28103">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10 ppm</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10 µs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100 µs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28103">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50 ppm</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50 µs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15" dirty="0">
                          <a:solidFill>
                            <a:srgbClr val="2D2D2D"/>
                          </a:solidFill>
                          <a:latin typeface="Arial" pitchFamily="34" charset="0"/>
                          <a:ea typeface="Arial" pitchFamily="34" charset="-122"/>
                          <a:cs typeface="Arial" pitchFamily="34" charset="-120"/>
                        </a:rPr>
                        <a:t>500 µs</a:t>
                      </a:r>
                      <a:endParaRPr lang="en-US" sz="91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6" name="Obj [o755]"/>
          <p:cNvSpPr txBox="1"/>
          <p:nvPr/>
        </p:nvSpPr>
        <p:spPr>
          <a:xfrm>
            <a:off x="441794" y="3382187"/>
            <a:ext cx="6843091" cy="912412"/>
          </a:xfrm>
          <a:prstGeom prst="rect">
            <a:avLst/>
          </a:prstGeom>
          <a:noFill/>
          <a:ln/>
        </p:spPr>
        <p:txBody>
          <a:bodyPr wrap="square" lIns="0" tIns="0" rIns="0" bIns="0" rtlCol="0" anchor="t"/>
          <a:lstStyle/>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ε</m:t>
                    </m:r>
                  </m:oMath>
                </a14:m>
              </mc:Choice>
              <mc:Fallback>
                <a:r>
                  <a:rPr lang="en-US" sz="1208" dirty="0">
                    <a:solidFill>
                      <a:srgbClr val="2D2D2D"/>
                    </a:solidFill>
                    <a:latin typeface="Arial" pitchFamily="34" charset="0"/>
                    <a:ea typeface="Arial" pitchFamily="34" charset="-122"/>
                    <a:cs typeface="Arial" pitchFamily="34" charset="-120"/>
                  </a:rPr>
                  <a:t>ε</a:t>
                </a:r>
              </mc:Fallback>
            </mc:AlternateContent>
            <a:r>
              <a:rPr lang="en-US" sz="1208"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ε</m:t>
                    </m:r>
                  </m:oMath>
                </a14:m>
              </mc:Choice>
              <mc:Fallback>
                <a:r>
                  <a:rPr lang="en-US" sz="1208" dirty="0">
                    <a:solidFill>
                      <a:srgbClr val="2D2D2D"/>
                    </a:solidFill>
                    <a:latin typeface="Arial" pitchFamily="34" charset="0"/>
                    <a:ea typeface="Arial" pitchFamily="34" charset="-122"/>
                    <a:cs typeface="Arial" pitchFamily="34" charset="-120"/>
                  </a:rPr>
                  <a:t>ε</a:t>
                </a:r>
              </mc:Fallback>
            </mc:AlternateContent>
            <a:r>
              <a:rPr lang="en-US" sz="1208" dirty="0">
                <a:solidFill>
                  <a:srgbClr val="2D2D2D"/>
                </a:solidFill>
                <a:latin typeface="Arial" pitchFamily="34" charset="0"/>
                <a:ea typeface="Arial" pitchFamily="34" charset="-122"/>
                <a:cs typeface="Arial" pitchFamily="34" charset="-120"/>
              </a:rPr>
              <a:t>·T al cabo de T</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Con 50 ppm y 10 s, la deriva (500 µs) supera al jitter de inicio</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208" dirty="0"/>
          </a:p>
        </p:txBody>
      </p:sp>
      <p:sp>
        <p:nvSpPr>
          <p:cNvPr id="59" name="Obj [o756]"/>
          <p:cNvSpPr txBox="1"/>
          <p:nvPr/>
        </p:nvSpPr>
        <p:spPr>
          <a:xfrm>
            <a:off x="3939374" y="3078049"/>
            <a:ext cx="334551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863" i="1">
                        <a:solidFill>
                          <a:srgbClr val="C55A11"/>
                        </a:solidFill>
                        <a:latin typeface="Cambria Math" panose="02040503050406030204" pitchFamily="18" charset="0"/>
                      </a:rPr>
                      <m:t xml:space="preserve">ε</m:t>
                    </m:r>
                  </m:oMath>
                </a14:m>
              </mc:Choice>
              <mc:Fallback>
                <a:r>
                  <a:rPr lang="en-US" sz="863" b="1" dirty="0">
                    <a:solidFill>
                      <a:srgbClr val="C55A11"/>
                    </a:solidFill>
                    <a:latin typeface="Arial" pitchFamily="34" charset="0"/>
                    <a:ea typeface="Arial" pitchFamily="34" charset="-122"/>
                    <a:cs typeface="Arial" pitchFamily="34" charset="-120"/>
                  </a:rPr>
                  <a:t>ε</a:t>
                </a:r>
              </mc:Fallback>
            </mc:AlternateContent>
            <a:r>
              <a:rPr lang="en-US" sz="863" b="1" dirty="0">
                <a:solidFill>
                  <a:srgbClr val="C55A11"/>
                </a:solidFill>
                <a:latin typeface="Arial" pitchFamily="34" charset="0"/>
                <a:ea typeface="Arial" pitchFamily="34" charset="-122"/>
                <a:cs typeface="Arial" pitchFamily="34" charset="-120"/>
              </a:rPr>
              <a:t> NO MEDIDO</a:t>
            </a:r>
            <a:endParaRPr lang="en-US" sz="863" dirty="0"/>
          </a:p>
        </p:txBody>
      </p:sp>
      <p:sp>
        <p:nvSpPr>
          <p:cNvPr id="61" name="Obj [o7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ε</m:t>
                    </m:r>
                  </m:oMath>
                </a14:m>
              </mc:Choice>
              <mc:Fallback>
                <a:r>
                  <a:rPr lang="en-US" sz="800" dirty="0">
                    <a:solidFill>
                      <a:srgbClr val="6B6B6B"/>
                    </a:solidFill>
                    <a:latin typeface="Arial" pitchFamily="34" charset="0"/>
                    <a:ea typeface="Arial" pitchFamily="34" charset="-122"/>
                    <a:cs typeface="Arial" pitchFamily="34" charset="-120"/>
                  </a:rPr>
                  <a:t>ε</a:t>
                </a:r>
              </mc:Fallback>
            </mc:AlternateContent>
            <a:r>
              <a:rPr lang="en-US" sz="8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800" dirty="0"/>
          </a:p>
        </p:txBody>
      </p:sp>
      <p:sp>
        <p:nvSpPr>
          <p:cNvPr id="6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25"/>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75"/>
                                        <p:tgtEl>
                                          <p:spTgt spid="3"/>
                                        </p:tgtEl>
                                      </p:cBhvr>
                                    </p:animEffect>
                                    <p:set>
                                      <p:cBhvr>
                                        <p:cTn id="20" dur="1" fill="hold">
                                          <p:stCondLst>
                                            <p:cond delay="174"/>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75"/>
                                        <p:tgtEl>
                                          <p:spTgt spid="5"/>
                                        </p:tgtEl>
                                      </p:cBhvr>
                                    </p:animEffect>
                                    <p:set>
                                      <p:cBhvr>
                                        <p:cTn id="23" dur="1" fill="hold">
                                          <p:stCondLst>
                                            <p:cond delay="174"/>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2389 E" pathEditMode="relative" rAng="0" ptsTypes="AA">
                                      <p:cBhvr>
                                        <p:cTn id="25" dur="375" fill="hold"/>
                                        <p:tgtEl>
                                          <p:spTgt spid="4"/>
                                        </p:tgtEl>
                                        <p:attrNameLst>
                                          <p:attrName>ppt_x</p:attrName>
                                          <p:attrName>ppt_y</p:attrName>
                                        </p:attrNameLst>
                                      </p:cBhvr>
                                      <p:rCtr x="19625" y="-11194"/>
                                    </p:animMotion>
                                  </p:childTnLst>
                                </p:cTn>
                              </p:par>
                              <p:par>
                                <p:cTn id="26" presetID="6" presetClass="emph" presetSubtype="0" accel="50000" decel="50000" fill="hold" nodeType="withEffect">
                                  <p:stCondLst>
                                    <p:cond delay="0"/>
                                  </p:stCondLst>
                                  <p:childTnLst>
                                    <p:animScale>
                                      <p:cBhvr>
                                        <p:cTn id="27" dur="375" fill="hold"/>
                                        <p:tgtEl>
                                          <p:spTgt spid="4"/>
                                        </p:tgtEl>
                                      </p:cBhvr>
                                      <p:by x="17506" y="17506"/>
                                    </p:animScale>
                                  </p:childTnLst>
                                </p:cTn>
                              </p:par>
                              <p:par>
                                <p:cTn id="28" presetID="10" presetClass="entr" presetSubtype="0" fill="hold" nodeType="withEffect">
                                  <p:stCondLst>
                                    <p:cond delay="225"/>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225"/>
                                        <p:tgtEl>
                                          <p:spTgt spid="6"/>
                                        </p:tgtEl>
                                      </p:cBhvr>
                                    </p:animEffect>
                                  </p:childTnLst>
                                </p:cTn>
                              </p:par>
                              <p:par>
                                <p:cTn id="31" presetID="10" presetClass="entr" presetSubtype="0" fill="hold" nodeType="withEffect">
                                  <p:stCondLst>
                                    <p:cond delay="26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225"/>
                                        <p:tgtEl>
                                          <p:spTgt spid="7"/>
                                        </p:tgtEl>
                                      </p:cBhvr>
                                    </p:animEffect>
                                  </p:childTnLst>
                                </p:cTn>
                              </p:par>
                              <p:par>
                                <p:cTn id="34" presetID="22" presetClass="entr" presetSubtype="4" fill="hold" nodeType="withEffect">
                                  <p:stCondLst>
                                    <p:cond delay="295"/>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250"/>
                                        <p:tgtEl>
                                          <p:spTgt spid="8"/>
                                        </p:tgtEl>
                                      </p:cBhvr>
                                    </p:animEffect>
                                  </p:childTnLst>
                                </p:cTn>
                              </p:par>
                              <p:par>
                                <p:cTn id="37" presetID="10" presetClass="entr" presetSubtype="0" fill="hold" nodeType="withEffect">
                                  <p:stCondLst>
                                    <p:cond delay="33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225"/>
                                        <p:tgtEl>
                                          <p:spTgt spid="9"/>
                                        </p:tgtEl>
                                      </p:cBhvr>
                                    </p:animEffect>
                                  </p:childTnLst>
                                </p:cTn>
                              </p:par>
                              <p:par>
                                <p:cTn id="40" presetID="22" presetClass="entr" presetSubtype="4" fill="hold" nodeType="withEffect">
                                  <p:stCondLst>
                                    <p:cond delay="365"/>
                                  </p:stCondLst>
                                  <p:childTnLst>
                                    <p:set>
                                      <p:cBhvr>
                                        <p:cTn id="41" dur="1" fill="hold">
                                          <p:stCondLst>
                                            <p:cond delay="0"/>
                                          </p:stCondLst>
                                        </p:cTn>
                                        <p:tgtEl>
                                          <p:spTgt spid="10"/>
                                        </p:tgtEl>
                                        <p:attrNameLst>
                                          <p:attrName>style.visibility</p:attrName>
                                        </p:attrNameLst>
                                      </p:cBhvr>
                                      <p:to>
                                        <p:strVal val="visible"/>
                                      </p:to>
                                    </p:set>
                                    <p:animEffect transition="in" filter="wipe(down)">
                                      <p:cBhvr>
                                        <p:cTn id="42" dur="250"/>
                                        <p:tgtEl>
                                          <p:spTgt spid="10"/>
                                        </p:tgtEl>
                                      </p:cBhvr>
                                    </p:animEffect>
                                  </p:childTnLst>
                                </p:cTn>
                              </p:par>
                              <p:par>
                                <p:cTn id="43" presetID="10" presetClass="entr" presetSubtype="0" fill="hold" nodeType="withEffect">
                                  <p:stCondLst>
                                    <p:cond delay="4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25"/>
                                        <p:tgtEl>
                                          <p:spTgt spid="11"/>
                                        </p:tgtEl>
                                      </p:cBhvr>
                                    </p:animEffect>
                                  </p:childTnLst>
                                </p:cTn>
                              </p:par>
                              <p:par>
                                <p:cTn id="46" presetID="22" presetClass="entr" presetSubtype="4" fill="hold" nodeType="withEffect">
                                  <p:stCondLst>
                                    <p:cond delay="435"/>
                                  </p:stCondLst>
                                  <p:childTnLst>
                                    <p:set>
                                      <p:cBhvr>
                                        <p:cTn id="47" dur="1" fill="hold">
                                          <p:stCondLst>
                                            <p:cond delay="0"/>
                                          </p:stCondLst>
                                        </p:cTn>
                                        <p:tgtEl>
                                          <p:spTgt spid="12"/>
                                        </p:tgtEl>
                                        <p:attrNameLst>
                                          <p:attrName>style.visibility</p:attrName>
                                        </p:attrNameLst>
                                      </p:cBhvr>
                                      <p:to>
                                        <p:strVal val="visible"/>
                                      </p:to>
                                    </p:set>
                                    <p:animEffect transition="in" filter="wipe(down)">
                                      <p:cBhvr>
                                        <p:cTn id="48" dur="250"/>
                                        <p:tgtEl>
                                          <p:spTgt spid="12"/>
                                        </p:tgtEl>
                                      </p:cBhvr>
                                    </p:animEffect>
                                  </p:childTnLst>
                                </p:cTn>
                              </p:par>
                              <p:par>
                                <p:cTn id="49" presetID="10" presetClass="entr" presetSubtype="0" fill="hold" nodeType="withEffect">
                                  <p:stCondLst>
                                    <p:cond delay="47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225"/>
                                        <p:tgtEl>
                                          <p:spTgt spid="13"/>
                                        </p:tgtEl>
                                      </p:cBhvr>
                                    </p:animEffect>
                                  </p:childTnLst>
                                </p:cTn>
                              </p:par>
                              <p:par>
                                <p:cTn id="52" presetID="22" presetClass="entr" presetSubtype="4" fill="hold" nodeType="withEffect">
                                  <p:stCondLst>
                                    <p:cond delay="505"/>
                                  </p:stCondLst>
                                  <p:childTnLst>
                                    <p:set>
                                      <p:cBhvr>
                                        <p:cTn id="53" dur="1" fill="hold">
                                          <p:stCondLst>
                                            <p:cond delay="0"/>
                                          </p:stCondLst>
                                        </p:cTn>
                                        <p:tgtEl>
                                          <p:spTgt spid="14"/>
                                        </p:tgtEl>
                                        <p:attrNameLst>
                                          <p:attrName>style.visibility</p:attrName>
                                        </p:attrNameLst>
                                      </p:cBhvr>
                                      <p:to>
                                        <p:strVal val="visible"/>
                                      </p:to>
                                    </p:set>
                                    <p:animEffect transition="in" filter="wipe(down)">
                                      <p:cBhvr>
                                        <p:cTn id="54" dur="250"/>
                                        <p:tgtEl>
                                          <p:spTgt spid="14"/>
                                        </p:tgtEl>
                                      </p:cBhvr>
                                    </p:animEffect>
                                  </p:childTnLst>
                                </p:cTn>
                              </p:par>
                              <p:par>
                                <p:cTn id="55" presetID="10" presetClass="entr" presetSubtype="0" fill="hold" nodeType="withEffect">
                                  <p:stCondLst>
                                    <p:cond delay="5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225"/>
                                        <p:tgtEl>
                                          <p:spTgt spid="15"/>
                                        </p:tgtEl>
                                      </p:cBhvr>
                                    </p:animEffect>
                                  </p:childTnLst>
                                </p:cTn>
                              </p:par>
                              <p:par>
                                <p:cTn id="58" presetID="22" presetClass="entr" presetSubtype="4" fill="hold" nodeType="withEffect">
                                  <p:stCondLst>
                                    <p:cond delay="575"/>
                                  </p:stCondLst>
                                  <p:childTnLst>
                                    <p:set>
                                      <p:cBhvr>
                                        <p:cTn id="59" dur="1" fill="hold">
                                          <p:stCondLst>
                                            <p:cond delay="0"/>
                                          </p:stCondLst>
                                        </p:cTn>
                                        <p:tgtEl>
                                          <p:spTgt spid="16"/>
                                        </p:tgtEl>
                                        <p:attrNameLst>
                                          <p:attrName>style.visibility</p:attrName>
                                        </p:attrNameLst>
                                      </p:cBhvr>
                                      <p:to>
                                        <p:strVal val="visible"/>
                                      </p:to>
                                    </p:set>
                                    <p:animEffect transition="in" filter="wipe(down)">
                                      <p:cBhvr>
                                        <p:cTn id="60" dur="250"/>
                                        <p:tgtEl>
                                          <p:spTgt spid="16"/>
                                        </p:tgtEl>
                                      </p:cBhvr>
                                    </p:animEffect>
                                  </p:childTnLst>
                                </p:cTn>
                              </p:par>
                              <p:par>
                                <p:cTn id="61" presetID="10" presetClass="entr" presetSubtype="0" fill="hold" nodeType="withEffect">
                                  <p:stCondLst>
                                    <p:cond delay="61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225"/>
                                        <p:tgtEl>
                                          <p:spTgt spid="17"/>
                                        </p:tgtEl>
                                      </p:cBhvr>
                                    </p:animEffect>
                                  </p:childTnLst>
                                </p:cTn>
                              </p:par>
                              <p:par>
                                <p:cTn id="64" presetID="22" presetClass="entr" presetSubtype="4" fill="hold" nodeType="withEffect">
                                  <p:stCondLst>
                                    <p:cond delay="645"/>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250"/>
                                        <p:tgtEl>
                                          <p:spTgt spid="18"/>
                                        </p:tgtEl>
                                      </p:cBhvr>
                                    </p:animEffect>
                                  </p:childTnLst>
                                </p:cTn>
                              </p:par>
                              <p:par>
                                <p:cTn id="67" presetID="22" presetClass="entr" presetSubtype="4" fill="hold" nodeType="withEffect">
                                  <p:stCondLst>
                                    <p:cond delay="680"/>
                                  </p:stCondLst>
                                  <p:childTnLst>
                                    <p:set>
                                      <p:cBhvr>
                                        <p:cTn id="68" dur="1" fill="hold">
                                          <p:stCondLst>
                                            <p:cond delay="0"/>
                                          </p:stCondLst>
                                        </p:cTn>
                                        <p:tgtEl>
                                          <p:spTgt spid="19"/>
                                        </p:tgtEl>
                                        <p:attrNameLst>
                                          <p:attrName>style.visibility</p:attrName>
                                        </p:attrNameLst>
                                      </p:cBhvr>
                                      <p:to>
                                        <p:strVal val="visible"/>
                                      </p:to>
                                    </p:set>
                                    <p:animEffect transition="in" filter="wipe(down)">
                                      <p:cBhvr>
                                        <p:cTn id="69" dur="250"/>
                                        <p:tgtEl>
                                          <p:spTgt spid="19"/>
                                        </p:tgtEl>
                                      </p:cBhvr>
                                    </p:animEffect>
                                  </p:childTnLst>
                                </p:cTn>
                              </p:par>
                              <p:par>
                                <p:cTn id="70" presetID="22" presetClass="entr" presetSubtype="4" fill="hold" nodeType="withEffect">
                                  <p:stCondLst>
                                    <p:cond delay="715"/>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250"/>
                                        <p:tgtEl>
                                          <p:spTgt spid="20"/>
                                        </p:tgtEl>
                                      </p:cBhvr>
                                    </p:animEffect>
                                  </p:childTnLst>
                                </p:cTn>
                              </p:par>
                              <p:par>
                                <p:cTn id="73" presetID="10" presetClass="entr" presetSubtype="0" fill="hold" nodeType="withEffect">
                                  <p:stCondLst>
                                    <p:cond delay="29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225"/>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175"/>
                                        <p:tgtEl>
                                          <p:spTgt spid="6"/>
                                        </p:tgtEl>
                                      </p:cBhvr>
                                    </p:animEffect>
                                    <p:set>
                                      <p:cBhvr>
                                        <p:cTn id="80" dur="1" fill="hold">
                                          <p:stCondLst>
                                            <p:cond delay="174"/>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75"/>
                                        <p:tgtEl>
                                          <p:spTgt spid="7"/>
                                        </p:tgtEl>
                                      </p:cBhvr>
                                    </p:animEffect>
                                    <p:set>
                                      <p:cBhvr>
                                        <p:cTn id="83" dur="1" fill="hold">
                                          <p:stCondLst>
                                            <p:cond delay="174"/>
                                          </p:stCondLst>
                                        </p:cTn>
                                        <p:tgtEl>
                                          <p:spTgt spid="7"/>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175"/>
                                        <p:tgtEl>
                                          <p:spTgt spid="8"/>
                                        </p:tgtEl>
                                      </p:cBhvr>
                                    </p:animEffect>
                                    <p:set>
                                      <p:cBhvr>
                                        <p:cTn id="86" dur="1" fill="hold">
                                          <p:stCondLst>
                                            <p:cond delay="174"/>
                                          </p:stCondLst>
                                        </p:cTn>
                                        <p:tgtEl>
                                          <p:spTgt spid="8"/>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175"/>
                                        <p:tgtEl>
                                          <p:spTgt spid="9"/>
                                        </p:tgtEl>
                                      </p:cBhvr>
                                    </p:animEffect>
                                    <p:set>
                                      <p:cBhvr>
                                        <p:cTn id="89" dur="1" fill="hold">
                                          <p:stCondLst>
                                            <p:cond delay="174"/>
                                          </p:stCondLst>
                                        </p:cTn>
                                        <p:tgtEl>
                                          <p:spTgt spid="9"/>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175"/>
                                        <p:tgtEl>
                                          <p:spTgt spid="10"/>
                                        </p:tgtEl>
                                      </p:cBhvr>
                                    </p:animEffect>
                                    <p:set>
                                      <p:cBhvr>
                                        <p:cTn id="92" dur="1" fill="hold">
                                          <p:stCondLst>
                                            <p:cond delay="174"/>
                                          </p:stCondLst>
                                        </p:cTn>
                                        <p:tgtEl>
                                          <p:spTgt spid="10"/>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175"/>
                                        <p:tgtEl>
                                          <p:spTgt spid="11"/>
                                        </p:tgtEl>
                                      </p:cBhvr>
                                    </p:animEffect>
                                    <p:set>
                                      <p:cBhvr>
                                        <p:cTn id="95" dur="1" fill="hold">
                                          <p:stCondLst>
                                            <p:cond delay="174"/>
                                          </p:stCondLst>
                                        </p:cTn>
                                        <p:tgtEl>
                                          <p:spTgt spid="11"/>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175"/>
                                        <p:tgtEl>
                                          <p:spTgt spid="12"/>
                                        </p:tgtEl>
                                      </p:cBhvr>
                                    </p:animEffect>
                                    <p:set>
                                      <p:cBhvr>
                                        <p:cTn id="98" dur="1" fill="hold">
                                          <p:stCondLst>
                                            <p:cond delay="174"/>
                                          </p:stCondLst>
                                        </p:cTn>
                                        <p:tgtEl>
                                          <p:spTgt spid="12"/>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75"/>
                                        <p:tgtEl>
                                          <p:spTgt spid="13"/>
                                        </p:tgtEl>
                                      </p:cBhvr>
                                    </p:animEffect>
                                    <p:set>
                                      <p:cBhvr>
                                        <p:cTn id="101" dur="1" fill="hold">
                                          <p:stCondLst>
                                            <p:cond delay="174"/>
                                          </p:stCondLst>
                                        </p:cTn>
                                        <p:tgtEl>
                                          <p:spTgt spid="13"/>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75"/>
                                        <p:tgtEl>
                                          <p:spTgt spid="14"/>
                                        </p:tgtEl>
                                      </p:cBhvr>
                                    </p:animEffect>
                                    <p:set>
                                      <p:cBhvr>
                                        <p:cTn id="104" dur="1" fill="hold">
                                          <p:stCondLst>
                                            <p:cond delay="174"/>
                                          </p:stCondLst>
                                        </p:cTn>
                                        <p:tgtEl>
                                          <p:spTgt spid="14"/>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75"/>
                                        <p:tgtEl>
                                          <p:spTgt spid="15"/>
                                        </p:tgtEl>
                                      </p:cBhvr>
                                    </p:animEffect>
                                    <p:set>
                                      <p:cBhvr>
                                        <p:cTn id="107" dur="1" fill="hold">
                                          <p:stCondLst>
                                            <p:cond delay="174"/>
                                          </p:stCondLst>
                                        </p:cTn>
                                        <p:tgtEl>
                                          <p:spTgt spid="15"/>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75"/>
                                        <p:tgtEl>
                                          <p:spTgt spid="16"/>
                                        </p:tgtEl>
                                      </p:cBhvr>
                                    </p:animEffect>
                                    <p:set>
                                      <p:cBhvr>
                                        <p:cTn id="110" dur="1" fill="hold">
                                          <p:stCondLst>
                                            <p:cond delay="174"/>
                                          </p:stCondLst>
                                        </p:cTn>
                                        <p:tgtEl>
                                          <p:spTgt spid="16"/>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175"/>
                                        <p:tgtEl>
                                          <p:spTgt spid="17"/>
                                        </p:tgtEl>
                                      </p:cBhvr>
                                    </p:animEffect>
                                    <p:set>
                                      <p:cBhvr>
                                        <p:cTn id="113" dur="1" fill="hold">
                                          <p:stCondLst>
                                            <p:cond delay="174"/>
                                          </p:stCondLst>
                                        </p:cTn>
                                        <p:tgtEl>
                                          <p:spTgt spid="17"/>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175"/>
                                        <p:tgtEl>
                                          <p:spTgt spid="18"/>
                                        </p:tgtEl>
                                      </p:cBhvr>
                                    </p:animEffect>
                                    <p:set>
                                      <p:cBhvr>
                                        <p:cTn id="116" dur="1" fill="hold">
                                          <p:stCondLst>
                                            <p:cond delay="174"/>
                                          </p:stCondLst>
                                        </p:cTn>
                                        <p:tgtEl>
                                          <p:spTgt spid="18"/>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75"/>
                                        <p:tgtEl>
                                          <p:spTgt spid="19"/>
                                        </p:tgtEl>
                                      </p:cBhvr>
                                    </p:animEffect>
                                    <p:set>
                                      <p:cBhvr>
                                        <p:cTn id="119" dur="1" fill="hold">
                                          <p:stCondLst>
                                            <p:cond delay="174"/>
                                          </p:stCondLst>
                                        </p:cTn>
                                        <p:tgtEl>
                                          <p:spTgt spid="1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75"/>
                                        <p:tgtEl>
                                          <p:spTgt spid="20"/>
                                        </p:tgtEl>
                                      </p:cBhvr>
                                    </p:animEffect>
                                    <p:set>
                                      <p:cBhvr>
                                        <p:cTn id="122" dur="1" fill="hold">
                                          <p:stCondLst>
                                            <p:cond delay="174"/>
                                          </p:stCondLst>
                                        </p:cTn>
                                        <p:tgtEl>
                                          <p:spTgt spid="20"/>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75"/>
                                        <p:tgtEl>
                                          <p:spTgt spid="21"/>
                                        </p:tgtEl>
                                      </p:cBhvr>
                                    </p:animEffect>
                                    <p:set>
                                      <p:cBhvr>
                                        <p:cTn id="125" dur="1" fill="hold">
                                          <p:stCondLst>
                                            <p:cond delay="174"/>
                                          </p:stCondLst>
                                        </p:cTn>
                                        <p:tgtEl>
                                          <p:spTgt spid="21"/>
                                        </p:tgtEl>
                                        <p:attrNameLst>
                                          <p:attrName>style.visibility</p:attrName>
                                        </p:attrNameLst>
                                      </p:cBhvr>
                                      <p:to>
                                        <p:strVal val="hidden"/>
                                      </p:to>
                                    </p:set>
                                  </p:childTnLst>
                                </p:cTn>
                              </p:par>
                              <p:par>
                                <p:cTn id="126" presetID="10" presetClass="entr" presetSubtype="0" fill="hold" nodeType="withEffect">
                                  <p:stCondLst>
                                    <p:cond delay="225"/>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225"/>
                                        <p:tgtEl>
                                          <p:spTgt spid="22"/>
                                        </p:tgtEl>
                                      </p:cBhvr>
                                    </p:animEffect>
                                  </p:childTnLst>
                                </p:cTn>
                              </p:par>
                              <p:par>
                                <p:cTn id="129" presetID="10" presetClass="entr" presetSubtype="0" fill="hold" nodeType="withEffect">
                                  <p:stCondLst>
                                    <p:cond delay="260"/>
                                  </p:stCondLst>
                                  <p:childTnLst>
                                    <p:set>
                                      <p:cBhvr>
                                        <p:cTn id="130" dur="1" fill="hold">
                                          <p:stCondLst>
                                            <p:cond delay="0"/>
                                          </p:stCondLst>
                                        </p:cTn>
                                        <p:tgtEl>
                                          <p:spTgt spid="23"/>
                                        </p:tgtEl>
                                        <p:attrNameLst>
                                          <p:attrName>style.visibility</p:attrName>
                                        </p:attrNameLst>
                                      </p:cBhvr>
                                      <p:to>
                                        <p:strVal val="visible"/>
                                      </p:to>
                                    </p:set>
                                    <p:animEffect transition="in" filter="fade">
                                      <p:cBhvr>
                                        <p:cTn id="131" dur="225"/>
                                        <p:tgtEl>
                                          <p:spTgt spid="23"/>
                                        </p:tgtEl>
                                      </p:cBhvr>
                                    </p:animEffect>
                                  </p:childTnLst>
                                </p:cTn>
                              </p:par>
                              <p:par>
                                <p:cTn id="132" presetID="22" presetClass="entr" presetSubtype="8" fill="hold" nodeType="withEffect">
                                  <p:stCondLst>
                                    <p:cond delay="295"/>
                                  </p:stCondLst>
                                  <p:childTnLst>
                                    <p:set>
                                      <p:cBhvr>
                                        <p:cTn id="133" dur="1" fill="hold">
                                          <p:stCondLst>
                                            <p:cond delay="0"/>
                                          </p:stCondLst>
                                        </p:cTn>
                                        <p:tgtEl>
                                          <p:spTgt spid="24"/>
                                        </p:tgtEl>
                                        <p:attrNameLst>
                                          <p:attrName>style.visibility</p:attrName>
                                        </p:attrNameLst>
                                      </p:cBhvr>
                                      <p:to>
                                        <p:strVal val="visible"/>
                                      </p:to>
                                    </p:set>
                                    <p:animEffect transition="in" filter="wipe(left)">
                                      <p:cBhvr>
                                        <p:cTn id="134" dur="250"/>
                                        <p:tgtEl>
                                          <p:spTgt spid="24"/>
                                        </p:tgtEl>
                                      </p:cBhvr>
                                    </p:animEffect>
                                  </p:childTnLst>
                                </p:cTn>
                              </p:par>
                              <p:par>
                                <p:cTn id="135" presetID="10" presetClass="entr" presetSubtype="0" fill="hold" nodeType="withEffect">
                                  <p:stCondLst>
                                    <p:cond delay="330"/>
                                  </p:stCondLst>
                                  <p:childTnLst>
                                    <p:set>
                                      <p:cBhvr>
                                        <p:cTn id="136" dur="1" fill="hold">
                                          <p:stCondLst>
                                            <p:cond delay="0"/>
                                          </p:stCondLst>
                                        </p:cTn>
                                        <p:tgtEl>
                                          <p:spTgt spid="25"/>
                                        </p:tgtEl>
                                        <p:attrNameLst>
                                          <p:attrName>style.visibility</p:attrName>
                                        </p:attrNameLst>
                                      </p:cBhvr>
                                      <p:to>
                                        <p:strVal val="visible"/>
                                      </p:to>
                                    </p:set>
                                    <p:animEffect transition="in" filter="fade">
                                      <p:cBhvr>
                                        <p:cTn id="137" dur="225"/>
                                        <p:tgtEl>
                                          <p:spTgt spid="25"/>
                                        </p:tgtEl>
                                      </p:cBhvr>
                                    </p:animEffect>
                                  </p:childTnLst>
                                </p:cTn>
                              </p:par>
                              <p:par>
                                <p:cTn id="138" presetID="10" presetClass="entr" presetSubtype="0" grpId="0" fill="hold" nodeType="withEffect">
                                  <p:stCondLst>
                                    <p:cond delay="365"/>
                                  </p:stCondLst>
                                  <p:childTnLst>
                                    <p:set>
                                      <p:cBhvr>
                                        <p:cTn id="139" dur="1" fill="hold">
                                          <p:stCondLst>
                                            <p:cond delay="0"/>
                                          </p:stCondLst>
                                        </p:cTn>
                                        <p:tgtEl>
                                          <p:spTgt spid="26">
                                            <p:txEl>
                                              <p:pRg st="0" end="0"/>
                                            </p:txEl>
                                          </p:spTgt>
                                        </p:tgtEl>
                                        <p:attrNameLst>
                                          <p:attrName>style.visibility</p:attrName>
                                        </p:attrNameLst>
                                      </p:cBhvr>
                                      <p:to>
                                        <p:strVal val="visible"/>
                                      </p:to>
                                    </p:set>
                                    <p:animEffect transition="in" filter="fade">
                                      <p:cBhvr>
                                        <p:cTn id="140" dur="225"/>
                                        <p:tgtEl>
                                          <p:spTgt spid="26">
                                            <p:txEl>
                                              <p:pRg st="0" end="0"/>
                                            </p:txEl>
                                          </p:spTgt>
                                        </p:tgtEl>
                                      </p:cBhvr>
                                    </p:animEffect>
                                  </p:childTnLst>
                                </p:cTn>
                              </p:par>
                              <p:par>
                                <p:cTn id="141" presetID="10" presetClass="entr" presetSubtype="0" grpId="0" fill="hold" nodeType="withEffect">
                                  <p:stCondLst>
                                    <p:cond delay="555"/>
                                  </p:stCondLst>
                                  <p:childTnLst>
                                    <p:set>
                                      <p:cBhvr>
                                        <p:cTn id="142" dur="1" fill="hold">
                                          <p:stCondLst>
                                            <p:cond delay="0"/>
                                          </p:stCondLst>
                                        </p:cTn>
                                        <p:tgtEl>
                                          <p:spTgt spid="26">
                                            <p:txEl>
                                              <p:pRg st="1" end="1"/>
                                            </p:txEl>
                                          </p:spTgt>
                                        </p:tgtEl>
                                        <p:attrNameLst>
                                          <p:attrName>style.visibility</p:attrName>
                                        </p:attrNameLst>
                                      </p:cBhvr>
                                      <p:to>
                                        <p:strVal val="visible"/>
                                      </p:to>
                                    </p:set>
                                    <p:animEffect transition="in" filter="fade">
                                      <p:cBhvr>
                                        <p:cTn id="143" dur="225"/>
                                        <p:tgtEl>
                                          <p:spTgt spid="26">
                                            <p:txEl>
                                              <p:pRg st="1" end="1"/>
                                            </p:txEl>
                                          </p:spTgt>
                                        </p:tgtEl>
                                      </p:cBhvr>
                                    </p:animEffect>
                                  </p:childTnLst>
                                </p:cTn>
                              </p:par>
                              <p:par>
                                <p:cTn id="144" presetID="10" presetClass="entr" presetSubtype="0" grpId="0" fill="hold" nodeType="withEffect">
                                  <p:stCondLst>
                                    <p:cond delay="745"/>
                                  </p:stCondLst>
                                  <p:childTnLst>
                                    <p:set>
                                      <p:cBhvr>
                                        <p:cTn id="145" dur="1" fill="hold">
                                          <p:stCondLst>
                                            <p:cond delay="0"/>
                                          </p:stCondLst>
                                        </p:cTn>
                                        <p:tgtEl>
                                          <p:spTgt spid="26">
                                            <p:txEl>
                                              <p:pRg st="2" end="2"/>
                                            </p:txEl>
                                          </p:spTgt>
                                        </p:tgtEl>
                                        <p:attrNameLst>
                                          <p:attrName>style.visibility</p:attrName>
                                        </p:attrNameLst>
                                      </p:cBhvr>
                                      <p:to>
                                        <p:strVal val="visible"/>
                                      </p:to>
                                    </p:set>
                                    <p:animEffect transition="in" filter="fade">
                                      <p:cBhvr>
                                        <p:cTn id="146" dur="225"/>
                                        <p:tgtEl>
                                          <p:spTgt spid="26">
                                            <p:txEl>
                                              <p:pRg st="2" end="2"/>
                                            </p:txEl>
                                          </p:spTgt>
                                        </p:tgtEl>
                                      </p:cBhvr>
                                    </p:animEffect>
                                  </p:childTnLst>
                                </p:cTn>
                              </p:par>
                              <p:par>
                                <p:cTn id="147" presetID="10" presetClass="entr" presetSubtype="0" fill="hold" nodeType="withEffect">
                                  <p:stCondLst>
                                    <p:cond delay="400"/>
                                  </p:stCondLst>
                                  <p:childTnLst>
                                    <p:set>
                                      <p:cBhvr>
                                        <p:cTn id="148" dur="1" fill="hold">
                                          <p:stCondLst>
                                            <p:cond delay="0"/>
                                          </p:stCondLst>
                                        </p:cTn>
                                        <p:tgtEl>
                                          <p:spTgt spid="27"/>
                                        </p:tgtEl>
                                        <p:attrNameLst>
                                          <p:attrName>style.visibility</p:attrName>
                                        </p:attrNameLst>
                                      </p:cBhvr>
                                      <p:to>
                                        <p:strVal val="visible"/>
                                      </p:to>
                                    </p:set>
                                    <p:animEffect transition="in" filter="fade">
                                      <p:cBhvr>
                                        <p:cTn id="149" dur="225"/>
                                        <p:tgtEl>
                                          <p:spTgt spid="27"/>
                                        </p:tgtEl>
                                      </p:cBhvr>
                                    </p:animEffect>
                                  </p:childTnLst>
                                </p:cTn>
                              </p:par>
                              <p:par>
                                <p:cTn id="150" presetID="22" presetClass="entr" presetSubtype="8" fill="hold" nodeType="withEffect">
                                  <p:stCondLst>
                                    <p:cond delay="435"/>
                                  </p:stCondLst>
                                  <p:childTnLst>
                                    <p:set>
                                      <p:cBhvr>
                                        <p:cTn id="151" dur="1" fill="hold">
                                          <p:stCondLst>
                                            <p:cond delay="0"/>
                                          </p:stCondLst>
                                        </p:cTn>
                                        <p:tgtEl>
                                          <p:spTgt spid="28"/>
                                        </p:tgtEl>
                                        <p:attrNameLst>
                                          <p:attrName>style.visibility</p:attrName>
                                        </p:attrNameLst>
                                      </p:cBhvr>
                                      <p:to>
                                        <p:strVal val="visible"/>
                                      </p:to>
                                    </p:set>
                                    <p:animEffect transition="in" filter="wipe(left)">
                                      <p:cBhvr>
                                        <p:cTn id="152" dur="250"/>
                                        <p:tgtEl>
                                          <p:spTgt spid="28"/>
                                        </p:tgtEl>
                                      </p:cBhvr>
                                    </p:animEffect>
                                  </p:childTnLst>
                                </p:cTn>
                              </p:par>
                              <p:par>
                                <p:cTn id="153" presetID="22" presetClass="entr" presetSubtype="8" fill="hold" nodeType="withEffect">
                                  <p:stCondLst>
                                    <p:cond delay="470"/>
                                  </p:stCondLst>
                                  <p:childTnLst>
                                    <p:set>
                                      <p:cBhvr>
                                        <p:cTn id="154" dur="1" fill="hold">
                                          <p:stCondLst>
                                            <p:cond delay="0"/>
                                          </p:stCondLst>
                                        </p:cTn>
                                        <p:tgtEl>
                                          <p:spTgt spid="29"/>
                                        </p:tgtEl>
                                        <p:attrNameLst>
                                          <p:attrName>style.visibility</p:attrName>
                                        </p:attrNameLst>
                                      </p:cBhvr>
                                      <p:to>
                                        <p:strVal val="visible"/>
                                      </p:to>
                                    </p:set>
                                    <p:animEffect transition="in" filter="wipe(left)">
                                      <p:cBhvr>
                                        <p:cTn id="155" dur="250"/>
                                        <p:tgtEl>
                                          <p:spTgt spid="29"/>
                                        </p:tgtEl>
                                      </p:cBhvr>
                                    </p:animEffect>
                                  </p:childTnLst>
                                </p:cTn>
                              </p:par>
                              <p:par>
                                <p:cTn id="156" presetID="22" presetClass="entr" presetSubtype="8" fill="hold" nodeType="withEffect">
                                  <p:stCondLst>
                                    <p:cond delay="505"/>
                                  </p:stCondLst>
                                  <p:childTnLst>
                                    <p:set>
                                      <p:cBhvr>
                                        <p:cTn id="157" dur="1" fill="hold">
                                          <p:stCondLst>
                                            <p:cond delay="0"/>
                                          </p:stCondLst>
                                        </p:cTn>
                                        <p:tgtEl>
                                          <p:spTgt spid="30"/>
                                        </p:tgtEl>
                                        <p:attrNameLst>
                                          <p:attrName>style.visibility</p:attrName>
                                        </p:attrNameLst>
                                      </p:cBhvr>
                                      <p:to>
                                        <p:strVal val="visible"/>
                                      </p:to>
                                    </p:set>
                                    <p:animEffect transition="in" filter="wipe(left)">
                                      <p:cBhvr>
                                        <p:cTn id="158" dur="250"/>
                                        <p:tgtEl>
                                          <p:spTgt spid="30"/>
                                        </p:tgtEl>
                                      </p:cBhvr>
                                    </p:animEffect>
                                  </p:childTnLst>
                                </p:cTn>
                              </p:par>
                              <p:par>
                                <p:cTn id="159" presetID="22" presetClass="entr" presetSubtype="8" fill="hold" nodeType="withEffect">
                                  <p:stCondLst>
                                    <p:cond delay="540"/>
                                  </p:stCondLst>
                                  <p:childTnLst>
                                    <p:set>
                                      <p:cBhvr>
                                        <p:cTn id="160" dur="1" fill="hold">
                                          <p:stCondLst>
                                            <p:cond delay="0"/>
                                          </p:stCondLst>
                                        </p:cTn>
                                        <p:tgtEl>
                                          <p:spTgt spid="31"/>
                                        </p:tgtEl>
                                        <p:attrNameLst>
                                          <p:attrName>style.visibility</p:attrName>
                                        </p:attrNameLst>
                                      </p:cBhvr>
                                      <p:to>
                                        <p:strVal val="visible"/>
                                      </p:to>
                                    </p:set>
                                    <p:animEffect transition="in" filter="wipe(left)">
                                      <p:cBhvr>
                                        <p:cTn id="161" dur="250"/>
                                        <p:tgtEl>
                                          <p:spTgt spid="31"/>
                                        </p:tgtEl>
                                      </p:cBhvr>
                                    </p:animEffect>
                                  </p:childTnLst>
                                </p:cTn>
                              </p:par>
                              <p:par>
                                <p:cTn id="162" presetID="10" presetClass="entr" presetSubtype="0" fill="hold" nodeType="withEffect">
                                  <p:stCondLst>
                                    <p:cond delay="290"/>
                                  </p:stCondLst>
                                  <p:childTnLst>
                                    <p:set>
                                      <p:cBhvr>
                                        <p:cTn id="163" dur="1" fill="hold">
                                          <p:stCondLst>
                                            <p:cond delay="0"/>
                                          </p:stCondLst>
                                        </p:cTn>
                                        <p:tgtEl>
                                          <p:spTgt spid="32"/>
                                        </p:tgtEl>
                                        <p:attrNameLst>
                                          <p:attrName>style.visibility</p:attrName>
                                        </p:attrNameLst>
                                      </p:cBhvr>
                                      <p:to>
                                        <p:strVal val="visible"/>
                                      </p:to>
                                    </p:set>
                                    <p:animEffect transition="in" filter="fade">
                                      <p:cBhvr>
                                        <p:cTn id="164" dur="225"/>
                                        <p:tgtEl>
                                          <p:spTgt spid="32"/>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xit" presetSubtype="0" fill="hold" nodeType="clickEffect">
                                  <p:stCondLst>
                                    <p:cond delay="0"/>
                                  </p:stCondLst>
                                  <p:childTnLst>
                                    <p:animEffect transition="out" filter="fade">
                                      <p:cBhvr>
                                        <p:cTn id="168" dur="175"/>
                                        <p:tgtEl>
                                          <p:spTgt spid="22"/>
                                        </p:tgtEl>
                                      </p:cBhvr>
                                    </p:animEffect>
                                    <p:set>
                                      <p:cBhvr>
                                        <p:cTn id="169" dur="1" fill="hold">
                                          <p:stCondLst>
                                            <p:cond delay="174"/>
                                          </p:stCondLst>
                                        </p:cTn>
                                        <p:tgtEl>
                                          <p:spTgt spid="2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175"/>
                                        <p:tgtEl>
                                          <p:spTgt spid="23"/>
                                        </p:tgtEl>
                                      </p:cBhvr>
                                    </p:animEffect>
                                    <p:set>
                                      <p:cBhvr>
                                        <p:cTn id="172" dur="1" fill="hold">
                                          <p:stCondLst>
                                            <p:cond delay="174"/>
                                          </p:stCondLst>
                                        </p:cTn>
                                        <p:tgtEl>
                                          <p:spTgt spid="23"/>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175"/>
                                        <p:tgtEl>
                                          <p:spTgt spid="24"/>
                                        </p:tgtEl>
                                      </p:cBhvr>
                                    </p:animEffect>
                                    <p:set>
                                      <p:cBhvr>
                                        <p:cTn id="175" dur="1" fill="hold">
                                          <p:stCondLst>
                                            <p:cond delay="174"/>
                                          </p:stCondLst>
                                        </p:cTn>
                                        <p:tgtEl>
                                          <p:spTgt spid="24"/>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175"/>
                                        <p:tgtEl>
                                          <p:spTgt spid="25"/>
                                        </p:tgtEl>
                                      </p:cBhvr>
                                    </p:animEffect>
                                    <p:set>
                                      <p:cBhvr>
                                        <p:cTn id="178" dur="1" fill="hold">
                                          <p:stCondLst>
                                            <p:cond delay="174"/>
                                          </p:stCondLst>
                                        </p:cTn>
                                        <p:tgtEl>
                                          <p:spTgt spid="25"/>
                                        </p:tgtEl>
                                        <p:attrNameLst>
                                          <p:attrName>style.visibility</p:attrName>
                                        </p:attrNameLst>
                                      </p:cBhvr>
                                      <p:to>
                                        <p:strVal val="hidden"/>
                                      </p:to>
                                    </p:set>
                                  </p:childTnLst>
                                </p:cTn>
                              </p:par>
                              <p:par>
                                <p:cTn id="179" presetID="10" presetClass="exit" presetSubtype="0" grpId="0" fill="hold" nodeType="withEffect">
                                  <p:stCondLst>
                                    <p:cond delay="0"/>
                                  </p:stCondLst>
                                  <p:childTnLst>
                                    <p:animEffect transition="out" filter="fade">
                                      <p:cBhvr>
                                        <p:cTn id="180" dur="175"/>
                                        <p:tgtEl>
                                          <p:spTgt spid="26">
                                            <p:txEl>
                                              <p:pRg st="0" end="0"/>
                                            </p:txEl>
                                          </p:spTgt>
                                        </p:tgtEl>
                                      </p:cBhvr>
                                    </p:animEffect>
                                    <p:set>
                                      <p:cBhvr>
                                        <p:cTn id="181" dur="1" fill="hold">
                                          <p:stCondLst>
                                            <p:cond delay="174"/>
                                          </p:stCondLst>
                                        </p:cTn>
                                        <p:tgtEl>
                                          <p:spTgt spid="26">
                                            <p:txEl>
                                              <p:pRg st="0" end="0"/>
                                            </p:txEl>
                                          </p:spTgt>
                                        </p:tgtEl>
                                        <p:attrNameLst>
                                          <p:attrName>style.visibility</p:attrName>
                                        </p:attrNameLst>
                                      </p:cBhvr>
                                      <p:to>
                                        <p:strVal val="hidden"/>
                                      </p:to>
                                    </p:set>
                                  </p:childTnLst>
                                </p:cTn>
                              </p:par>
                              <p:par>
                                <p:cTn id="182" presetID="10" presetClass="exit" presetSubtype="0" grpId="0" fill="hold" nodeType="withEffect">
                                  <p:stCondLst>
                                    <p:cond delay="0"/>
                                  </p:stCondLst>
                                  <p:childTnLst>
                                    <p:animEffect transition="out" filter="fade">
                                      <p:cBhvr>
                                        <p:cTn id="183" dur="175"/>
                                        <p:tgtEl>
                                          <p:spTgt spid="26">
                                            <p:txEl>
                                              <p:pRg st="1" end="1"/>
                                            </p:txEl>
                                          </p:spTgt>
                                        </p:tgtEl>
                                      </p:cBhvr>
                                    </p:animEffect>
                                    <p:set>
                                      <p:cBhvr>
                                        <p:cTn id="184" dur="1" fill="hold">
                                          <p:stCondLst>
                                            <p:cond delay="174"/>
                                          </p:stCondLst>
                                        </p:cTn>
                                        <p:tgtEl>
                                          <p:spTgt spid="26">
                                            <p:txEl>
                                              <p:pRg st="1" end="1"/>
                                            </p:txEl>
                                          </p:spTgt>
                                        </p:tgtEl>
                                        <p:attrNameLst>
                                          <p:attrName>style.visibility</p:attrName>
                                        </p:attrNameLst>
                                      </p:cBhvr>
                                      <p:to>
                                        <p:strVal val="hidden"/>
                                      </p:to>
                                    </p:set>
                                  </p:childTnLst>
                                </p:cTn>
                              </p:par>
                              <p:par>
                                <p:cTn id="185" presetID="10" presetClass="exit" presetSubtype="0" grpId="0" fill="hold" nodeType="withEffect">
                                  <p:stCondLst>
                                    <p:cond delay="0"/>
                                  </p:stCondLst>
                                  <p:childTnLst>
                                    <p:animEffect transition="out" filter="fade">
                                      <p:cBhvr>
                                        <p:cTn id="186" dur="175"/>
                                        <p:tgtEl>
                                          <p:spTgt spid="26">
                                            <p:txEl>
                                              <p:pRg st="2" end="2"/>
                                            </p:txEl>
                                          </p:spTgt>
                                        </p:tgtEl>
                                      </p:cBhvr>
                                    </p:animEffect>
                                    <p:set>
                                      <p:cBhvr>
                                        <p:cTn id="187" dur="1" fill="hold">
                                          <p:stCondLst>
                                            <p:cond delay="174"/>
                                          </p:stCondLst>
                                        </p:cTn>
                                        <p:tgtEl>
                                          <p:spTgt spid="26">
                                            <p:txEl>
                                              <p:pRg st="2" end="2"/>
                                            </p:txEl>
                                          </p:spTgt>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175"/>
                                        <p:tgtEl>
                                          <p:spTgt spid="27"/>
                                        </p:tgtEl>
                                      </p:cBhvr>
                                    </p:animEffect>
                                    <p:set>
                                      <p:cBhvr>
                                        <p:cTn id="190" dur="1" fill="hold">
                                          <p:stCondLst>
                                            <p:cond delay="174"/>
                                          </p:stCondLst>
                                        </p:cTn>
                                        <p:tgtEl>
                                          <p:spTgt spid="27"/>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175"/>
                                        <p:tgtEl>
                                          <p:spTgt spid="28"/>
                                        </p:tgtEl>
                                      </p:cBhvr>
                                    </p:animEffect>
                                    <p:set>
                                      <p:cBhvr>
                                        <p:cTn id="193" dur="1" fill="hold">
                                          <p:stCondLst>
                                            <p:cond delay="174"/>
                                          </p:stCondLst>
                                        </p:cTn>
                                        <p:tgtEl>
                                          <p:spTgt spid="28"/>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175"/>
                                        <p:tgtEl>
                                          <p:spTgt spid="29"/>
                                        </p:tgtEl>
                                      </p:cBhvr>
                                    </p:animEffect>
                                    <p:set>
                                      <p:cBhvr>
                                        <p:cTn id="196" dur="1" fill="hold">
                                          <p:stCondLst>
                                            <p:cond delay="174"/>
                                          </p:stCondLst>
                                        </p:cTn>
                                        <p:tgtEl>
                                          <p:spTgt spid="29"/>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175"/>
                                        <p:tgtEl>
                                          <p:spTgt spid="30"/>
                                        </p:tgtEl>
                                      </p:cBhvr>
                                    </p:animEffect>
                                    <p:set>
                                      <p:cBhvr>
                                        <p:cTn id="199" dur="1" fill="hold">
                                          <p:stCondLst>
                                            <p:cond delay="174"/>
                                          </p:stCondLst>
                                        </p:cTn>
                                        <p:tgtEl>
                                          <p:spTgt spid="30"/>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175"/>
                                        <p:tgtEl>
                                          <p:spTgt spid="31"/>
                                        </p:tgtEl>
                                      </p:cBhvr>
                                    </p:animEffect>
                                    <p:set>
                                      <p:cBhvr>
                                        <p:cTn id="202" dur="1" fill="hold">
                                          <p:stCondLst>
                                            <p:cond delay="174"/>
                                          </p:stCondLst>
                                        </p:cTn>
                                        <p:tgtEl>
                                          <p:spTgt spid="31"/>
                                        </p:tgtEl>
                                        <p:attrNameLst>
                                          <p:attrName>style.visibility</p:attrName>
                                        </p:attrNameLst>
                                      </p:cBhvr>
                                      <p:to>
                                        <p:strVal val="hidden"/>
                                      </p:to>
                                    </p:set>
                                  </p:childTnLst>
                                </p:cTn>
                              </p:par>
                              <p:par>
                                <p:cTn id="203" presetID="10" presetClass="exit" presetSubtype="0" fill="hold" nodeType="withEffect">
                                  <p:stCondLst>
                                    <p:cond delay="0"/>
                                  </p:stCondLst>
                                  <p:childTnLst>
                                    <p:animEffect transition="out" filter="fade">
                                      <p:cBhvr>
                                        <p:cTn id="204" dur="175"/>
                                        <p:tgtEl>
                                          <p:spTgt spid="32"/>
                                        </p:tgtEl>
                                      </p:cBhvr>
                                    </p:animEffect>
                                    <p:set>
                                      <p:cBhvr>
                                        <p:cTn id="205" dur="1" fill="hold">
                                          <p:stCondLst>
                                            <p:cond delay="174"/>
                                          </p:stCondLst>
                                        </p:cTn>
                                        <p:tgtEl>
                                          <p:spTgt spid="32"/>
                                        </p:tgtEl>
                                        <p:attrNameLst>
                                          <p:attrName>style.visibility</p:attrName>
                                        </p:attrNameLst>
                                      </p:cBhvr>
                                      <p:to>
                                        <p:strVal val="hidden"/>
                                      </p:to>
                                    </p:set>
                                  </p:childTnLst>
                                </p:cTn>
                              </p:par>
                              <p:par>
                                <p:cTn id="206" presetID="10" presetClass="entr" presetSubtype="0" fill="hold" nodeType="withEffect">
                                  <p:stCondLst>
                                    <p:cond delay="225"/>
                                  </p:stCondLst>
                                  <p:childTnLst>
                                    <p:set>
                                      <p:cBhvr>
                                        <p:cTn id="207" dur="1" fill="hold">
                                          <p:stCondLst>
                                            <p:cond delay="0"/>
                                          </p:stCondLst>
                                        </p:cTn>
                                        <p:tgtEl>
                                          <p:spTgt spid="33"/>
                                        </p:tgtEl>
                                        <p:attrNameLst>
                                          <p:attrName>style.visibility</p:attrName>
                                        </p:attrNameLst>
                                      </p:cBhvr>
                                      <p:to>
                                        <p:strVal val="visible"/>
                                      </p:to>
                                    </p:set>
                                    <p:animEffect transition="in" filter="fade">
                                      <p:cBhvr>
                                        <p:cTn id="208" dur="225"/>
                                        <p:tgtEl>
                                          <p:spTgt spid="33"/>
                                        </p:tgtEl>
                                      </p:cBhvr>
                                    </p:animEffect>
                                  </p:childTnLst>
                                </p:cTn>
                              </p:par>
                              <p:par>
                                <p:cTn id="209" presetID="10" presetClass="entr" presetSubtype="0" fill="hold" nodeType="withEffect">
                                  <p:stCondLst>
                                    <p:cond delay="260"/>
                                  </p:stCondLst>
                                  <p:childTnLst>
                                    <p:set>
                                      <p:cBhvr>
                                        <p:cTn id="210" dur="1" fill="hold">
                                          <p:stCondLst>
                                            <p:cond delay="0"/>
                                          </p:stCondLst>
                                        </p:cTn>
                                        <p:tgtEl>
                                          <p:spTgt spid="34"/>
                                        </p:tgtEl>
                                        <p:attrNameLst>
                                          <p:attrName>style.visibility</p:attrName>
                                        </p:attrNameLst>
                                      </p:cBhvr>
                                      <p:to>
                                        <p:strVal val="visible"/>
                                      </p:to>
                                    </p:set>
                                    <p:animEffect transition="in" filter="fade">
                                      <p:cBhvr>
                                        <p:cTn id="211" dur="225"/>
                                        <p:tgtEl>
                                          <p:spTgt spid="34"/>
                                        </p:tgtEl>
                                      </p:cBhvr>
                                    </p:animEffect>
                                  </p:childTnLst>
                                </p:cTn>
                              </p:par>
                              <p:par>
                                <p:cTn id="212" presetID="22" presetClass="entr" presetSubtype="4" fill="hold" nodeType="withEffect">
                                  <p:stCondLst>
                                    <p:cond delay="295"/>
                                  </p:stCondLst>
                                  <p:childTnLst>
                                    <p:set>
                                      <p:cBhvr>
                                        <p:cTn id="213" dur="1" fill="hold">
                                          <p:stCondLst>
                                            <p:cond delay="0"/>
                                          </p:stCondLst>
                                        </p:cTn>
                                        <p:tgtEl>
                                          <p:spTgt spid="35"/>
                                        </p:tgtEl>
                                        <p:attrNameLst>
                                          <p:attrName>style.visibility</p:attrName>
                                        </p:attrNameLst>
                                      </p:cBhvr>
                                      <p:to>
                                        <p:strVal val="visible"/>
                                      </p:to>
                                    </p:set>
                                    <p:animEffect transition="in" filter="wipe(down)">
                                      <p:cBhvr>
                                        <p:cTn id="214" dur="250"/>
                                        <p:tgtEl>
                                          <p:spTgt spid="35"/>
                                        </p:tgtEl>
                                      </p:cBhvr>
                                    </p:animEffect>
                                  </p:childTnLst>
                                </p:cTn>
                              </p:par>
                              <p:par>
                                <p:cTn id="215" presetID="10" presetClass="entr" presetSubtype="0" fill="hold" nodeType="withEffect">
                                  <p:stCondLst>
                                    <p:cond delay="330"/>
                                  </p:stCondLst>
                                  <p:childTnLst>
                                    <p:set>
                                      <p:cBhvr>
                                        <p:cTn id="216" dur="1" fill="hold">
                                          <p:stCondLst>
                                            <p:cond delay="0"/>
                                          </p:stCondLst>
                                        </p:cTn>
                                        <p:tgtEl>
                                          <p:spTgt spid="36"/>
                                        </p:tgtEl>
                                        <p:attrNameLst>
                                          <p:attrName>style.visibility</p:attrName>
                                        </p:attrNameLst>
                                      </p:cBhvr>
                                      <p:to>
                                        <p:strVal val="visible"/>
                                      </p:to>
                                    </p:set>
                                    <p:animEffect transition="in" filter="fade">
                                      <p:cBhvr>
                                        <p:cTn id="217" dur="225"/>
                                        <p:tgtEl>
                                          <p:spTgt spid="36"/>
                                        </p:tgtEl>
                                      </p:cBhvr>
                                    </p:animEffect>
                                  </p:childTnLst>
                                </p:cTn>
                              </p:par>
                              <p:par>
                                <p:cTn id="218" presetID="10" presetClass="entr" presetSubtype="0" grpId="0" fill="hold" nodeType="withEffect">
                                  <p:stCondLst>
                                    <p:cond delay="365"/>
                                  </p:stCondLst>
                                  <p:childTnLst>
                                    <p:set>
                                      <p:cBhvr>
                                        <p:cTn id="219" dur="1" fill="hold">
                                          <p:stCondLst>
                                            <p:cond delay="0"/>
                                          </p:stCondLst>
                                        </p:cTn>
                                        <p:tgtEl>
                                          <p:spTgt spid="37">
                                            <p:txEl>
                                              <p:pRg st="0" end="0"/>
                                            </p:txEl>
                                          </p:spTgt>
                                        </p:tgtEl>
                                        <p:attrNameLst>
                                          <p:attrName>style.visibility</p:attrName>
                                        </p:attrNameLst>
                                      </p:cBhvr>
                                      <p:to>
                                        <p:strVal val="visible"/>
                                      </p:to>
                                    </p:set>
                                    <p:animEffect transition="in" filter="fade">
                                      <p:cBhvr>
                                        <p:cTn id="220" dur="225"/>
                                        <p:tgtEl>
                                          <p:spTgt spid="37">
                                            <p:txEl>
                                              <p:pRg st="0" end="0"/>
                                            </p:txEl>
                                          </p:spTgt>
                                        </p:tgtEl>
                                      </p:cBhvr>
                                    </p:animEffect>
                                  </p:childTnLst>
                                </p:cTn>
                              </p:par>
                              <p:par>
                                <p:cTn id="221" presetID="10" presetClass="entr" presetSubtype="0" grpId="0" fill="hold" nodeType="withEffect">
                                  <p:stCondLst>
                                    <p:cond delay="555"/>
                                  </p:stCondLst>
                                  <p:childTnLst>
                                    <p:set>
                                      <p:cBhvr>
                                        <p:cTn id="222" dur="1" fill="hold">
                                          <p:stCondLst>
                                            <p:cond delay="0"/>
                                          </p:stCondLst>
                                        </p:cTn>
                                        <p:tgtEl>
                                          <p:spTgt spid="37">
                                            <p:txEl>
                                              <p:pRg st="1" end="1"/>
                                            </p:txEl>
                                          </p:spTgt>
                                        </p:tgtEl>
                                        <p:attrNameLst>
                                          <p:attrName>style.visibility</p:attrName>
                                        </p:attrNameLst>
                                      </p:cBhvr>
                                      <p:to>
                                        <p:strVal val="visible"/>
                                      </p:to>
                                    </p:set>
                                    <p:animEffect transition="in" filter="fade">
                                      <p:cBhvr>
                                        <p:cTn id="223" dur="225"/>
                                        <p:tgtEl>
                                          <p:spTgt spid="37">
                                            <p:txEl>
                                              <p:pRg st="1" end="1"/>
                                            </p:txEl>
                                          </p:spTgt>
                                        </p:tgtEl>
                                      </p:cBhvr>
                                    </p:animEffect>
                                  </p:childTnLst>
                                </p:cTn>
                              </p:par>
                              <p:par>
                                <p:cTn id="224" presetID="10" presetClass="entr" presetSubtype="0" fill="hold" nodeType="withEffect">
                                  <p:stCondLst>
                                    <p:cond delay="400"/>
                                  </p:stCondLst>
                                  <p:childTnLst>
                                    <p:set>
                                      <p:cBhvr>
                                        <p:cTn id="225" dur="1" fill="hold">
                                          <p:stCondLst>
                                            <p:cond delay="0"/>
                                          </p:stCondLst>
                                        </p:cTn>
                                        <p:tgtEl>
                                          <p:spTgt spid="38"/>
                                        </p:tgtEl>
                                        <p:attrNameLst>
                                          <p:attrName>style.visibility</p:attrName>
                                        </p:attrNameLst>
                                      </p:cBhvr>
                                      <p:to>
                                        <p:strVal val="visible"/>
                                      </p:to>
                                    </p:set>
                                    <p:animEffect transition="in" filter="fade">
                                      <p:cBhvr>
                                        <p:cTn id="226" dur="225"/>
                                        <p:tgtEl>
                                          <p:spTgt spid="38"/>
                                        </p:tgtEl>
                                      </p:cBhvr>
                                    </p:animEffect>
                                  </p:childTnLst>
                                </p:cTn>
                              </p:par>
                              <p:par>
                                <p:cTn id="227" presetID="22" presetClass="entr" presetSubtype="4" fill="hold" nodeType="withEffect">
                                  <p:stCondLst>
                                    <p:cond delay="435"/>
                                  </p:stCondLst>
                                  <p:childTnLst>
                                    <p:set>
                                      <p:cBhvr>
                                        <p:cTn id="228" dur="1" fill="hold">
                                          <p:stCondLst>
                                            <p:cond delay="0"/>
                                          </p:stCondLst>
                                        </p:cTn>
                                        <p:tgtEl>
                                          <p:spTgt spid="39"/>
                                        </p:tgtEl>
                                        <p:attrNameLst>
                                          <p:attrName>style.visibility</p:attrName>
                                        </p:attrNameLst>
                                      </p:cBhvr>
                                      <p:to>
                                        <p:strVal val="visible"/>
                                      </p:to>
                                    </p:set>
                                    <p:animEffect transition="in" filter="wipe(down)">
                                      <p:cBhvr>
                                        <p:cTn id="229" dur="250"/>
                                        <p:tgtEl>
                                          <p:spTgt spid="39"/>
                                        </p:tgtEl>
                                      </p:cBhvr>
                                    </p:animEffect>
                                  </p:childTnLst>
                                </p:cTn>
                              </p:par>
                              <p:par>
                                <p:cTn id="230" presetID="10" presetClass="entr" presetSubtype="0" fill="hold" nodeType="withEffect">
                                  <p:stCondLst>
                                    <p:cond delay="470"/>
                                  </p:stCondLst>
                                  <p:childTnLst>
                                    <p:set>
                                      <p:cBhvr>
                                        <p:cTn id="231" dur="1" fill="hold">
                                          <p:stCondLst>
                                            <p:cond delay="0"/>
                                          </p:stCondLst>
                                        </p:cTn>
                                        <p:tgtEl>
                                          <p:spTgt spid="40"/>
                                        </p:tgtEl>
                                        <p:attrNameLst>
                                          <p:attrName>style.visibility</p:attrName>
                                        </p:attrNameLst>
                                      </p:cBhvr>
                                      <p:to>
                                        <p:strVal val="visible"/>
                                      </p:to>
                                    </p:set>
                                    <p:animEffect transition="in" filter="fade">
                                      <p:cBhvr>
                                        <p:cTn id="232" dur="225"/>
                                        <p:tgtEl>
                                          <p:spTgt spid="40"/>
                                        </p:tgtEl>
                                      </p:cBhvr>
                                    </p:animEffect>
                                  </p:childTnLst>
                                </p:cTn>
                              </p:par>
                              <p:par>
                                <p:cTn id="233" presetID="10" presetClass="entr" presetSubtype="0" grpId="0" fill="hold" nodeType="withEffect">
                                  <p:stCondLst>
                                    <p:cond delay="505"/>
                                  </p:stCondLst>
                                  <p:childTnLst>
                                    <p:set>
                                      <p:cBhvr>
                                        <p:cTn id="234" dur="1" fill="hold">
                                          <p:stCondLst>
                                            <p:cond delay="0"/>
                                          </p:stCondLst>
                                        </p:cTn>
                                        <p:tgtEl>
                                          <p:spTgt spid="41">
                                            <p:txEl>
                                              <p:pRg st="0" end="0"/>
                                            </p:txEl>
                                          </p:spTgt>
                                        </p:tgtEl>
                                        <p:attrNameLst>
                                          <p:attrName>style.visibility</p:attrName>
                                        </p:attrNameLst>
                                      </p:cBhvr>
                                      <p:to>
                                        <p:strVal val="visible"/>
                                      </p:to>
                                    </p:set>
                                    <p:animEffect transition="in" filter="fade">
                                      <p:cBhvr>
                                        <p:cTn id="235" dur="225"/>
                                        <p:tgtEl>
                                          <p:spTgt spid="41">
                                            <p:txEl>
                                              <p:pRg st="0" end="0"/>
                                            </p:txEl>
                                          </p:spTgt>
                                        </p:tgtEl>
                                      </p:cBhvr>
                                    </p:animEffect>
                                  </p:childTnLst>
                                </p:cTn>
                              </p:par>
                              <p:par>
                                <p:cTn id="236" presetID="10" presetClass="entr" presetSubtype="0" grpId="0" fill="hold" nodeType="withEffect">
                                  <p:stCondLst>
                                    <p:cond delay="695"/>
                                  </p:stCondLst>
                                  <p:childTnLst>
                                    <p:set>
                                      <p:cBhvr>
                                        <p:cTn id="237" dur="1" fill="hold">
                                          <p:stCondLst>
                                            <p:cond delay="0"/>
                                          </p:stCondLst>
                                        </p:cTn>
                                        <p:tgtEl>
                                          <p:spTgt spid="41">
                                            <p:txEl>
                                              <p:pRg st="1" end="1"/>
                                            </p:txEl>
                                          </p:spTgt>
                                        </p:tgtEl>
                                        <p:attrNameLst>
                                          <p:attrName>style.visibility</p:attrName>
                                        </p:attrNameLst>
                                      </p:cBhvr>
                                      <p:to>
                                        <p:strVal val="visible"/>
                                      </p:to>
                                    </p:set>
                                    <p:animEffect transition="in" filter="fade">
                                      <p:cBhvr>
                                        <p:cTn id="238" dur="225"/>
                                        <p:tgtEl>
                                          <p:spTgt spid="41">
                                            <p:txEl>
                                              <p:pRg st="1" end="1"/>
                                            </p:txEl>
                                          </p:spTgt>
                                        </p:tgtEl>
                                      </p:cBhvr>
                                    </p:animEffect>
                                  </p:childTnLst>
                                </p:cTn>
                              </p:par>
                              <p:par>
                                <p:cTn id="239" presetID="10" presetClass="entr" presetSubtype="0" fill="hold" nodeType="withEffect">
                                  <p:stCondLst>
                                    <p:cond delay="540"/>
                                  </p:stCondLst>
                                  <p:childTnLst>
                                    <p:set>
                                      <p:cBhvr>
                                        <p:cTn id="240" dur="1" fill="hold">
                                          <p:stCondLst>
                                            <p:cond delay="0"/>
                                          </p:stCondLst>
                                        </p:cTn>
                                        <p:tgtEl>
                                          <p:spTgt spid="42"/>
                                        </p:tgtEl>
                                        <p:attrNameLst>
                                          <p:attrName>style.visibility</p:attrName>
                                        </p:attrNameLst>
                                      </p:cBhvr>
                                      <p:to>
                                        <p:strVal val="visible"/>
                                      </p:to>
                                    </p:set>
                                    <p:animEffect transition="in" filter="fade">
                                      <p:cBhvr>
                                        <p:cTn id="241" dur="225"/>
                                        <p:tgtEl>
                                          <p:spTgt spid="42"/>
                                        </p:tgtEl>
                                      </p:cBhvr>
                                    </p:animEffect>
                                  </p:childTnLst>
                                </p:cTn>
                              </p:par>
                              <p:par>
                                <p:cTn id="242" presetID="22" presetClass="entr" presetSubtype="4" fill="hold" nodeType="withEffect">
                                  <p:stCondLst>
                                    <p:cond delay="575"/>
                                  </p:stCondLst>
                                  <p:childTnLst>
                                    <p:set>
                                      <p:cBhvr>
                                        <p:cTn id="243" dur="1" fill="hold">
                                          <p:stCondLst>
                                            <p:cond delay="0"/>
                                          </p:stCondLst>
                                        </p:cTn>
                                        <p:tgtEl>
                                          <p:spTgt spid="43"/>
                                        </p:tgtEl>
                                        <p:attrNameLst>
                                          <p:attrName>style.visibility</p:attrName>
                                        </p:attrNameLst>
                                      </p:cBhvr>
                                      <p:to>
                                        <p:strVal val="visible"/>
                                      </p:to>
                                    </p:set>
                                    <p:animEffect transition="in" filter="wipe(down)">
                                      <p:cBhvr>
                                        <p:cTn id="244" dur="250"/>
                                        <p:tgtEl>
                                          <p:spTgt spid="43"/>
                                        </p:tgtEl>
                                      </p:cBhvr>
                                    </p:animEffect>
                                  </p:childTnLst>
                                </p:cTn>
                              </p:par>
                              <p:par>
                                <p:cTn id="245" presetID="10" presetClass="entr" presetSubtype="0" fill="hold" nodeType="withEffect">
                                  <p:stCondLst>
                                    <p:cond delay="610"/>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225"/>
                                        <p:tgtEl>
                                          <p:spTgt spid="44"/>
                                        </p:tgtEl>
                                      </p:cBhvr>
                                    </p:animEffect>
                                  </p:childTnLst>
                                </p:cTn>
                              </p:par>
                              <p:par>
                                <p:cTn id="248" presetID="10" presetClass="entr" presetSubtype="0" grpId="0" fill="hold" nodeType="withEffect">
                                  <p:stCondLst>
                                    <p:cond delay="645"/>
                                  </p:stCondLst>
                                  <p:childTnLst>
                                    <p:set>
                                      <p:cBhvr>
                                        <p:cTn id="249" dur="1" fill="hold">
                                          <p:stCondLst>
                                            <p:cond delay="0"/>
                                          </p:stCondLst>
                                        </p:cTn>
                                        <p:tgtEl>
                                          <p:spTgt spid="45">
                                            <p:txEl>
                                              <p:pRg st="0" end="0"/>
                                            </p:txEl>
                                          </p:spTgt>
                                        </p:tgtEl>
                                        <p:attrNameLst>
                                          <p:attrName>style.visibility</p:attrName>
                                        </p:attrNameLst>
                                      </p:cBhvr>
                                      <p:to>
                                        <p:strVal val="visible"/>
                                      </p:to>
                                    </p:set>
                                    <p:animEffect transition="in" filter="fade">
                                      <p:cBhvr>
                                        <p:cTn id="250" dur="225"/>
                                        <p:tgtEl>
                                          <p:spTgt spid="45">
                                            <p:txEl>
                                              <p:pRg st="0" end="0"/>
                                            </p:txEl>
                                          </p:spTgt>
                                        </p:tgtEl>
                                      </p:cBhvr>
                                    </p:animEffect>
                                  </p:childTnLst>
                                </p:cTn>
                              </p:par>
                              <p:par>
                                <p:cTn id="251" presetID="10" presetClass="entr" presetSubtype="0" grpId="0" fill="hold" nodeType="withEffect">
                                  <p:stCondLst>
                                    <p:cond delay="835"/>
                                  </p:stCondLst>
                                  <p:childTnLst>
                                    <p:set>
                                      <p:cBhvr>
                                        <p:cTn id="252" dur="1" fill="hold">
                                          <p:stCondLst>
                                            <p:cond delay="0"/>
                                          </p:stCondLst>
                                        </p:cTn>
                                        <p:tgtEl>
                                          <p:spTgt spid="45">
                                            <p:txEl>
                                              <p:pRg st="1" end="1"/>
                                            </p:txEl>
                                          </p:spTgt>
                                        </p:tgtEl>
                                        <p:attrNameLst>
                                          <p:attrName>style.visibility</p:attrName>
                                        </p:attrNameLst>
                                      </p:cBhvr>
                                      <p:to>
                                        <p:strVal val="visible"/>
                                      </p:to>
                                    </p:set>
                                    <p:animEffect transition="in" filter="fade">
                                      <p:cBhvr>
                                        <p:cTn id="253" dur="225"/>
                                        <p:tgtEl>
                                          <p:spTgt spid="45">
                                            <p:txEl>
                                              <p:pRg st="1" end="1"/>
                                            </p:txEl>
                                          </p:spTgt>
                                        </p:tgtEl>
                                      </p:cBhvr>
                                    </p:animEffect>
                                  </p:childTnLst>
                                </p:cTn>
                              </p:par>
                              <p:par>
                                <p:cTn id="254" presetID="10" presetClass="entr" presetSubtype="0" grpId="0" fill="hold" nodeType="withEffect">
                                  <p:stCondLst>
                                    <p:cond delay="1025"/>
                                  </p:stCondLst>
                                  <p:childTnLst>
                                    <p:set>
                                      <p:cBhvr>
                                        <p:cTn id="255" dur="1" fill="hold">
                                          <p:stCondLst>
                                            <p:cond delay="0"/>
                                          </p:stCondLst>
                                        </p:cTn>
                                        <p:tgtEl>
                                          <p:spTgt spid="45">
                                            <p:txEl>
                                              <p:pRg st="2" end="2"/>
                                            </p:txEl>
                                          </p:spTgt>
                                        </p:tgtEl>
                                        <p:attrNameLst>
                                          <p:attrName>style.visibility</p:attrName>
                                        </p:attrNameLst>
                                      </p:cBhvr>
                                      <p:to>
                                        <p:strVal val="visible"/>
                                      </p:to>
                                    </p:set>
                                    <p:animEffect transition="in" filter="fade">
                                      <p:cBhvr>
                                        <p:cTn id="256" dur="225"/>
                                        <p:tgtEl>
                                          <p:spTgt spid="45">
                                            <p:txEl>
                                              <p:pRg st="2" end="2"/>
                                            </p:txEl>
                                          </p:spTgt>
                                        </p:tgtEl>
                                      </p:cBhvr>
                                    </p:animEffect>
                                  </p:childTnLst>
                                </p:cTn>
                              </p:par>
                              <p:par>
                                <p:cTn id="257" presetID="10" presetClass="entr" presetSubtype="0" fill="hold" nodeType="withEffect">
                                  <p:stCondLst>
                                    <p:cond delay="290"/>
                                  </p:stCondLst>
                                  <p:childTnLst>
                                    <p:set>
                                      <p:cBhvr>
                                        <p:cTn id="258" dur="1" fill="hold">
                                          <p:stCondLst>
                                            <p:cond delay="0"/>
                                          </p:stCondLst>
                                        </p:cTn>
                                        <p:tgtEl>
                                          <p:spTgt spid="46"/>
                                        </p:tgtEl>
                                        <p:attrNameLst>
                                          <p:attrName>style.visibility</p:attrName>
                                        </p:attrNameLst>
                                      </p:cBhvr>
                                      <p:to>
                                        <p:strVal val="visible"/>
                                      </p:to>
                                    </p:set>
                                    <p:animEffect transition="in" filter="fade">
                                      <p:cBhvr>
                                        <p:cTn id="259" dur="225"/>
                                        <p:tgtEl>
                                          <p:spTgt spid="46"/>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xit" presetSubtype="0" fill="hold" nodeType="clickEffect">
                                  <p:stCondLst>
                                    <p:cond delay="0"/>
                                  </p:stCondLst>
                                  <p:childTnLst>
                                    <p:animEffect transition="out" filter="fade">
                                      <p:cBhvr>
                                        <p:cTn id="263" dur="175"/>
                                        <p:tgtEl>
                                          <p:spTgt spid="33"/>
                                        </p:tgtEl>
                                      </p:cBhvr>
                                    </p:animEffect>
                                    <p:set>
                                      <p:cBhvr>
                                        <p:cTn id="264" dur="1" fill="hold">
                                          <p:stCondLst>
                                            <p:cond delay="174"/>
                                          </p:stCondLst>
                                        </p:cTn>
                                        <p:tgtEl>
                                          <p:spTgt spid="33"/>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175"/>
                                        <p:tgtEl>
                                          <p:spTgt spid="34"/>
                                        </p:tgtEl>
                                      </p:cBhvr>
                                    </p:animEffect>
                                    <p:set>
                                      <p:cBhvr>
                                        <p:cTn id="267" dur="1" fill="hold">
                                          <p:stCondLst>
                                            <p:cond delay="174"/>
                                          </p:stCondLst>
                                        </p:cTn>
                                        <p:tgtEl>
                                          <p:spTgt spid="34"/>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175"/>
                                        <p:tgtEl>
                                          <p:spTgt spid="35"/>
                                        </p:tgtEl>
                                      </p:cBhvr>
                                    </p:animEffect>
                                    <p:set>
                                      <p:cBhvr>
                                        <p:cTn id="270" dur="1" fill="hold">
                                          <p:stCondLst>
                                            <p:cond delay="174"/>
                                          </p:stCondLst>
                                        </p:cTn>
                                        <p:tgtEl>
                                          <p:spTgt spid="35"/>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175"/>
                                        <p:tgtEl>
                                          <p:spTgt spid="36"/>
                                        </p:tgtEl>
                                      </p:cBhvr>
                                    </p:animEffect>
                                    <p:set>
                                      <p:cBhvr>
                                        <p:cTn id="273" dur="1" fill="hold">
                                          <p:stCondLst>
                                            <p:cond delay="174"/>
                                          </p:stCondLst>
                                        </p:cTn>
                                        <p:tgtEl>
                                          <p:spTgt spid="36"/>
                                        </p:tgtEl>
                                        <p:attrNameLst>
                                          <p:attrName>style.visibility</p:attrName>
                                        </p:attrNameLst>
                                      </p:cBhvr>
                                      <p:to>
                                        <p:strVal val="hidden"/>
                                      </p:to>
                                    </p:set>
                                  </p:childTnLst>
                                </p:cTn>
                              </p:par>
                              <p:par>
                                <p:cTn id="274" presetID="10" presetClass="exit" presetSubtype="0" grpId="0" fill="hold" nodeType="withEffect">
                                  <p:stCondLst>
                                    <p:cond delay="0"/>
                                  </p:stCondLst>
                                  <p:childTnLst>
                                    <p:animEffect transition="out" filter="fade">
                                      <p:cBhvr>
                                        <p:cTn id="275" dur="175"/>
                                        <p:tgtEl>
                                          <p:spTgt spid="37">
                                            <p:txEl>
                                              <p:pRg st="0" end="0"/>
                                            </p:txEl>
                                          </p:spTgt>
                                        </p:tgtEl>
                                      </p:cBhvr>
                                    </p:animEffect>
                                    <p:set>
                                      <p:cBhvr>
                                        <p:cTn id="276" dur="1" fill="hold">
                                          <p:stCondLst>
                                            <p:cond delay="174"/>
                                          </p:stCondLst>
                                        </p:cTn>
                                        <p:tgtEl>
                                          <p:spTgt spid="37">
                                            <p:txEl>
                                              <p:pRg st="0" end="0"/>
                                            </p:txEl>
                                          </p:spTgt>
                                        </p:tgtEl>
                                        <p:attrNameLst>
                                          <p:attrName>style.visibility</p:attrName>
                                        </p:attrNameLst>
                                      </p:cBhvr>
                                      <p:to>
                                        <p:strVal val="hidden"/>
                                      </p:to>
                                    </p:set>
                                  </p:childTnLst>
                                </p:cTn>
                              </p:par>
                              <p:par>
                                <p:cTn id="277" presetID="10" presetClass="exit" presetSubtype="0" grpId="0" fill="hold" nodeType="withEffect">
                                  <p:stCondLst>
                                    <p:cond delay="0"/>
                                  </p:stCondLst>
                                  <p:childTnLst>
                                    <p:animEffect transition="out" filter="fade">
                                      <p:cBhvr>
                                        <p:cTn id="278" dur="175"/>
                                        <p:tgtEl>
                                          <p:spTgt spid="37">
                                            <p:txEl>
                                              <p:pRg st="1" end="1"/>
                                            </p:txEl>
                                          </p:spTgt>
                                        </p:tgtEl>
                                      </p:cBhvr>
                                    </p:animEffect>
                                    <p:set>
                                      <p:cBhvr>
                                        <p:cTn id="279" dur="1" fill="hold">
                                          <p:stCondLst>
                                            <p:cond delay="174"/>
                                          </p:stCondLst>
                                        </p:cTn>
                                        <p:tgtEl>
                                          <p:spTgt spid="37">
                                            <p:txEl>
                                              <p:pRg st="1" end="1"/>
                                            </p:txEl>
                                          </p:spTgt>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175"/>
                                        <p:tgtEl>
                                          <p:spTgt spid="38"/>
                                        </p:tgtEl>
                                      </p:cBhvr>
                                    </p:animEffect>
                                    <p:set>
                                      <p:cBhvr>
                                        <p:cTn id="282" dur="1" fill="hold">
                                          <p:stCondLst>
                                            <p:cond delay="174"/>
                                          </p:stCondLst>
                                        </p:cTn>
                                        <p:tgtEl>
                                          <p:spTgt spid="38"/>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175"/>
                                        <p:tgtEl>
                                          <p:spTgt spid="39"/>
                                        </p:tgtEl>
                                      </p:cBhvr>
                                    </p:animEffect>
                                    <p:set>
                                      <p:cBhvr>
                                        <p:cTn id="285" dur="1" fill="hold">
                                          <p:stCondLst>
                                            <p:cond delay="174"/>
                                          </p:stCondLst>
                                        </p:cTn>
                                        <p:tgtEl>
                                          <p:spTgt spid="39"/>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175"/>
                                        <p:tgtEl>
                                          <p:spTgt spid="40"/>
                                        </p:tgtEl>
                                      </p:cBhvr>
                                    </p:animEffect>
                                    <p:set>
                                      <p:cBhvr>
                                        <p:cTn id="288" dur="1" fill="hold">
                                          <p:stCondLst>
                                            <p:cond delay="174"/>
                                          </p:stCondLst>
                                        </p:cTn>
                                        <p:tgtEl>
                                          <p:spTgt spid="40"/>
                                        </p:tgtEl>
                                        <p:attrNameLst>
                                          <p:attrName>style.visibility</p:attrName>
                                        </p:attrNameLst>
                                      </p:cBhvr>
                                      <p:to>
                                        <p:strVal val="hidden"/>
                                      </p:to>
                                    </p:set>
                                  </p:childTnLst>
                                </p:cTn>
                              </p:par>
                              <p:par>
                                <p:cTn id="289" presetID="10" presetClass="exit" presetSubtype="0" grpId="0" fill="hold" nodeType="withEffect">
                                  <p:stCondLst>
                                    <p:cond delay="0"/>
                                  </p:stCondLst>
                                  <p:childTnLst>
                                    <p:animEffect transition="out" filter="fade">
                                      <p:cBhvr>
                                        <p:cTn id="290" dur="175"/>
                                        <p:tgtEl>
                                          <p:spTgt spid="41">
                                            <p:txEl>
                                              <p:pRg st="0" end="0"/>
                                            </p:txEl>
                                          </p:spTgt>
                                        </p:tgtEl>
                                      </p:cBhvr>
                                    </p:animEffect>
                                    <p:set>
                                      <p:cBhvr>
                                        <p:cTn id="291" dur="1" fill="hold">
                                          <p:stCondLst>
                                            <p:cond delay="174"/>
                                          </p:stCondLst>
                                        </p:cTn>
                                        <p:tgtEl>
                                          <p:spTgt spid="41">
                                            <p:txEl>
                                              <p:pRg st="0" end="0"/>
                                            </p:txEl>
                                          </p:spTgt>
                                        </p:tgtEl>
                                        <p:attrNameLst>
                                          <p:attrName>style.visibility</p:attrName>
                                        </p:attrNameLst>
                                      </p:cBhvr>
                                      <p:to>
                                        <p:strVal val="hidden"/>
                                      </p:to>
                                    </p:set>
                                  </p:childTnLst>
                                </p:cTn>
                              </p:par>
                              <p:par>
                                <p:cTn id="292" presetID="10" presetClass="exit" presetSubtype="0" grpId="0" fill="hold" nodeType="withEffect">
                                  <p:stCondLst>
                                    <p:cond delay="0"/>
                                  </p:stCondLst>
                                  <p:childTnLst>
                                    <p:animEffect transition="out" filter="fade">
                                      <p:cBhvr>
                                        <p:cTn id="293" dur="175"/>
                                        <p:tgtEl>
                                          <p:spTgt spid="41">
                                            <p:txEl>
                                              <p:pRg st="1" end="1"/>
                                            </p:txEl>
                                          </p:spTgt>
                                        </p:tgtEl>
                                      </p:cBhvr>
                                    </p:animEffect>
                                    <p:set>
                                      <p:cBhvr>
                                        <p:cTn id="294" dur="1" fill="hold">
                                          <p:stCondLst>
                                            <p:cond delay="174"/>
                                          </p:stCondLst>
                                        </p:cTn>
                                        <p:tgtEl>
                                          <p:spTgt spid="41">
                                            <p:txEl>
                                              <p:pRg st="1" end="1"/>
                                            </p:txEl>
                                          </p:spTgt>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175"/>
                                        <p:tgtEl>
                                          <p:spTgt spid="42"/>
                                        </p:tgtEl>
                                      </p:cBhvr>
                                    </p:animEffect>
                                    <p:set>
                                      <p:cBhvr>
                                        <p:cTn id="297" dur="1" fill="hold">
                                          <p:stCondLst>
                                            <p:cond delay="174"/>
                                          </p:stCondLst>
                                        </p:cTn>
                                        <p:tgtEl>
                                          <p:spTgt spid="42"/>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175"/>
                                        <p:tgtEl>
                                          <p:spTgt spid="43"/>
                                        </p:tgtEl>
                                      </p:cBhvr>
                                    </p:animEffect>
                                    <p:set>
                                      <p:cBhvr>
                                        <p:cTn id="300" dur="1" fill="hold">
                                          <p:stCondLst>
                                            <p:cond delay="174"/>
                                          </p:stCondLst>
                                        </p:cTn>
                                        <p:tgtEl>
                                          <p:spTgt spid="43"/>
                                        </p:tgtEl>
                                        <p:attrNameLst>
                                          <p:attrName>style.visibility</p:attrName>
                                        </p:attrNameLst>
                                      </p:cBhvr>
                                      <p:to>
                                        <p:strVal val="hidden"/>
                                      </p:to>
                                    </p:set>
                                  </p:childTnLst>
                                </p:cTn>
                              </p:par>
                              <p:par>
                                <p:cTn id="301" presetID="10" presetClass="exit" presetSubtype="0" fill="hold" nodeType="withEffect">
                                  <p:stCondLst>
                                    <p:cond delay="0"/>
                                  </p:stCondLst>
                                  <p:childTnLst>
                                    <p:animEffect transition="out" filter="fade">
                                      <p:cBhvr>
                                        <p:cTn id="302" dur="175"/>
                                        <p:tgtEl>
                                          <p:spTgt spid="44"/>
                                        </p:tgtEl>
                                      </p:cBhvr>
                                    </p:animEffect>
                                    <p:set>
                                      <p:cBhvr>
                                        <p:cTn id="303" dur="1" fill="hold">
                                          <p:stCondLst>
                                            <p:cond delay="174"/>
                                          </p:stCondLst>
                                        </p:cTn>
                                        <p:tgtEl>
                                          <p:spTgt spid="44"/>
                                        </p:tgtEl>
                                        <p:attrNameLst>
                                          <p:attrName>style.visibility</p:attrName>
                                        </p:attrNameLst>
                                      </p:cBhvr>
                                      <p:to>
                                        <p:strVal val="hidden"/>
                                      </p:to>
                                    </p:set>
                                  </p:childTnLst>
                                </p:cTn>
                              </p:par>
                              <p:par>
                                <p:cTn id="304" presetID="10" presetClass="exit" presetSubtype="0" grpId="0" fill="hold" nodeType="withEffect">
                                  <p:stCondLst>
                                    <p:cond delay="0"/>
                                  </p:stCondLst>
                                  <p:childTnLst>
                                    <p:animEffect transition="out" filter="fade">
                                      <p:cBhvr>
                                        <p:cTn id="305" dur="175"/>
                                        <p:tgtEl>
                                          <p:spTgt spid="45">
                                            <p:txEl>
                                              <p:pRg st="0" end="0"/>
                                            </p:txEl>
                                          </p:spTgt>
                                        </p:tgtEl>
                                      </p:cBhvr>
                                    </p:animEffect>
                                    <p:set>
                                      <p:cBhvr>
                                        <p:cTn id="306" dur="1" fill="hold">
                                          <p:stCondLst>
                                            <p:cond delay="174"/>
                                          </p:stCondLst>
                                        </p:cTn>
                                        <p:tgtEl>
                                          <p:spTgt spid="45">
                                            <p:txEl>
                                              <p:pRg st="0" end="0"/>
                                            </p:txEl>
                                          </p:spTgt>
                                        </p:tgtEl>
                                        <p:attrNameLst>
                                          <p:attrName>style.visibility</p:attrName>
                                        </p:attrNameLst>
                                      </p:cBhvr>
                                      <p:to>
                                        <p:strVal val="hidden"/>
                                      </p:to>
                                    </p:set>
                                  </p:childTnLst>
                                </p:cTn>
                              </p:par>
                              <p:par>
                                <p:cTn id="307" presetID="10" presetClass="exit" presetSubtype="0" grpId="0" fill="hold" nodeType="withEffect">
                                  <p:stCondLst>
                                    <p:cond delay="0"/>
                                  </p:stCondLst>
                                  <p:childTnLst>
                                    <p:animEffect transition="out" filter="fade">
                                      <p:cBhvr>
                                        <p:cTn id="308" dur="175"/>
                                        <p:tgtEl>
                                          <p:spTgt spid="45">
                                            <p:txEl>
                                              <p:pRg st="1" end="1"/>
                                            </p:txEl>
                                          </p:spTgt>
                                        </p:tgtEl>
                                      </p:cBhvr>
                                    </p:animEffect>
                                    <p:set>
                                      <p:cBhvr>
                                        <p:cTn id="309" dur="1" fill="hold">
                                          <p:stCondLst>
                                            <p:cond delay="174"/>
                                          </p:stCondLst>
                                        </p:cTn>
                                        <p:tgtEl>
                                          <p:spTgt spid="45">
                                            <p:txEl>
                                              <p:pRg st="1" end="1"/>
                                            </p:txEl>
                                          </p:spTgt>
                                        </p:tgtEl>
                                        <p:attrNameLst>
                                          <p:attrName>style.visibility</p:attrName>
                                        </p:attrNameLst>
                                      </p:cBhvr>
                                      <p:to>
                                        <p:strVal val="hidden"/>
                                      </p:to>
                                    </p:set>
                                  </p:childTnLst>
                                </p:cTn>
                              </p:par>
                              <p:par>
                                <p:cTn id="310" presetID="10" presetClass="exit" presetSubtype="0" grpId="0" fill="hold" nodeType="withEffect">
                                  <p:stCondLst>
                                    <p:cond delay="0"/>
                                  </p:stCondLst>
                                  <p:childTnLst>
                                    <p:animEffect transition="out" filter="fade">
                                      <p:cBhvr>
                                        <p:cTn id="311" dur="175"/>
                                        <p:tgtEl>
                                          <p:spTgt spid="45">
                                            <p:txEl>
                                              <p:pRg st="2" end="2"/>
                                            </p:txEl>
                                          </p:spTgt>
                                        </p:tgtEl>
                                      </p:cBhvr>
                                    </p:animEffect>
                                    <p:set>
                                      <p:cBhvr>
                                        <p:cTn id="312" dur="1" fill="hold">
                                          <p:stCondLst>
                                            <p:cond delay="174"/>
                                          </p:stCondLst>
                                        </p:cTn>
                                        <p:tgtEl>
                                          <p:spTgt spid="45">
                                            <p:txEl>
                                              <p:pRg st="2" end="2"/>
                                            </p:txEl>
                                          </p:spTgt>
                                        </p:tgtEl>
                                        <p:attrNameLst>
                                          <p:attrName>style.visibility</p:attrName>
                                        </p:attrNameLst>
                                      </p:cBhvr>
                                      <p:to>
                                        <p:strVal val="hidden"/>
                                      </p:to>
                                    </p:set>
                                  </p:childTnLst>
                                </p:cTn>
                              </p:par>
                              <p:par>
                                <p:cTn id="313" presetID="10" presetClass="exit" presetSubtype="0" fill="hold" nodeType="withEffect">
                                  <p:stCondLst>
                                    <p:cond delay="0"/>
                                  </p:stCondLst>
                                  <p:childTnLst>
                                    <p:animEffect transition="out" filter="fade">
                                      <p:cBhvr>
                                        <p:cTn id="314" dur="175"/>
                                        <p:tgtEl>
                                          <p:spTgt spid="46"/>
                                        </p:tgtEl>
                                      </p:cBhvr>
                                    </p:animEffect>
                                    <p:set>
                                      <p:cBhvr>
                                        <p:cTn id="315" dur="1" fill="hold">
                                          <p:stCondLst>
                                            <p:cond delay="174"/>
                                          </p:stCondLst>
                                        </p:cTn>
                                        <p:tgtEl>
                                          <p:spTgt spid="46"/>
                                        </p:tgtEl>
                                        <p:attrNameLst>
                                          <p:attrName>style.visibility</p:attrName>
                                        </p:attrNameLst>
                                      </p:cBhvr>
                                      <p:to>
                                        <p:strVal val="hidden"/>
                                      </p:to>
                                    </p:set>
                                  </p:childTnLst>
                                </p:cTn>
                              </p:par>
                              <p:par>
                                <p:cTn id="316" presetID="10" presetClass="entr" presetSubtype="0" fill="hold" nodeType="withEffect">
                                  <p:stCondLst>
                                    <p:cond delay="225"/>
                                  </p:stCondLst>
                                  <p:childTnLst>
                                    <p:set>
                                      <p:cBhvr>
                                        <p:cTn id="317" dur="1" fill="hold">
                                          <p:stCondLst>
                                            <p:cond delay="0"/>
                                          </p:stCondLst>
                                        </p:cTn>
                                        <p:tgtEl>
                                          <p:spTgt spid="47"/>
                                        </p:tgtEl>
                                        <p:attrNameLst>
                                          <p:attrName>style.visibility</p:attrName>
                                        </p:attrNameLst>
                                      </p:cBhvr>
                                      <p:to>
                                        <p:strVal val="visible"/>
                                      </p:to>
                                    </p:set>
                                    <p:animEffect transition="in" filter="fade">
                                      <p:cBhvr>
                                        <p:cTn id="318" dur="225"/>
                                        <p:tgtEl>
                                          <p:spTgt spid="47"/>
                                        </p:tgtEl>
                                      </p:cBhvr>
                                    </p:animEffect>
                                  </p:childTnLst>
                                </p:cTn>
                              </p:par>
                              <p:par>
                                <p:cTn id="319" presetID="10" presetClass="entr" presetSubtype="0" fill="hold" nodeType="withEffect">
                                  <p:stCondLst>
                                    <p:cond delay="260"/>
                                  </p:stCondLst>
                                  <p:childTnLst>
                                    <p:set>
                                      <p:cBhvr>
                                        <p:cTn id="320" dur="1" fill="hold">
                                          <p:stCondLst>
                                            <p:cond delay="0"/>
                                          </p:stCondLst>
                                        </p:cTn>
                                        <p:tgtEl>
                                          <p:spTgt spid="48"/>
                                        </p:tgtEl>
                                        <p:attrNameLst>
                                          <p:attrName>style.visibility</p:attrName>
                                        </p:attrNameLst>
                                      </p:cBhvr>
                                      <p:to>
                                        <p:strVal val="visible"/>
                                      </p:to>
                                    </p:set>
                                    <p:animEffect transition="in" filter="fade">
                                      <p:cBhvr>
                                        <p:cTn id="321" dur="225"/>
                                        <p:tgtEl>
                                          <p:spTgt spid="48"/>
                                        </p:tgtEl>
                                      </p:cBhvr>
                                    </p:animEffect>
                                  </p:childTnLst>
                                </p:cTn>
                              </p:par>
                              <p:par>
                                <p:cTn id="322" presetID="22" presetClass="entr" presetSubtype="8" fill="hold" nodeType="withEffect">
                                  <p:stCondLst>
                                    <p:cond delay="260"/>
                                  </p:stCondLst>
                                  <p:childTnLst>
                                    <p:set>
                                      <p:cBhvr>
                                        <p:cTn id="323" dur="1" fill="hold">
                                          <p:stCondLst>
                                            <p:cond delay="0"/>
                                          </p:stCondLst>
                                        </p:cTn>
                                        <p:tgtEl>
                                          <p:spTgt spid="49"/>
                                        </p:tgtEl>
                                        <p:attrNameLst>
                                          <p:attrName>style.visibility</p:attrName>
                                        </p:attrNameLst>
                                      </p:cBhvr>
                                      <p:to>
                                        <p:strVal val="visible"/>
                                      </p:to>
                                    </p:set>
                                    <p:animEffect transition="in" filter="wipe(left)">
                                      <p:cBhvr>
                                        <p:cTn id="324" dur="250"/>
                                        <p:tgtEl>
                                          <p:spTgt spid="49"/>
                                        </p:tgtEl>
                                      </p:cBhvr>
                                    </p:animEffect>
                                  </p:childTnLst>
                                </p:cTn>
                              </p:par>
                              <p:par>
                                <p:cTn id="325" presetID="10" presetClass="entr" presetSubtype="0" fill="hold" nodeType="withEffect">
                                  <p:stCondLst>
                                    <p:cond delay="295"/>
                                  </p:stCondLst>
                                  <p:childTnLst>
                                    <p:set>
                                      <p:cBhvr>
                                        <p:cTn id="326" dur="1" fill="hold">
                                          <p:stCondLst>
                                            <p:cond delay="0"/>
                                          </p:stCondLst>
                                        </p:cTn>
                                        <p:tgtEl>
                                          <p:spTgt spid="50"/>
                                        </p:tgtEl>
                                        <p:attrNameLst>
                                          <p:attrName>style.visibility</p:attrName>
                                        </p:attrNameLst>
                                      </p:cBhvr>
                                      <p:to>
                                        <p:strVal val="visible"/>
                                      </p:to>
                                    </p:set>
                                    <p:animEffect transition="in" filter="fade">
                                      <p:cBhvr>
                                        <p:cTn id="327" dur="225"/>
                                        <p:tgtEl>
                                          <p:spTgt spid="50"/>
                                        </p:tgtEl>
                                      </p:cBhvr>
                                    </p:animEffect>
                                  </p:childTnLst>
                                </p:cTn>
                              </p:par>
                              <p:par>
                                <p:cTn id="328" presetID="22" presetClass="entr" presetSubtype="8" fill="hold" nodeType="withEffect">
                                  <p:stCondLst>
                                    <p:cond delay="295"/>
                                  </p:stCondLst>
                                  <p:childTnLst>
                                    <p:set>
                                      <p:cBhvr>
                                        <p:cTn id="329" dur="1" fill="hold">
                                          <p:stCondLst>
                                            <p:cond delay="0"/>
                                          </p:stCondLst>
                                        </p:cTn>
                                        <p:tgtEl>
                                          <p:spTgt spid="51"/>
                                        </p:tgtEl>
                                        <p:attrNameLst>
                                          <p:attrName>style.visibility</p:attrName>
                                        </p:attrNameLst>
                                      </p:cBhvr>
                                      <p:to>
                                        <p:strVal val="visible"/>
                                      </p:to>
                                    </p:set>
                                    <p:animEffect transition="in" filter="wipe(left)">
                                      <p:cBhvr>
                                        <p:cTn id="330" dur="250"/>
                                        <p:tgtEl>
                                          <p:spTgt spid="51"/>
                                        </p:tgtEl>
                                      </p:cBhvr>
                                    </p:animEffect>
                                  </p:childTnLst>
                                </p:cTn>
                              </p:par>
                              <p:par>
                                <p:cTn id="331" presetID="10" presetClass="entr" presetSubtype="0" fill="hold" nodeType="withEffect">
                                  <p:stCondLst>
                                    <p:cond delay="330"/>
                                  </p:stCondLst>
                                  <p:childTnLst>
                                    <p:set>
                                      <p:cBhvr>
                                        <p:cTn id="332" dur="1" fill="hold">
                                          <p:stCondLst>
                                            <p:cond delay="0"/>
                                          </p:stCondLst>
                                        </p:cTn>
                                        <p:tgtEl>
                                          <p:spTgt spid="52"/>
                                        </p:tgtEl>
                                        <p:attrNameLst>
                                          <p:attrName>style.visibility</p:attrName>
                                        </p:attrNameLst>
                                      </p:cBhvr>
                                      <p:to>
                                        <p:strVal val="visible"/>
                                      </p:to>
                                    </p:set>
                                    <p:animEffect transition="in" filter="fade">
                                      <p:cBhvr>
                                        <p:cTn id="333" dur="225"/>
                                        <p:tgtEl>
                                          <p:spTgt spid="52"/>
                                        </p:tgtEl>
                                      </p:cBhvr>
                                    </p:animEffect>
                                  </p:childTnLst>
                                </p:cTn>
                              </p:par>
                              <p:par>
                                <p:cTn id="334" presetID="22" presetClass="entr" presetSubtype="8" fill="hold" nodeType="withEffect">
                                  <p:stCondLst>
                                    <p:cond delay="330"/>
                                  </p:stCondLst>
                                  <p:childTnLst>
                                    <p:set>
                                      <p:cBhvr>
                                        <p:cTn id="335" dur="1" fill="hold">
                                          <p:stCondLst>
                                            <p:cond delay="0"/>
                                          </p:stCondLst>
                                        </p:cTn>
                                        <p:tgtEl>
                                          <p:spTgt spid="53"/>
                                        </p:tgtEl>
                                        <p:attrNameLst>
                                          <p:attrName>style.visibility</p:attrName>
                                        </p:attrNameLst>
                                      </p:cBhvr>
                                      <p:to>
                                        <p:strVal val="visible"/>
                                      </p:to>
                                    </p:set>
                                    <p:animEffect transition="in" filter="wipe(left)">
                                      <p:cBhvr>
                                        <p:cTn id="336" dur="250"/>
                                        <p:tgtEl>
                                          <p:spTgt spid="53"/>
                                        </p:tgtEl>
                                      </p:cBhvr>
                                    </p:animEffect>
                                  </p:childTnLst>
                                </p:cTn>
                              </p:par>
                              <p:par>
                                <p:cTn id="337" presetID="10" presetClass="entr" presetSubtype="0" grpId="0" fill="hold" nodeType="withEffect">
                                  <p:stCondLst>
                                    <p:cond delay="365"/>
                                  </p:stCondLst>
                                  <p:childTnLst>
                                    <p:set>
                                      <p:cBhvr>
                                        <p:cTn id="338" dur="1" fill="hold">
                                          <p:stCondLst>
                                            <p:cond delay="0"/>
                                          </p:stCondLst>
                                        </p:cTn>
                                        <p:tgtEl>
                                          <p:spTgt spid="56">
                                            <p:txEl>
                                              <p:pRg st="0" end="0"/>
                                            </p:txEl>
                                          </p:spTgt>
                                        </p:tgtEl>
                                        <p:attrNameLst>
                                          <p:attrName>style.visibility</p:attrName>
                                        </p:attrNameLst>
                                      </p:cBhvr>
                                      <p:to>
                                        <p:strVal val="visible"/>
                                      </p:to>
                                    </p:set>
                                    <p:animEffect transition="in" filter="fade">
                                      <p:cBhvr>
                                        <p:cTn id="339" dur="225"/>
                                        <p:tgtEl>
                                          <p:spTgt spid="56">
                                            <p:txEl>
                                              <p:pRg st="0" end="0"/>
                                            </p:txEl>
                                          </p:spTgt>
                                        </p:tgtEl>
                                      </p:cBhvr>
                                    </p:animEffect>
                                  </p:childTnLst>
                                </p:cTn>
                              </p:par>
                              <p:par>
                                <p:cTn id="340" presetID="10" presetClass="entr" presetSubtype="0" grpId="0" fill="hold" nodeType="withEffect">
                                  <p:stCondLst>
                                    <p:cond delay="555"/>
                                  </p:stCondLst>
                                  <p:childTnLst>
                                    <p:set>
                                      <p:cBhvr>
                                        <p:cTn id="341" dur="1" fill="hold">
                                          <p:stCondLst>
                                            <p:cond delay="0"/>
                                          </p:stCondLst>
                                        </p:cTn>
                                        <p:tgtEl>
                                          <p:spTgt spid="56">
                                            <p:txEl>
                                              <p:pRg st="1" end="1"/>
                                            </p:txEl>
                                          </p:spTgt>
                                        </p:tgtEl>
                                        <p:attrNameLst>
                                          <p:attrName>style.visibility</p:attrName>
                                        </p:attrNameLst>
                                      </p:cBhvr>
                                      <p:to>
                                        <p:strVal val="visible"/>
                                      </p:to>
                                    </p:set>
                                    <p:animEffect transition="in" filter="fade">
                                      <p:cBhvr>
                                        <p:cTn id="342" dur="225"/>
                                        <p:tgtEl>
                                          <p:spTgt spid="56">
                                            <p:txEl>
                                              <p:pRg st="1" end="1"/>
                                            </p:txEl>
                                          </p:spTgt>
                                        </p:tgtEl>
                                      </p:cBhvr>
                                    </p:animEffect>
                                  </p:childTnLst>
                                </p:cTn>
                              </p:par>
                              <p:par>
                                <p:cTn id="343" presetID="10" presetClass="entr" presetSubtype="0" grpId="0" fill="hold" nodeType="withEffect">
                                  <p:stCondLst>
                                    <p:cond delay="745"/>
                                  </p:stCondLst>
                                  <p:childTnLst>
                                    <p:set>
                                      <p:cBhvr>
                                        <p:cTn id="344" dur="1" fill="hold">
                                          <p:stCondLst>
                                            <p:cond delay="0"/>
                                          </p:stCondLst>
                                        </p:cTn>
                                        <p:tgtEl>
                                          <p:spTgt spid="56">
                                            <p:txEl>
                                              <p:pRg st="2" end="2"/>
                                            </p:txEl>
                                          </p:spTgt>
                                        </p:tgtEl>
                                        <p:attrNameLst>
                                          <p:attrName>style.visibility</p:attrName>
                                        </p:attrNameLst>
                                      </p:cBhvr>
                                      <p:to>
                                        <p:strVal val="visible"/>
                                      </p:to>
                                    </p:set>
                                    <p:animEffect transition="in" filter="fade">
                                      <p:cBhvr>
                                        <p:cTn id="345" dur="225"/>
                                        <p:tgtEl>
                                          <p:spTgt spid="56">
                                            <p:txEl>
                                              <p:pRg st="2" end="2"/>
                                            </p:txEl>
                                          </p:spTgt>
                                        </p:tgtEl>
                                      </p:cBhvr>
                                    </p:animEffect>
                                  </p:childTnLst>
                                </p:cTn>
                              </p:par>
                              <p:par>
                                <p:cTn id="346" presetID="22" presetClass="entr" presetSubtype="8" fill="hold" nodeType="withEffect">
                                  <p:stCondLst>
                                    <p:cond delay="400"/>
                                  </p:stCondLst>
                                  <p:childTnLst>
                                    <p:set>
                                      <p:cBhvr>
                                        <p:cTn id="347" dur="1" fill="hold">
                                          <p:stCondLst>
                                            <p:cond delay="0"/>
                                          </p:stCondLst>
                                        </p:cTn>
                                        <p:tgtEl>
                                          <p:spTgt spid="59"/>
                                        </p:tgtEl>
                                        <p:attrNameLst>
                                          <p:attrName>style.visibility</p:attrName>
                                        </p:attrNameLst>
                                      </p:cBhvr>
                                      <p:to>
                                        <p:strVal val="visible"/>
                                      </p:to>
                                    </p:set>
                                    <p:animEffect transition="in" filter="wipe(left)">
                                      <p:cBhvr>
                                        <p:cTn id="348" dur="250"/>
                                        <p:tgtEl>
                                          <p:spTgt spid="59"/>
                                        </p:tgtEl>
                                      </p:cBhvr>
                                    </p:animEffect>
                                  </p:childTnLst>
                                </p:cTn>
                              </p:par>
                              <p:par>
                                <p:cTn id="349" presetID="22" presetClass="entr" presetSubtype="8" fill="hold" nodeType="withEffect">
                                  <p:stCondLst>
                                    <p:cond delay="435"/>
                                  </p:stCondLst>
                                  <p:childTnLst>
                                    <p:set>
                                      <p:cBhvr>
                                        <p:cTn id="350" dur="1" fill="hold">
                                          <p:stCondLst>
                                            <p:cond delay="0"/>
                                          </p:stCondLst>
                                        </p:cTn>
                                        <p:tgtEl>
                                          <p:spTgt spid="54"/>
                                        </p:tgtEl>
                                        <p:attrNameLst>
                                          <p:attrName>style.visibility</p:attrName>
                                        </p:attrNameLst>
                                      </p:cBhvr>
                                      <p:to>
                                        <p:strVal val="visible"/>
                                      </p:to>
                                    </p:set>
                                    <p:animEffect transition="in" filter="wipe(left)">
                                      <p:cBhvr>
                                        <p:cTn id="351" dur="250"/>
                                        <p:tgtEl>
                                          <p:spTgt spid="54"/>
                                        </p:tgtEl>
                                      </p:cBhvr>
                                    </p:animEffect>
                                  </p:childTnLst>
                                </p:cTn>
                              </p:par>
                              <p:par>
                                <p:cTn id="352" presetID="10" presetClass="entr" presetSubtype="0" fill="hold" nodeType="withEffect">
                                  <p:stCondLst>
                                    <p:cond delay="290"/>
                                  </p:stCondLst>
                                  <p:childTnLst>
                                    <p:set>
                                      <p:cBhvr>
                                        <p:cTn id="353" dur="1" fill="hold">
                                          <p:stCondLst>
                                            <p:cond delay="0"/>
                                          </p:stCondLst>
                                        </p:cTn>
                                        <p:tgtEl>
                                          <p:spTgt spid="61"/>
                                        </p:tgtEl>
                                        <p:attrNameLst>
                                          <p:attrName>style.visibility</p:attrName>
                                        </p:attrNameLst>
                                      </p:cBhvr>
                                      <p:to>
                                        <p:strVal val="visible"/>
                                      </p:to>
                                    </p:set>
                                    <p:animEffect transition="in" filter="fade">
                                      <p:cBhvr>
                                        <p:cTn id="354" dur="225"/>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37" grpId="0" build="p"/>
      <p:bldP spid="41" grpId="0" build="p"/>
      <p:bldP spid="45" grpId="0" build="p"/>
      <p:bldP spid="5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Descarga en lotes, escalabilidad y nodo HAMMER</a:t>
            </a:r>
            <a:endParaRPr lang="en-US" sz="2200" dirty="0"/>
          </a:p>
        </p:txBody>
      </p:sp>
      <p:sp>
        <p:nvSpPr>
          <p:cNvPr id="3" name="Obj [o75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registros se descargan en lotes numerados, con CRC y reintento si algo falla</a:t>
            </a:r>
            <a:endParaRPr lang="en-US" sz="1400" dirty="0"/>
          </a:p>
        </p:txBody>
      </p:sp>
      <p:pic>
        <p:nvPicPr>
          <p:cNvPr id="4" name="Obj [o759]"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1046266" y="1561458"/>
            <a:ext cx="7051468" cy="2839427"/>
          </a:xfrm>
          <a:prstGeom prst="rect">
            <a:avLst/>
          </a:prstGeom>
        </p:spPr>
      </p:pic>
      <p:sp>
        <p:nvSpPr>
          <p:cNvPr id="5" name="Obj [o76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12); resumen firmado, sec. 4.8; documento de tesis, 04_arquitectura.tex.</a:t>
            </a:r>
            <a:endParaRPr lang="en-US" sz="800" dirty="0"/>
          </a:p>
        </p:txBody>
      </p:sp>
      <p:sp>
        <p:nvSpPr>
          <p:cNvPr id="6" name="Obj [o76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número de nodos está limitado por los pares de ESP-NOW y por la descarga secuencial</a:t>
            </a:r>
            <a:endParaRPr lang="en-US" sz="1400" dirty="0"/>
          </a:p>
        </p:txBody>
      </p:sp>
      <p:sp>
        <p:nvSpPr>
          <p:cNvPr id="7" name="Obj [o762]"/>
          <p:cNvSpPr/>
          <p:nvPr/>
        </p:nvSpPr>
        <p:spPr>
          <a:xfrm>
            <a:off x="441794" y="1557362"/>
            <a:ext cx="2128962" cy="342155"/>
          </a:xfrm>
          <a:prstGeom prst="rect">
            <a:avLst/>
          </a:prstGeom>
          <a:solidFill>
            <a:srgbClr val="1F4E79"/>
          </a:solidFill>
          <a:ln w="6350">
            <a:solidFill>
              <a:srgbClr val="1F4E79"/>
            </a:solidFill>
            <a:prstDash val="solid"/>
          </a:ln>
        </p:spPr>
      </p:sp>
      <p:sp>
        <p:nvSpPr>
          <p:cNvPr id="8" name="Obj [o763]"/>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Verificado</a:t>
            </a:r>
            <a:endParaRPr lang="en-US" sz="1294" dirty="0"/>
          </a:p>
        </p:txBody>
      </p:sp>
      <p:sp>
        <p:nvSpPr>
          <p:cNvPr id="9" name="Obj [o764]"/>
          <p:cNvSpPr/>
          <p:nvPr/>
        </p:nvSpPr>
        <p:spPr>
          <a:xfrm>
            <a:off x="441794" y="1899517"/>
            <a:ext cx="2128962" cy="2052927"/>
          </a:xfrm>
          <a:prstGeom prst="rect">
            <a:avLst/>
          </a:prstGeom>
          <a:solidFill>
            <a:srgbClr val="FFFFFF"/>
          </a:solidFill>
          <a:ln w="15840">
            <a:solidFill>
              <a:srgbClr val="1F4E79"/>
            </a:solidFill>
            <a:prstDash val="solid"/>
          </a:ln>
        </p:spPr>
      </p:sp>
      <p:sp>
        <p:nvSpPr>
          <p:cNvPr id="10" name="Obj [o765]"/>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ESP-IDF v5.5: hasta 20 pares; cifrados: hasta 17, 7 por defecto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Carga útil por trama: 250 B (v1.0) o 1470 B (v2.0)</a:t>
            </a:r>
            <a:endParaRPr lang="en-US" sz="1078" dirty="0"/>
          </a:p>
        </p:txBody>
      </p:sp>
      <p:sp>
        <p:nvSpPr>
          <p:cNvPr id="11" name="Obj [o766]"/>
          <p:cNvSpPr/>
          <p:nvPr/>
        </p:nvSpPr>
        <p:spPr>
          <a:xfrm>
            <a:off x="2798859" y="1557362"/>
            <a:ext cx="2128962" cy="342155"/>
          </a:xfrm>
          <a:prstGeom prst="rect">
            <a:avLst/>
          </a:prstGeom>
          <a:solidFill>
            <a:srgbClr val="2E75B6"/>
          </a:solidFill>
          <a:ln w="6350">
            <a:solidFill>
              <a:srgbClr val="2E75B6"/>
            </a:solidFill>
            <a:prstDash val="solid"/>
          </a:ln>
        </p:spPr>
      </p:sp>
      <p:sp>
        <p:nvSpPr>
          <p:cNvPr id="12" name="Obj [o767]"/>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Inferencia</a:t>
            </a:r>
            <a:endParaRPr lang="en-US" sz="1294" dirty="0"/>
          </a:p>
        </p:txBody>
      </p:sp>
      <p:sp>
        <p:nvSpPr>
          <p:cNvPr id="13" name="Obj [o768]"/>
          <p:cNvSpPr/>
          <p:nvPr/>
        </p:nvSpPr>
        <p:spPr>
          <a:xfrm>
            <a:off x="2798859" y="1899517"/>
            <a:ext cx="2128962" cy="2052927"/>
          </a:xfrm>
          <a:prstGeom prst="rect">
            <a:avLst/>
          </a:prstGeom>
          <a:solidFill>
            <a:srgbClr val="FFFFFF"/>
          </a:solidFill>
          <a:ln w="15840">
            <a:solidFill>
              <a:srgbClr val="2E75B6"/>
            </a:solidFill>
            <a:prstDash val="solid"/>
          </a:ln>
        </p:spPr>
      </p:sp>
      <p:sp>
        <p:nvSpPr>
          <p:cNvPr id="14" name="Obj [o769]"/>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La descarga recorre un nodo por vez: el tiempo crece con N</a:t>
            </a:r>
            <a:endParaRPr lang="en-US" sz="1078" dirty="0"/>
          </a:p>
        </p:txBody>
      </p:sp>
      <p:sp>
        <p:nvSpPr>
          <p:cNvPr id="15" name="Obj [o770]"/>
          <p:cNvSpPr/>
          <p:nvPr/>
        </p:nvSpPr>
        <p:spPr>
          <a:xfrm>
            <a:off x="5155924" y="1557362"/>
            <a:ext cx="2128962" cy="342155"/>
          </a:xfrm>
          <a:prstGeom prst="rect">
            <a:avLst/>
          </a:prstGeom>
          <a:solidFill>
            <a:srgbClr val="C55A11"/>
          </a:solidFill>
          <a:ln w="6350">
            <a:solidFill>
              <a:srgbClr val="C55A11"/>
            </a:solidFill>
            <a:prstDash val="solid"/>
          </a:ln>
        </p:spPr>
      </p:sp>
      <p:sp>
        <p:nvSpPr>
          <p:cNvPr id="16" name="Obj [o771]"/>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medir</a:t>
            </a:r>
            <a:endParaRPr lang="en-US" sz="1294" dirty="0"/>
          </a:p>
        </p:txBody>
      </p:sp>
      <p:sp>
        <p:nvSpPr>
          <p:cNvPr id="17" name="Obj [o772]"/>
          <p:cNvSpPr/>
          <p:nvPr/>
        </p:nvSpPr>
        <p:spPr>
          <a:xfrm>
            <a:off x="5155924" y="1899517"/>
            <a:ext cx="2128962" cy="2052927"/>
          </a:xfrm>
          <a:prstGeom prst="rect">
            <a:avLst/>
          </a:prstGeom>
          <a:solidFill>
            <a:srgbClr val="FFFFFF"/>
          </a:solidFill>
          <a:ln w="15840">
            <a:solidFill>
              <a:srgbClr val="C55A11"/>
            </a:solidFill>
            <a:prstDash val="solid"/>
          </a:ln>
        </p:spPr>
      </p:sp>
      <p:sp>
        <p:nvSpPr>
          <p:cNvPr id="18" name="Obj [o773]"/>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Jitter y descarga con más de 3 nodos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Efecto de la ocupación del canal Wi-Fi</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Qué versión de ESP-NOW usa el firmware</a:t>
            </a:r>
            <a:endParaRPr lang="en-US" sz="1078" dirty="0"/>
          </a:p>
        </p:txBody>
      </p:sp>
      <p:sp>
        <p:nvSpPr>
          <p:cNvPr id="19" name="Obj [o77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Espressif, ESP-IDF v5.5, API de ESP-NOW (docs.espressif.com); documento de tesis, 04_arquitectura.tex (experimentos pendientes). Inferencias propias.</a:t>
            </a:r>
            <a:endParaRPr lang="en-US" sz="800" dirty="0"/>
          </a:p>
        </p:txBody>
      </p:sp>
      <p:sp>
        <p:nvSpPr>
          <p:cNvPr id="20" name="Obj [o77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nodo HAMMER registra el impacto con un sensor ICP y el mismo firmware que los nodos GEO</a:t>
            </a:r>
            <a:endParaRPr lang="en-US" sz="1400" dirty="0"/>
          </a:p>
        </p:txBody>
      </p:sp>
      <p:pic>
        <p:nvPicPr>
          <p:cNvPr id="21" name="Obj [o776]" descr="Principio de alimentación ICP: sensor de cuarzo con amplificador interno, cable, fuente de corriente constante y capacitor de desacople">    </p:cNvPr>
          <p:cNvPicPr>
            <a:picLocks noChangeAspect="1"/>
          </p:cNvPicPr>
          <p:nvPr/>
        </p:nvPicPr>
        <p:blipFill>
          <a:blip r:embed="rId2"/>
          <a:stretch>
            <a:fillRect/>
          </a:stretch>
        </p:blipFill>
        <p:spPr>
          <a:xfrm>
            <a:off x="365760" y="1595380"/>
            <a:ext cx="1672756" cy="1417660"/>
          </a:xfrm>
          <a:prstGeom prst="rect">
            <a:avLst/>
          </a:prstGeom>
        </p:spPr>
      </p:pic>
      <p:pic>
        <p:nvPicPr>
          <p:cNvPr id="22" name="Obj [o777]" descr="Acondicionamiento del martillo en PSoC Creator: fuente de corriente con LM7805, desacople y protección, PGA, pasa-bajos y ADC delta-sigma">    </p:cNvPr>
          <p:cNvPicPr>
            <a:picLocks noChangeAspect="1"/>
          </p:cNvPicPr>
          <p:nvPr/>
        </p:nvPicPr>
        <p:blipFill>
          <a:blip r:embed="rId3"/>
          <a:stretch>
            <a:fillRect/>
          </a:stretch>
        </p:blipFill>
        <p:spPr>
          <a:xfrm>
            <a:off x="2494722" y="1595380"/>
            <a:ext cx="4714130" cy="1785084"/>
          </a:xfrm>
          <a:prstGeom prst="rect">
            <a:avLst/>
          </a:prstGeom>
        </p:spPr>
      </p:pic>
      <p:sp>
        <p:nvSpPr>
          <p:cNvPr id="23" name="Obj [o778]"/>
          <p:cNvSpPr txBox="1"/>
          <p:nvPr/>
        </p:nvSpPr>
        <p:spPr>
          <a:xfrm>
            <a:off x="2494722" y="3397394"/>
            <a:ext cx="4714130"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ETIQUETAS EN INGLÉS (figuras originales)</a:t>
            </a:r>
            <a:endParaRPr lang="en-US" sz="863" dirty="0"/>
          </a:p>
        </p:txBody>
      </p:sp>
      <p:sp>
        <p:nvSpPr>
          <p:cNvPr id="24" name="Obj [o779]"/>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122" dirty="0"/>
          </a:p>
        </p:txBody>
      </p:sp>
      <p:sp>
        <p:nvSpPr>
          <p:cNvPr id="25" name="Obj [o78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4.7 y fig. 13; PCB Piezotronics (2025); documento de tesis, 03_excitacion.tex (principio ICP, esquema en PSoC Creator).</a:t>
            </a:r>
            <a:endParaRPr lang="en-US" sz="800" dirty="0"/>
          </a:p>
        </p:txBody>
      </p:sp>
      <p:sp>
        <p:nvSpPr>
          <p:cNvPr id="2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25"/>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75"/>
                                        <p:tgtEl>
                                          <p:spTgt spid="3"/>
                                        </p:tgtEl>
                                      </p:cBhvr>
                                    </p:animEffect>
                                    <p:set>
                                      <p:cBhvr>
                                        <p:cTn id="20" dur="1" fill="hold">
                                          <p:stCondLst>
                                            <p:cond delay="174"/>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75"/>
                                        <p:tgtEl>
                                          <p:spTgt spid="5"/>
                                        </p:tgtEl>
                                      </p:cBhvr>
                                    </p:animEffect>
                                    <p:set>
                                      <p:cBhvr>
                                        <p:cTn id="23" dur="1" fill="hold">
                                          <p:stCondLst>
                                            <p:cond delay="174"/>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2227 E" pathEditMode="relative" rAng="0" ptsTypes="AA">
                                      <p:cBhvr>
                                        <p:cTn id="25" dur="375" fill="hold"/>
                                        <p:tgtEl>
                                          <p:spTgt spid="4"/>
                                        </p:tgtEl>
                                        <p:attrNameLst>
                                          <p:attrName>ppt_x</p:attrName>
                                          <p:attrName>ppt_y</p:attrName>
                                        </p:attrNameLst>
                                      </p:cBhvr>
                                      <p:rCtr x="19625" y="-11113"/>
                                    </p:animMotion>
                                  </p:childTnLst>
                                </p:cTn>
                              </p:par>
                              <p:par>
                                <p:cTn id="26" presetID="6" presetClass="emph" presetSubtype="0" accel="50000" decel="50000" fill="hold" nodeType="withEffect">
                                  <p:stCondLst>
                                    <p:cond delay="0"/>
                                  </p:stCondLst>
                                  <p:childTnLst>
                                    <p:animScale>
                                      <p:cBhvr>
                                        <p:cTn id="27" dur="375" fill="hold"/>
                                        <p:tgtEl>
                                          <p:spTgt spid="4"/>
                                        </p:tgtEl>
                                      </p:cBhvr>
                                      <p:by x="17506" y="17506"/>
                                    </p:animScale>
                                  </p:childTnLst>
                                </p:cTn>
                              </p:par>
                              <p:par>
                                <p:cTn id="28" presetID="10" presetClass="entr" presetSubtype="0" fill="hold" nodeType="withEffect">
                                  <p:stCondLst>
                                    <p:cond delay="225"/>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225"/>
                                        <p:tgtEl>
                                          <p:spTgt spid="6"/>
                                        </p:tgtEl>
                                      </p:cBhvr>
                                    </p:animEffect>
                                  </p:childTnLst>
                                </p:cTn>
                              </p:par>
                              <p:par>
                                <p:cTn id="31" presetID="10" presetClass="entr" presetSubtype="0" fill="hold" nodeType="withEffect">
                                  <p:stCondLst>
                                    <p:cond delay="26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225"/>
                                        <p:tgtEl>
                                          <p:spTgt spid="7"/>
                                        </p:tgtEl>
                                      </p:cBhvr>
                                    </p:animEffect>
                                  </p:childTnLst>
                                </p:cTn>
                              </p:par>
                              <p:par>
                                <p:cTn id="34" presetID="22" presetClass="entr" presetSubtype="4" fill="hold" nodeType="withEffect">
                                  <p:stCondLst>
                                    <p:cond delay="295"/>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250"/>
                                        <p:tgtEl>
                                          <p:spTgt spid="8"/>
                                        </p:tgtEl>
                                      </p:cBhvr>
                                    </p:animEffect>
                                  </p:childTnLst>
                                </p:cTn>
                              </p:par>
                              <p:par>
                                <p:cTn id="37" presetID="10" presetClass="entr" presetSubtype="0" fill="hold" nodeType="withEffect">
                                  <p:stCondLst>
                                    <p:cond delay="33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225"/>
                                        <p:tgtEl>
                                          <p:spTgt spid="9"/>
                                        </p:tgtEl>
                                      </p:cBhvr>
                                    </p:animEffect>
                                  </p:childTnLst>
                                </p:cTn>
                              </p:par>
                              <p:par>
                                <p:cTn id="40" presetID="10" presetClass="entr" presetSubtype="0" grpId="0" fill="hold" nodeType="withEffect">
                                  <p:stCondLst>
                                    <p:cond delay="365"/>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225"/>
                                        <p:tgtEl>
                                          <p:spTgt spid="10">
                                            <p:txEl>
                                              <p:pRg st="0" end="0"/>
                                            </p:txEl>
                                          </p:spTgt>
                                        </p:tgtEl>
                                      </p:cBhvr>
                                    </p:animEffect>
                                  </p:childTnLst>
                                </p:cTn>
                              </p:par>
                              <p:par>
                                <p:cTn id="43" presetID="10" presetClass="entr" presetSubtype="0" grpId="0" fill="hold" nodeType="withEffect">
                                  <p:stCondLst>
                                    <p:cond delay="555"/>
                                  </p:stCondLst>
                                  <p:childTnLst>
                                    <p:set>
                                      <p:cBhvr>
                                        <p:cTn id="44" dur="1" fill="hold">
                                          <p:stCondLst>
                                            <p:cond delay="0"/>
                                          </p:stCondLst>
                                        </p:cTn>
                                        <p:tgtEl>
                                          <p:spTgt spid="10">
                                            <p:txEl>
                                              <p:pRg st="1" end="1"/>
                                            </p:txEl>
                                          </p:spTgt>
                                        </p:tgtEl>
                                        <p:attrNameLst>
                                          <p:attrName>style.visibility</p:attrName>
                                        </p:attrNameLst>
                                      </p:cBhvr>
                                      <p:to>
                                        <p:strVal val="visible"/>
                                      </p:to>
                                    </p:set>
                                    <p:animEffect transition="in" filter="fade">
                                      <p:cBhvr>
                                        <p:cTn id="45" dur="225"/>
                                        <p:tgtEl>
                                          <p:spTgt spid="10">
                                            <p:txEl>
                                              <p:pRg st="1" end="1"/>
                                            </p:txEl>
                                          </p:spTgt>
                                        </p:tgtEl>
                                      </p:cBhvr>
                                    </p:animEffect>
                                  </p:childTnLst>
                                </p:cTn>
                              </p:par>
                              <p:par>
                                <p:cTn id="46" presetID="10" presetClass="entr" presetSubtype="0" fill="hold" nodeType="withEffect">
                                  <p:stCondLst>
                                    <p:cond delay="4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225"/>
                                        <p:tgtEl>
                                          <p:spTgt spid="11"/>
                                        </p:tgtEl>
                                      </p:cBhvr>
                                    </p:animEffect>
                                  </p:childTnLst>
                                </p:cTn>
                              </p:par>
                              <p:par>
                                <p:cTn id="49" presetID="22" presetClass="entr" presetSubtype="4" fill="hold" nodeType="withEffect">
                                  <p:stCondLst>
                                    <p:cond delay="435"/>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250"/>
                                        <p:tgtEl>
                                          <p:spTgt spid="12"/>
                                        </p:tgtEl>
                                      </p:cBhvr>
                                    </p:animEffect>
                                  </p:childTnLst>
                                </p:cTn>
                              </p:par>
                              <p:par>
                                <p:cTn id="52" presetID="10" presetClass="entr" presetSubtype="0" fill="hold" nodeType="withEffect">
                                  <p:stCondLst>
                                    <p:cond delay="47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225"/>
                                        <p:tgtEl>
                                          <p:spTgt spid="13"/>
                                        </p:tgtEl>
                                      </p:cBhvr>
                                    </p:animEffect>
                                  </p:childTnLst>
                                </p:cTn>
                              </p:par>
                              <p:par>
                                <p:cTn id="55" presetID="10" presetClass="entr" presetSubtype="0" grpId="0" fill="hold" nodeType="withEffect">
                                  <p:stCondLst>
                                    <p:cond delay="505"/>
                                  </p:stCondLst>
                                  <p:childTnLst>
                                    <p:set>
                                      <p:cBhvr>
                                        <p:cTn id="56" dur="1" fill="hold">
                                          <p:stCondLst>
                                            <p:cond delay="0"/>
                                          </p:stCondLst>
                                        </p:cTn>
                                        <p:tgtEl>
                                          <p:spTgt spid="14">
                                            <p:txEl>
                                              <p:pRg st="0" end="0"/>
                                            </p:txEl>
                                          </p:spTgt>
                                        </p:tgtEl>
                                        <p:attrNameLst>
                                          <p:attrName>style.visibility</p:attrName>
                                        </p:attrNameLst>
                                      </p:cBhvr>
                                      <p:to>
                                        <p:strVal val="visible"/>
                                      </p:to>
                                    </p:set>
                                    <p:animEffect transition="in" filter="fade">
                                      <p:cBhvr>
                                        <p:cTn id="57" dur="225"/>
                                        <p:tgtEl>
                                          <p:spTgt spid="14">
                                            <p:txEl>
                                              <p:pRg st="0" end="0"/>
                                            </p:txEl>
                                          </p:spTgt>
                                        </p:tgtEl>
                                      </p:cBhvr>
                                    </p:animEffect>
                                  </p:childTnLst>
                                </p:cTn>
                              </p:par>
                              <p:par>
                                <p:cTn id="58" presetID="10" presetClass="entr" presetSubtype="0" grpId="0" fill="hold" nodeType="withEffect">
                                  <p:stCondLst>
                                    <p:cond delay="695"/>
                                  </p:stCondLst>
                                  <p:childTnLst>
                                    <p:set>
                                      <p:cBhvr>
                                        <p:cTn id="59" dur="1" fill="hold">
                                          <p:stCondLst>
                                            <p:cond delay="0"/>
                                          </p:stCondLst>
                                        </p:cTn>
                                        <p:tgtEl>
                                          <p:spTgt spid="14">
                                            <p:txEl>
                                              <p:pRg st="1" end="1"/>
                                            </p:txEl>
                                          </p:spTgt>
                                        </p:tgtEl>
                                        <p:attrNameLst>
                                          <p:attrName>style.visibility</p:attrName>
                                        </p:attrNameLst>
                                      </p:cBhvr>
                                      <p:to>
                                        <p:strVal val="visible"/>
                                      </p:to>
                                    </p:set>
                                    <p:animEffect transition="in" filter="fade">
                                      <p:cBhvr>
                                        <p:cTn id="60" dur="225"/>
                                        <p:tgtEl>
                                          <p:spTgt spid="14">
                                            <p:txEl>
                                              <p:pRg st="1" end="1"/>
                                            </p:txEl>
                                          </p:spTgt>
                                        </p:tgtEl>
                                      </p:cBhvr>
                                    </p:animEffect>
                                  </p:childTnLst>
                                </p:cTn>
                              </p:par>
                              <p:par>
                                <p:cTn id="61" presetID="10" presetClass="entr" presetSubtype="0" fill="hold" nodeType="withEffect">
                                  <p:stCondLst>
                                    <p:cond delay="54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225"/>
                                        <p:tgtEl>
                                          <p:spTgt spid="15"/>
                                        </p:tgtEl>
                                      </p:cBhvr>
                                    </p:animEffect>
                                  </p:childTnLst>
                                </p:cTn>
                              </p:par>
                              <p:par>
                                <p:cTn id="64" presetID="22" presetClass="entr" presetSubtype="4" fill="hold" nodeType="withEffect">
                                  <p:stCondLst>
                                    <p:cond delay="575"/>
                                  </p:stCondLst>
                                  <p:childTnLst>
                                    <p:set>
                                      <p:cBhvr>
                                        <p:cTn id="65" dur="1" fill="hold">
                                          <p:stCondLst>
                                            <p:cond delay="0"/>
                                          </p:stCondLst>
                                        </p:cTn>
                                        <p:tgtEl>
                                          <p:spTgt spid="16"/>
                                        </p:tgtEl>
                                        <p:attrNameLst>
                                          <p:attrName>style.visibility</p:attrName>
                                        </p:attrNameLst>
                                      </p:cBhvr>
                                      <p:to>
                                        <p:strVal val="visible"/>
                                      </p:to>
                                    </p:set>
                                    <p:animEffect transition="in" filter="wipe(down)">
                                      <p:cBhvr>
                                        <p:cTn id="66" dur="250"/>
                                        <p:tgtEl>
                                          <p:spTgt spid="16"/>
                                        </p:tgtEl>
                                      </p:cBhvr>
                                    </p:animEffect>
                                  </p:childTnLst>
                                </p:cTn>
                              </p:par>
                              <p:par>
                                <p:cTn id="67" presetID="10" presetClass="entr" presetSubtype="0" fill="hold" nodeType="withEffect">
                                  <p:stCondLst>
                                    <p:cond delay="61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225"/>
                                        <p:tgtEl>
                                          <p:spTgt spid="17"/>
                                        </p:tgtEl>
                                      </p:cBhvr>
                                    </p:animEffect>
                                  </p:childTnLst>
                                </p:cTn>
                              </p:par>
                              <p:par>
                                <p:cTn id="70" presetID="10" presetClass="entr" presetSubtype="0" grpId="0" fill="hold" nodeType="withEffect">
                                  <p:stCondLst>
                                    <p:cond delay="645"/>
                                  </p:stCondLst>
                                  <p:childTnLst>
                                    <p:set>
                                      <p:cBhvr>
                                        <p:cTn id="71" dur="1" fill="hold">
                                          <p:stCondLst>
                                            <p:cond delay="0"/>
                                          </p:stCondLst>
                                        </p:cTn>
                                        <p:tgtEl>
                                          <p:spTgt spid="18">
                                            <p:txEl>
                                              <p:pRg st="0" end="0"/>
                                            </p:txEl>
                                          </p:spTgt>
                                        </p:tgtEl>
                                        <p:attrNameLst>
                                          <p:attrName>style.visibility</p:attrName>
                                        </p:attrNameLst>
                                      </p:cBhvr>
                                      <p:to>
                                        <p:strVal val="visible"/>
                                      </p:to>
                                    </p:set>
                                    <p:animEffect transition="in" filter="fade">
                                      <p:cBhvr>
                                        <p:cTn id="72" dur="225"/>
                                        <p:tgtEl>
                                          <p:spTgt spid="18">
                                            <p:txEl>
                                              <p:pRg st="0" end="0"/>
                                            </p:txEl>
                                          </p:spTgt>
                                        </p:tgtEl>
                                      </p:cBhvr>
                                    </p:animEffect>
                                  </p:childTnLst>
                                </p:cTn>
                              </p:par>
                              <p:par>
                                <p:cTn id="73" presetID="10" presetClass="entr" presetSubtype="0" grpId="0" fill="hold" nodeType="withEffect">
                                  <p:stCondLst>
                                    <p:cond delay="835"/>
                                  </p:stCondLst>
                                  <p:childTnLst>
                                    <p:set>
                                      <p:cBhvr>
                                        <p:cTn id="74" dur="1" fill="hold">
                                          <p:stCondLst>
                                            <p:cond delay="0"/>
                                          </p:stCondLst>
                                        </p:cTn>
                                        <p:tgtEl>
                                          <p:spTgt spid="18">
                                            <p:txEl>
                                              <p:pRg st="1" end="1"/>
                                            </p:txEl>
                                          </p:spTgt>
                                        </p:tgtEl>
                                        <p:attrNameLst>
                                          <p:attrName>style.visibility</p:attrName>
                                        </p:attrNameLst>
                                      </p:cBhvr>
                                      <p:to>
                                        <p:strVal val="visible"/>
                                      </p:to>
                                    </p:set>
                                    <p:animEffect transition="in" filter="fade">
                                      <p:cBhvr>
                                        <p:cTn id="75" dur="225"/>
                                        <p:tgtEl>
                                          <p:spTgt spid="18">
                                            <p:txEl>
                                              <p:pRg st="1" end="1"/>
                                            </p:txEl>
                                          </p:spTgt>
                                        </p:tgtEl>
                                      </p:cBhvr>
                                    </p:animEffect>
                                  </p:childTnLst>
                                </p:cTn>
                              </p:par>
                              <p:par>
                                <p:cTn id="76" presetID="10" presetClass="entr" presetSubtype="0" grpId="0" fill="hold" nodeType="withEffect">
                                  <p:stCondLst>
                                    <p:cond delay="1025"/>
                                  </p:stCondLst>
                                  <p:childTnLst>
                                    <p:set>
                                      <p:cBhvr>
                                        <p:cTn id="77" dur="1" fill="hold">
                                          <p:stCondLst>
                                            <p:cond delay="0"/>
                                          </p:stCondLst>
                                        </p:cTn>
                                        <p:tgtEl>
                                          <p:spTgt spid="18">
                                            <p:txEl>
                                              <p:pRg st="2" end="2"/>
                                            </p:txEl>
                                          </p:spTgt>
                                        </p:tgtEl>
                                        <p:attrNameLst>
                                          <p:attrName>style.visibility</p:attrName>
                                        </p:attrNameLst>
                                      </p:cBhvr>
                                      <p:to>
                                        <p:strVal val="visible"/>
                                      </p:to>
                                    </p:set>
                                    <p:animEffect transition="in" filter="fade">
                                      <p:cBhvr>
                                        <p:cTn id="78" dur="225"/>
                                        <p:tgtEl>
                                          <p:spTgt spid="18">
                                            <p:txEl>
                                              <p:pRg st="2" end="2"/>
                                            </p:txEl>
                                          </p:spTgt>
                                        </p:tgtEl>
                                      </p:cBhvr>
                                    </p:animEffect>
                                  </p:childTnLst>
                                </p:cTn>
                              </p:par>
                              <p:par>
                                <p:cTn id="79" presetID="10" presetClass="entr" presetSubtype="0" fill="hold" nodeType="withEffect">
                                  <p:stCondLst>
                                    <p:cond delay="29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225"/>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175"/>
                                        <p:tgtEl>
                                          <p:spTgt spid="6"/>
                                        </p:tgtEl>
                                      </p:cBhvr>
                                    </p:animEffect>
                                    <p:set>
                                      <p:cBhvr>
                                        <p:cTn id="86" dur="1" fill="hold">
                                          <p:stCondLst>
                                            <p:cond delay="174"/>
                                          </p:stCondLst>
                                        </p:cTn>
                                        <p:tgtEl>
                                          <p:spTgt spid="6"/>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175"/>
                                        <p:tgtEl>
                                          <p:spTgt spid="7"/>
                                        </p:tgtEl>
                                      </p:cBhvr>
                                    </p:animEffect>
                                    <p:set>
                                      <p:cBhvr>
                                        <p:cTn id="89" dur="1" fill="hold">
                                          <p:stCondLst>
                                            <p:cond delay="174"/>
                                          </p:stCondLst>
                                        </p:cTn>
                                        <p:tgtEl>
                                          <p:spTgt spid="7"/>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175"/>
                                        <p:tgtEl>
                                          <p:spTgt spid="8"/>
                                        </p:tgtEl>
                                      </p:cBhvr>
                                    </p:animEffect>
                                    <p:set>
                                      <p:cBhvr>
                                        <p:cTn id="92" dur="1" fill="hold">
                                          <p:stCondLst>
                                            <p:cond delay="174"/>
                                          </p:stCondLst>
                                        </p:cTn>
                                        <p:tgtEl>
                                          <p:spTgt spid="8"/>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175"/>
                                        <p:tgtEl>
                                          <p:spTgt spid="9"/>
                                        </p:tgtEl>
                                      </p:cBhvr>
                                    </p:animEffect>
                                    <p:set>
                                      <p:cBhvr>
                                        <p:cTn id="95" dur="1" fill="hold">
                                          <p:stCondLst>
                                            <p:cond delay="174"/>
                                          </p:stCondLst>
                                        </p:cTn>
                                        <p:tgtEl>
                                          <p:spTgt spid="9"/>
                                        </p:tgtEl>
                                        <p:attrNameLst>
                                          <p:attrName>style.visibility</p:attrName>
                                        </p:attrNameLst>
                                      </p:cBhvr>
                                      <p:to>
                                        <p:strVal val="hidden"/>
                                      </p:to>
                                    </p:set>
                                  </p:childTnLst>
                                </p:cTn>
                              </p:par>
                              <p:par>
                                <p:cTn id="96" presetID="10" presetClass="exit" presetSubtype="0" grpId="0" fill="hold" nodeType="withEffect">
                                  <p:stCondLst>
                                    <p:cond delay="0"/>
                                  </p:stCondLst>
                                  <p:childTnLst>
                                    <p:animEffect transition="out" filter="fade">
                                      <p:cBhvr>
                                        <p:cTn id="97" dur="175"/>
                                        <p:tgtEl>
                                          <p:spTgt spid="10">
                                            <p:txEl>
                                              <p:pRg st="0" end="0"/>
                                            </p:txEl>
                                          </p:spTgt>
                                        </p:tgtEl>
                                      </p:cBhvr>
                                    </p:animEffect>
                                    <p:set>
                                      <p:cBhvr>
                                        <p:cTn id="98" dur="1" fill="hold">
                                          <p:stCondLst>
                                            <p:cond delay="174"/>
                                          </p:stCondLst>
                                        </p:cTn>
                                        <p:tgtEl>
                                          <p:spTgt spid="10">
                                            <p:txEl>
                                              <p:pRg st="0" end="0"/>
                                            </p:txEl>
                                          </p:spTgt>
                                        </p:tgtEl>
                                        <p:attrNameLst>
                                          <p:attrName>style.visibility</p:attrName>
                                        </p:attrNameLst>
                                      </p:cBhvr>
                                      <p:to>
                                        <p:strVal val="hidden"/>
                                      </p:to>
                                    </p:set>
                                  </p:childTnLst>
                                </p:cTn>
                              </p:par>
                              <p:par>
                                <p:cTn id="99" presetID="10" presetClass="exit" presetSubtype="0" grpId="0" fill="hold" nodeType="withEffect">
                                  <p:stCondLst>
                                    <p:cond delay="0"/>
                                  </p:stCondLst>
                                  <p:childTnLst>
                                    <p:animEffect transition="out" filter="fade">
                                      <p:cBhvr>
                                        <p:cTn id="100" dur="175"/>
                                        <p:tgtEl>
                                          <p:spTgt spid="10">
                                            <p:txEl>
                                              <p:pRg st="1" end="1"/>
                                            </p:txEl>
                                          </p:spTgt>
                                        </p:tgtEl>
                                      </p:cBhvr>
                                    </p:animEffect>
                                    <p:set>
                                      <p:cBhvr>
                                        <p:cTn id="101" dur="1" fill="hold">
                                          <p:stCondLst>
                                            <p:cond delay="174"/>
                                          </p:stCondLst>
                                        </p:cTn>
                                        <p:tgtEl>
                                          <p:spTgt spid="10">
                                            <p:txEl>
                                              <p:pRg st="1" end="1"/>
                                            </p:txEl>
                                          </p:spTgt>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75"/>
                                        <p:tgtEl>
                                          <p:spTgt spid="11"/>
                                        </p:tgtEl>
                                      </p:cBhvr>
                                    </p:animEffect>
                                    <p:set>
                                      <p:cBhvr>
                                        <p:cTn id="104" dur="1" fill="hold">
                                          <p:stCondLst>
                                            <p:cond delay="174"/>
                                          </p:stCondLst>
                                        </p:cTn>
                                        <p:tgtEl>
                                          <p:spTgt spid="11"/>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75"/>
                                        <p:tgtEl>
                                          <p:spTgt spid="12"/>
                                        </p:tgtEl>
                                      </p:cBhvr>
                                    </p:animEffect>
                                    <p:set>
                                      <p:cBhvr>
                                        <p:cTn id="107" dur="1" fill="hold">
                                          <p:stCondLst>
                                            <p:cond delay="174"/>
                                          </p:stCondLst>
                                        </p:cTn>
                                        <p:tgtEl>
                                          <p:spTgt spid="12"/>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75"/>
                                        <p:tgtEl>
                                          <p:spTgt spid="13"/>
                                        </p:tgtEl>
                                      </p:cBhvr>
                                    </p:animEffect>
                                    <p:set>
                                      <p:cBhvr>
                                        <p:cTn id="110" dur="1" fill="hold">
                                          <p:stCondLst>
                                            <p:cond delay="174"/>
                                          </p:stCondLst>
                                        </p:cTn>
                                        <p:tgtEl>
                                          <p:spTgt spid="13"/>
                                        </p:tgtEl>
                                        <p:attrNameLst>
                                          <p:attrName>style.visibility</p:attrName>
                                        </p:attrNameLst>
                                      </p:cBhvr>
                                      <p:to>
                                        <p:strVal val="hidden"/>
                                      </p:to>
                                    </p:set>
                                  </p:childTnLst>
                                </p:cTn>
                              </p:par>
                              <p:par>
                                <p:cTn id="111" presetID="10" presetClass="exit" presetSubtype="0" grpId="0" fill="hold" nodeType="withEffect">
                                  <p:stCondLst>
                                    <p:cond delay="0"/>
                                  </p:stCondLst>
                                  <p:childTnLst>
                                    <p:animEffect transition="out" filter="fade">
                                      <p:cBhvr>
                                        <p:cTn id="112" dur="175"/>
                                        <p:tgtEl>
                                          <p:spTgt spid="14">
                                            <p:txEl>
                                              <p:pRg st="0" end="0"/>
                                            </p:txEl>
                                          </p:spTgt>
                                        </p:tgtEl>
                                      </p:cBhvr>
                                    </p:animEffect>
                                    <p:set>
                                      <p:cBhvr>
                                        <p:cTn id="113" dur="1" fill="hold">
                                          <p:stCondLst>
                                            <p:cond delay="174"/>
                                          </p:stCondLst>
                                        </p:cTn>
                                        <p:tgtEl>
                                          <p:spTgt spid="14">
                                            <p:txEl>
                                              <p:pRg st="0" end="0"/>
                                            </p:txEl>
                                          </p:spTgt>
                                        </p:tgtEl>
                                        <p:attrNameLst>
                                          <p:attrName>style.visibility</p:attrName>
                                        </p:attrNameLst>
                                      </p:cBhvr>
                                      <p:to>
                                        <p:strVal val="hidden"/>
                                      </p:to>
                                    </p:set>
                                  </p:childTnLst>
                                </p:cTn>
                              </p:par>
                              <p:par>
                                <p:cTn id="114" presetID="10" presetClass="exit" presetSubtype="0" grpId="0" fill="hold" nodeType="withEffect">
                                  <p:stCondLst>
                                    <p:cond delay="0"/>
                                  </p:stCondLst>
                                  <p:childTnLst>
                                    <p:animEffect transition="out" filter="fade">
                                      <p:cBhvr>
                                        <p:cTn id="115" dur="175"/>
                                        <p:tgtEl>
                                          <p:spTgt spid="14">
                                            <p:txEl>
                                              <p:pRg st="1" end="1"/>
                                            </p:txEl>
                                          </p:spTgt>
                                        </p:tgtEl>
                                      </p:cBhvr>
                                    </p:animEffect>
                                    <p:set>
                                      <p:cBhvr>
                                        <p:cTn id="116" dur="1" fill="hold">
                                          <p:stCondLst>
                                            <p:cond delay="174"/>
                                          </p:stCondLst>
                                        </p:cTn>
                                        <p:tgtEl>
                                          <p:spTgt spid="14">
                                            <p:txEl>
                                              <p:pRg st="1" end="1"/>
                                            </p:txEl>
                                          </p:spTgt>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75"/>
                                        <p:tgtEl>
                                          <p:spTgt spid="15"/>
                                        </p:tgtEl>
                                      </p:cBhvr>
                                    </p:animEffect>
                                    <p:set>
                                      <p:cBhvr>
                                        <p:cTn id="119" dur="1" fill="hold">
                                          <p:stCondLst>
                                            <p:cond delay="174"/>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75"/>
                                        <p:tgtEl>
                                          <p:spTgt spid="16"/>
                                        </p:tgtEl>
                                      </p:cBhvr>
                                    </p:animEffect>
                                    <p:set>
                                      <p:cBhvr>
                                        <p:cTn id="122" dur="1" fill="hold">
                                          <p:stCondLst>
                                            <p:cond delay="174"/>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75"/>
                                        <p:tgtEl>
                                          <p:spTgt spid="17"/>
                                        </p:tgtEl>
                                      </p:cBhvr>
                                    </p:animEffect>
                                    <p:set>
                                      <p:cBhvr>
                                        <p:cTn id="125" dur="1" fill="hold">
                                          <p:stCondLst>
                                            <p:cond delay="174"/>
                                          </p:stCondLst>
                                        </p:cTn>
                                        <p:tgtEl>
                                          <p:spTgt spid="17"/>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175"/>
                                        <p:tgtEl>
                                          <p:spTgt spid="18">
                                            <p:txEl>
                                              <p:pRg st="0" end="0"/>
                                            </p:txEl>
                                          </p:spTgt>
                                        </p:tgtEl>
                                      </p:cBhvr>
                                    </p:animEffect>
                                    <p:set>
                                      <p:cBhvr>
                                        <p:cTn id="128" dur="1" fill="hold">
                                          <p:stCondLst>
                                            <p:cond delay="174"/>
                                          </p:stCondLst>
                                        </p:cTn>
                                        <p:tgtEl>
                                          <p:spTgt spid="18">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175"/>
                                        <p:tgtEl>
                                          <p:spTgt spid="18">
                                            <p:txEl>
                                              <p:pRg st="1" end="1"/>
                                            </p:txEl>
                                          </p:spTgt>
                                        </p:tgtEl>
                                      </p:cBhvr>
                                    </p:animEffect>
                                    <p:set>
                                      <p:cBhvr>
                                        <p:cTn id="131" dur="1" fill="hold">
                                          <p:stCondLst>
                                            <p:cond delay="174"/>
                                          </p:stCondLst>
                                        </p:cTn>
                                        <p:tgtEl>
                                          <p:spTgt spid="18">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175"/>
                                        <p:tgtEl>
                                          <p:spTgt spid="18">
                                            <p:txEl>
                                              <p:pRg st="2" end="2"/>
                                            </p:txEl>
                                          </p:spTgt>
                                        </p:tgtEl>
                                      </p:cBhvr>
                                    </p:animEffect>
                                    <p:set>
                                      <p:cBhvr>
                                        <p:cTn id="134" dur="1" fill="hold">
                                          <p:stCondLst>
                                            <p:cond delay="174"/>
                                          </p:stCondLst>
                                        </p:cTn>
                                        <p:tgtEl>
                                          <p:spTgt spid="18">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175"/>
                                        <p:tgtEl>
                                          <p:spTgt spid="19"/>
                                        </p:tgtEl>
                                      </p:cBhvr>
                                    </p:animEffect>
                                    <p:set>
                                      <p:cBhvr>
                                        <p:cTn id="137" dur="1" fill="hold">
                                          <p:stCondLst>
                                            <p:cond delay="174"/>
                                          </p:stCondLst>
                                        </p:cTn>
                                        <p:tgtEl>
                                          <p:spTgt spid="19"/>
                                        </p:tgtEl>
                                        <p:attrNameLst>
                                          <p:attrName>style.visibility</p:attrName>
                                        </p:attrNameLst>
                                      </p:cBhvr>
                                      <p:to>
                                        <p:strVal val="hidden"/>
                                      </p:to>
                                    </p:set>
                                  </p:childTnLst>
                                </p:cTn>
                              </p:par>
                              <p:par>
                                <p:cTn id="138" presetID="10" presetClass="entr" presetSubtype="0" fill="hold" nodeType="withEffect">
                                  <p:stCondLst>
                                    <p:cond delay="225"/>
                                  </p:stCondLst>
                                  <p:childTnLst>
                                    <p:set>
                                      <p:cBhvr>
                                        <p:cTn id="139" dur="1" fill="hold">
                                          <p:stCondLst>
                                            <p:cond delay="0"/>
                                          </p:stCondLst>
                                        </p:cTn>
                                        <p:tgtEl>
                                          <p:spTgt spid="20"/>
                                        </p:tgtEl>
                                        <p:attrNameLst>
                                          <p:attrName>style.visibility</p:attrName>
                                        </p:attrNameLst>
                                      </p:cBhvr>
                                      <p:to>
                                        <p:strVal val="visible"/>
                                      </p:to>
                                    </p:set>
                                    <p:animEffect transition="in" filter="fade">
                                      <p:cBhvr>
                                        <p:cTn id="140" dur="225"/>
                                        <p:tgtEl>
                                          <p:spTgt spid="20"/>
                                        </p:tgtEl>
                                      </p:cBhvr>
                                    </p:animEffect>
                                  </p:childTnLst>
                                </p:cTn>
                              </p:par>
                              <p:par>
                                <p:cTn id="141" presetID="53" presetClass="entr" presetSubtype="16" fill="hold" nodeType="withEffect">
                                  <p:stCondLst>
                                    <p:cond delay="260"/>
                                  </p:stCondLst>
                                  <p:childTnLst>
                                    <p:set>
                                      <p:cBhvr>
                                        <p:cTn id="142" dur="1" fill="hold">
                                          <p:stCondLst>
                                            <p:cond delay="0"/>
                                          </p:stCondLst>
                                        </p:cTn>
                                        <p:tgtEl>
                                          <p:spTgt spid="21"/>
                                        </p:tgtEl>
                                        <p:attrNameLst>
                                          <p:attrName>style.visibility</p:attrName>
                                        </p:attrNameLst>
                                      </p:cBhvr>
                                      <p:to>
                                        <p:strVal val="visible"/>
                                      </p:to>
                                    </p:set>
                                    <p:anim calcmode="lin" valueType="num">
                                      <p:cBhvr>
                                        <p:cTn id="143" dur="300" fill="hold"/>
                                        <p:tgtEl>
                                          <p:spTgt spid="21"/>
                                        </p:tgtEl>
                                        <p:attrNameLst>
                                          <p:attrName>ppt_w</p:attrName>
                                        </p:attrNameLst>
                                      </p:cBhvr>
                                      <p:tavLst>
                                        <p:tav tm="0">
                                          <p:val>
                                            <p:fltVal val="0"/>
                                          </p:val>
                                        </p:tav>
                                        <p:tav tm="100000">
                                          <p:val>
                                            <p:strVal val="#ppt_w"/>
                                          </p:val>
                                        </p:tav>
                                      </p:tavLst>
                                    </p:anim>
                                    <p:anim calcmode="lin" valueType="num">
                                      <p:cBhvr>
                                        <p:cTn id="144" dur="300" fill="hold"/>
                                        <p:tgtEl>
                                          <p:spTgt spid="21"/>
                                        </p:tgtEl>
                                        <p:attrNameLst>
                                          <p:attrName>ppt_h</p:attrName>
                                        </p:attrNameLst>
                                      </p:cBhvr>
                                      <p:tavLst>
                                        <p:tav tm="0">
                                          <p:val>
                                            <p:fltVal val="0"/>
                                          </p:val>
                                        </p:tav>
                                        <p:tav tm="100000">
                                          <p:val>
                                            <p:strVal val="#ppt_h"/>
                                          </p:val>
                                        </p:tav>
                                      </p:tavLst>
                                    </p:anim>
                                    <p:animEffect transition="in" filter="fade">
                                      <p:cBhvr>
                                        <p:cTn id="145" dur="300"/>
                                        <p:tgtEl>
                                          <p:spTgt spid="21"/>
                                        </p:tgtEl>
                                      </p:cBhvr>
                                    </p:animEffect>
                                  </p:childTnLst>
                                </p:cTn>
                              </p:par>
                              <p:par>
                                <p:cTn id="146" presetID="53" presetClass="entr" presetSubtype="16" fill="hold" nodeType="withEffect">
                                  <p:stCondLst>
                                    <p:cond delay="295"/>
                                  </p:stCondLst>
                                  <p:childTnLst>
                                    <p:set>
                                      <p:cBhvr>
                                        <p:cTn id="147" dur="1" fill="hold">
                                          <p:stCondLst>
                                            <p:cond delay="0"/>
                                          </p:stCondLst>
                                        </p:cTn>
                                        <p:tgtEl>
                                          <p:spTgt spid="22"/>
                                        </p:tgtEl>
                                        <p:attrNameLst>
                                          <p:attrName>style.visibility</p:attrName>
                                        </p:attrNameLst>
                                      </p:cBhvr>
                                      <p:to>
                                        <p:strVal val="visible"/>
                                      </p:to>
                                    </p:set>
                                    <p:anim calcmode="lin" valueType="num">
                                      <p:cBhvr>
                                        <p:cTn id="148" dur="300" fill="hold"/>
                                        <p:tgtEl>
                                          <p:spTgt spid="22"/>
                                        </p:tgtEl>
                                        <p:attrNameLst>
                                          <p:attrName>ppt_w</p:attrName>
                                        </p:attrNameLst>
                                      </p:cBhvr>
                                      <p:tavLst>
                                        <p:tav tm="0">
                                          <p:val>
                                            <p:fltVal val="0"/>
                                          </p:val>
                                        </p:tav>
                                        <p:tav tm="100000">
                                          <p:val>
                                            <p:strVal val="#ppt_w"/>
                                          </p:val>
                                        </p:tav>
                                      </p:tavLst>
                                    </p:anim>
                                    <p:anim calcmode="lin" valueType="num">
                                      <p:cBhvr>
                                        <p:cTn id="149" dur="300" fill="hold"/>
                                        <p:tgtEl>
                                          <p:spTgt spid="22"/>
                                        </p:tgtEl>
                                        <p:attrNameLst>
                                          <p:attrName>ppt_h</p:attrName>
                                        </p:attrNameLst>
                                      </p:cBhvr>
                                      <p:tavLst>
                                        <p:tav tm="0">
                                          <p:val>
                                            <p:fltVal val="0"/>
                                          </p:val>
                                        </p:tav>
                                        <p:tav tm="100000">
                                          <p:val>
                                            <p:strVal val="#ppt_h"/>
                                          </p:val>
                                        </p:tav>
                                      </p:tavLst>
                                    </p:anim>
                                    <p:animEffect transition="in" filter="fade">
                                      <p:cBhvr>
                                        <p:cTn id="150" dur="300"/>
                                        <p:tgtEl>
                                          <p:spTgt spid="22"/>
                                        </p:tgtEl>
                                      </p:cBhvr>
                                    </p:animEffect>
                                  </p:childTnLst>
                                </p:cTn>
                              </p:par>
                              <p:par>
                                <p:cTn id="151" presetID="22" presetClass="entr" presetSubtype="8" fill="hold" nodeType="withEffect">
                                  <p:stCondLst>
                                    <p:cond delay="330"/>
                                  </p:stCondLst>
                                  <p:childTnLst>
                                    <p:set>
                                      <p:cBhvr>
                                        <p:cTn id="152" dur="1" fill="hold">
                                          <p:stCondLst>
                                            <p:cond delay="0"/>
                                          </p:stCondLst>
                                        </p:cTn>
                                        <p:tgtEl>
                                          <p:spTgt spid="23"/>
                                        </p:tgtEl>
                                        <p:attrNameLst>
                                          <p:attrName>style.visibility</p:attrName>
                                        </p:attrNameLst>
                                      </p:cBhvr>
                                      <p:to>
                                        <p:strVal val="visible"/>
                                      </p:to>
                                    </p:set>
                                    <p:animEffect transition="in" filter="wipe(left)">
                                      <p:cBhvr>
                                        <p:cTn id="153" dur="250"/>
                                        <p:tgtEl>
                                          <p:spTgt spid="23"/>
                                        </p:tgtEl>
                                      </p:cBhvr>
                                    </p:animEffect>
                                  </p:childTnLst>
                                </p:cTn>
                              </p:par>
                              <p:par>
                                <p:cTn id="154" presetID="10" presetClass="entr" presetSubtype="0" grpId="0" fill="hold" nodeType="withEffect">
                                  <p:stCondLst>
                                    <p:cond delay="365"/>
                                  </p:stCondLst>
                                  <p:childTnLst>
                                    <p:set>
                                      <p:cBhvr>
                                        <p:cTn id="155" dur="1" fill="hold">
                                          <p:stCondLst>
                                            <p:cond delay="0"/>
                                          </p:stCondLst>
                                        </p:cTn>
                                        <p:tgtEl>
                                          <p:spTgt spid="24">
                                            <p:txEl>
                                              <p:pRg st="0" end="0"/>
                                            </p:txEl>
                                          </p:spTgt>
                                        </p:tgtEl>
                                        <p:attrNameLst>
                                          <p:attrName>style.visibility</p:attrName>
                                        </p:attrNameLst>
                                      </p:cBhvr>
                                      <p:to>
                                        <p:strVal val="visible"/>
                                      </p:to>
                                    </p:set>
                                    <p:animEffect transition="in" filter="fade">
                                      <p:cBhvr>
                                        <p:cTn id="156" dur="225"/>
                                        <p:tgtEl>
                                          <p:spTgt spid="24">
                                            <p:txEl>
                                              <p:pRg st="0" end="0"/>
                                            </p:txEl>
                                          </p:spTgt>
                                        </p:tgtEl>
                                      </p:cBhvr>
                                    </p:animEffect>
                                  </p:childTnLst>
                                </p:cTn>
                              </p:par>
                              <p:par>
                                <p:cTn id="157" presetID="10" presetClass="entr" presetSubtype="0" grpId="0" fill="hold" nodeType="withEffect">
                                  <p:stCondLst>
                                    <p:cond delay="555"/>
                                  </p:stCondLst>
                                  <p:childTnLst>
                                    <p:set>
                                      <p:cBhvr>
                                        <p:cTn id="158" dur="1" fill="hold">
                                          <p:stCondLst>
                                            <p:cond delay="0"/>
                                          </p:stCondLst>
                                        </p:cTn>
                                        <p:tgtEl>
                                          <p:spTgt spid="24">
                                            <p:txEl>
                                              <p:pRg st="1" end="1"/>
                                            </p:txEl>
                                          </p:spTgt>
                                        </p:tgtEl>
                                        <p:attrNameLst>
                                          <p:attrName>style.visibility</p:attrName>
                                        </p:attrNameLst>
                                      </p:cBhvr>
                                      <p:to>
                                        <p:strVal val="visible"/>
                                      </p:to>
                                    </p:set>
                                    <p:animEffect transition="in" filter="fade">
                                      <p:cBhvr>
                                        <p:cTn id="159" dur="225"/>
                                        <p:tgtEl>
                                          <p:spTgt spid="24">
                                            <p:txEl>
                                              <p:pRg st="1" end="1"/>
                                            </p:txEl>
                                          </p:spTgt>
                                        </p:tgtEl>
                                      </p:cBhvr>
                                    </p:animEffect>
                                  </p:childTnLst>
                                </p:cTn>
                              </p:par>
                              <p:par>
                                <p:cTn id="160" presetID="10" presetClass="entr" presetSubtype="0" grpId="0" fill="hold" nodeType="withEffect">
                                  <p:stCondLst>
                                    <p:cond delay="745"/>
                                  </p:stCondLst>
                                  <p:childTnLst>
                                    <p:set>
                                      <p:cBhvr>
                                        <p:cTn id="161" dur="1" fill="hold">
                                          <p:stCondLst>
                                            <p:cond delay="0"/>
                                          </p:stCondLst>
                                        </p:cTn>
                                        <p:tgtEl>
                                          <p:spTgt spid="24">
                                            <p:txEl>
                                              <p:pRg st="2" end="2"/>
                                            </p:txEl>
                                          </p:spTgt>
                                        </p:tgtEl>
                                        <p:attrNameLst>
                                          <p:attrName>style.visibility</p:attrName>
                                        </p:attrNameLst>
                                      </p:cBhvr>
                                      <p:to>
                                        <p:strVal val="visible"/>
                                      </p:to>
                                    </p:set>
                                    <p:animEffect transition="in" filter="fade">
                                      <p:cBhvr>
                                        <p:cTn id="162" dur="225"/>
                                        <p:tgtEl>
                                          <p:spTgt spid="24">
                                            <p:txEl>
                                              <p:pRg st="2" end="2"/>
                                            </p:txEl>
                                          </p:spTgt>
                                        </p:tgtEl>
                                      </p:cBhvr>
                                    </p:animEffect>
                                  </p:childTnLst>
                                </p:cTn>
                              </p:par>
                              <p:par>
                                <p:cTn id="163" presetID="10" presetClass="entr" presetSubtype="0" fill="hold" nodeType="withEffect">
                                  <p:stCondLst>
                                    <p:cond delay="290"/>
                                  </p:stCondLst>
                                  <p:childTnLst>
                                    <p:set>
                                      <p:cBhvr>
                                        <p:cTn id="164" dur="1" fill="hold">
                                          <p:stCondLst>
                                            <p:cond delay="0"/>
                                          </p:stCondLst>
                                        </p:cTn>
                                        <p:tgtEl>
                                          <p:spTgt spid="25"/>
                                        </p:tgtEl>
                                        <p:attrNameLst>
                                          <p:attrName>style.visibility</p:attrName>
                                        </p:attrNameLst>
                                      </p:cBhvr>
                                      <p:to>
                                        <p:strVal val="visible"/>
                                      </p:to>
                                    </p:set>
                                    <p:animEffect transition="in" filter="fade">
                                      <p:cBhvr>
                                        <p:cTn id="165" dur="225"/>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4" grpId="0" build="p"/>
      <p:bldP spid="18" grpId="0" build="p"/>
      <p:bldP spid="2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Del flujo completo del sistema a la operación de campo</a:t>
            </a:r>
            <a:endParaRPr lang="en-US" sz="2200" dirty="0"/>
          </a:p>
        </p:txBody>
      </p:sp>
      <p:sp>
        <p:nvSpPr>
          <p:cNvPr id="3" name="Obj [o78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(z): el flujo completo del sistema</a:t>
            </a:r>
            <a:endParaRPr lang="en-US" sz="1400" dirty="0"/>
          </a:p>
        </p:txBody>
      </p:sp>
      <p:pic>
        <p:nvPicPr>
          <p:cNvPr id="5" name="Obj [o782]"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966136" y="1521393"/>
            <a:ext cx="7211728" cy="1453132"/>
          </a:xfrm>
          <a:prstGeom prst="rect">
            <a:avLst/>
          </a:prstGeom>
        </p:spPr>
      </p:pic>
      <p:sp>
        <p:nvSpPr>
          <p:cNvPr id="6" name="Obj [o783]"/>
          <p:cNvSpPr/>
          <p:nvPr/>
        </p:nvSpPr>
        <p:spPr>
          <a:xfrm>
            <a:off x="966136" y="3123999"/>
            <a:ext cx="2283714" cy="320521"/>
          </a:xfrm>
          <a:prstGeom prst="rect">
            <a:avLst/>
          </a:prstGeom>
          <a:solidFill>
            <a:srgbClr val="1F4E79"/>
          </a:solidFill>
          <a:ln w="6350">
            <a:solidFill>
              <a:srgbClr val="1F4E79"/>
            </a:solidFill>
            <a:prstDash val="solid"/>
          </a:ln>
        </p:spPr>
      </p:sp>
      <p:sp>
        <p:nvSpPr>
          <p:cNvPr id="7" name="Obj [o784]"/>
          <p:cNvSpPr txBox="1"/>
          <p:nvPr/>
        </p:nvSpPr>
        <p:spPr>
          <a:xfrm>
            <a:off x="1006201"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campo</a:t>
            </a:r>
            <a:endParaRPr lang="en-US" sz="1260" dirty="0"/>
          </a:p>
        </p:txBody>
      </p:sp>
      <p:sp>
        <p:nvSpPr>
          <p:cNvPr id="8" name="Obj [o785]"/>
          <p:cNvSpPr/>
          <p:nvPr/>
        </p:nvSpPr>
        <p:spPr>
          <a:xfrm>
            <a:off x="966136" y="3444521"/>
            <a:ext cx="2283714" cy="961564"/>
          </a:xfrm>
          <a:prstGeom prst="rect">
            <a:avLst/>
          </a:prstGeom>
          <a:solidFill>
            <a:srgbClr val="FFFFFF"/>
          </a:solidFill>
          <a:ln w="16694">
            <a:solidFill>
              <a:srgbClr val="1F4E79"/>
            </a:solidFill>
            <a:prstDash val="solid"/>
          </a:ln>
        </p:spPr>
      </p:sp>
      <p:sp>
        <p:nvSpPr>
          <p:cNvPr id="9" name="Obj [o786]"/>
          <p:cNvSpPr txBox="1"/>
          <p:nvPr/>
        </p:nvSpPr>
        <p:spPr>
          <a:xfrm>
            <a:off x="1062292"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170" dirty="0"/>
          </a:p>
        </p:txBody>
      </p:sp>
      <p:sp>
        <p:nvSpPr>
          <p:cNvPr id="10" name="Obj [o787]"/>
          <p:cNvSpPr/>
          <p:nvPr/>
        </p:nvSpPr>
        <p:spPr>
          <a:xfrm>
            <a:off x="3430143" y="3123999"/>
            <a:ext cx="2283714" cy="320521"/>
          </a:xfrm>
          <a:prstGeom prst="rect">
            <a:avLst/>
          </a:prstGeom>
          <a:solidFill>
            <a:srgbClr val="2E75B6"/>
          </a:solidFill>
          <a:ln w="6350">
            <a:solidFill>
              <a:srgbClr val="2E75B6"/>
            </a:solidFill>
            <a:prstDash val="solid"/>
          </a:ln>
        </p:spPr>
      </p:sp>
      <p:sp>
        <p:nvSpPr>
          <p:cNvPr id="11" name="Obj [o788]"/>
          <p:cNvSpPr txBox="1"/>
          <p:nvPr/>
        </p:nvSpPr>
        <p:spPr>
          <a:xfrm>
            <a:off x="3470208"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camino</a:t>
            </a:r>
            <a:endParaRPr lang="en-US" sz="1260" dirty="0"/>
          </a:p>
        </p:txBody>
      </p:sp>
      <p:sp>
        <p:nvSpPr>
          <p:cNvPr id="12" name="Obj [o789]"/>
          <p:cNvSpPr/>
          <p:nvPr/>
        </p:nvSpPr>
        <p:spPr>
          <a:xfrm>
            <a:off x="3430143" y="3444521"/>
            <a:ext cx="2283714" cy="961564"/>
          </a:xfrm>
          <a:prstGeom prst="rect">
            <a:avLst/>
          </a:prstGeom>
          <a:solidFill>
            <a:srgbClr val="FFFFFF"/>
          </a:solidFill>
          <a:ln w="16694">
            <a:solidFill>
              <a:srgbClr val="2E75B6"/>
            </a:solidFill>
            <a:prstDash val="solid"/>
          </a:ln>
        </p:spPr>
      </p:sp>
      <p:sp>
        <p:nvSpPr>
          <p:cNvPr id="13" name="Obj [o790]"/>
          <p:cNvSpPr txBox="1"/>
          <p:nvPr/>
        </p:nvSpPr>
        <p:spPr>
          <a:xfrm>
            <a:off x="3526299"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170" dirty="0"/>
          </a:p>
        </p:txBody>
      </p:sp>
      <p:sp>
        <p:nvSpPr>
          <p:cNvPr id="14" name="Obj [o791]"/>
          <p:cNvSpPr/>
          <p:nvPr/>
        </p:nvSpPr>
        <p:spPr>
          <a:xfrm>
            <a:off x="5894150" y="3123999"/>
            <a:ext cx="2283714" cy="320521"/>
          </a:xfrm>
          <a:prstGeom prst="rect">
            <a:avLst/>
          </a:prstGeom>
          <a:solidFill>
            <a:srgbClr val="C55A11"/>
          </a:solidFill>
          <a:ln w="6350">
            <a:solidFill>
              <a:srgbClr val="C55A11"/>
            </a:solidFill>
            <a:prstDash val="solid"/>
          </a:ln>
        </p:spPr>
      </p:sp>
      <p:sp>
        <p:nvSpPr>
          <p:cNvPr id="15" name="Obj [o792]"/>
          <p:cNvSpPr txBox="1"/>
          <p:nvPr/>
        </p:nvSpPr>
        <p:spPr>
          <a:xfrm>
            <a:off x="5934215"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Análisis (en parte pendiente)</a:t>
            </a:r>
            <a:endParaRPr lang="en-US" sz="1260" dirty="0"/>
          </a:p>
        </p:txBody>
      </p:sp>
      <p:sp>
        <p:nvSpPr>
          <p:cNvPr id="16" name="Obj [o793]"/>
          <p:cNvSpPr/>
          <p:nvPr/>
        </p:nvSpPr>
        <p:spPr>
          <a:xfrm>
            <a:off x="5894150" y="3444521"/>
            <a:ext cx="2283714" cy="961564"/>
          </a:xfrm>
          <a:prstGeom prst="rect">
            <a:avLst/>
          </a:prstGeom>
          <a:solidFill>
            <a:srgbClr val="FFFFFF"/>
          </a:solidFill>
          <a:ln w="16694">
            <a:solidFill>
              <a:srgbClr val="C55A11"/>
            </a:solidFill>
            <a:prstDash val="solid"/>
          </a:ln>
        </p:spPr>
      </p:sp>
      <p:sp>
        <p:nvSpPr>
          <p:cNvPr id="17" name="Obj [o794]"/>
          <p:cNvSpPr txBox="1"/>
          <p:nvPr/>
        </p:nvSpPr>
        <p:spPr>
          <a:xfrm>
            <a:off x="5990307"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170" dirty="0"/>
          </a:p>
        </p:txBody>
      </p:sp>
      <p:sp>
        <p:nvSpPr>
          <p:cNvPr id="18" name="Obj [o79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 resumen firmado, sec. 4.9 y 6.</a:t>
            </a:r>
            <a:endParaRPr lang="en-US" sz="800" dirty="0"/>
          </a:p>
        </p:txBody>
      </p:sp>
      <p:sp>
        <p:nvSpPr>
          <p:cNvPr id="19" name="Obj [o79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interfaz web del maestro configura, revisa y decide cada captura</a:t>
            </a:r>
            <a:endParaRPr lang="en-US" sz="1400" dirty="0"/>
          </a:p>
        </p:txBody>
      </p:sp>
      <p:pic>
        <p:nvPicPr>
          <p:cNvPr id="20" name="Obj [o797]" descr="Interfaz web Gephone Scope: configuración de captura, gráficas de las señales del HAMMER y del geófono, y botones para guardar o subir al servidor">    </p:cNvPr>
          <p:cNvPicPr>
            <a:picLocks noChangeAspect="1"/>
          </p:cNvPicPr>
          <p:nvPr/>
        </p:nvPicPr>
        <p:blipFill>
          <a:blip r:embed="rId2"/>
          <a:stretch>
            <a:fillRect/>
          </a:stretch>
        </p:blipFill>
        <p:spPr>
          <a:xfrm>
            <a:off x="365760" y="1557362"/>
            <a:ext cx="4181889" cy="2353759"/>
          </a:xfrm>
          <a:prstGeom prst="rect">
            <a:avLst/>
          </a:prstGeom>
        </p:spPr>
      </p:pic>
      <p:sp>
        <p:nvSpPr>
          <p:cNvPr id="21" name="Obj [o798]"/>
          <p:cNvSpPr txBox="1"/>
          <p:nvPr/>
        </p:nvSpPr>
        <p:spPr>
          <a:xfrm>
            <a:off x="4737735"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configuran ganancia, rango del ADC, duración y ruta de señal</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captura se conserva, se descarta o se envía</a:t>
            </a:r>
            <a:endParaRPr lang="en-US" sz="1208" dirty="0"/>
          </a:p>
        </p:txBody>
      </p:sp>
      <p:sp>
        <p:nvSpPr>
          <p:cNvPr id="22" name="Obj [o799]"/>
          <p:cNvSpPr/>
          <p:nvPr/>
        </p:nvSpPr>
        <p:spPr>
          <a:xfrm>
            <a:off x="441794" y="3914427"/>
            <a:ext cx="6843091" cy="342155"/>
          </a:xfrm>
          <a:prstGeom prst="rect">
            <a:avLst/>
          </a:prstGeom>
          <a:solidFill>
            <a:srgbClr val="EAF1F8"/>
          </a:solidFill>
          <a:ln w="6350">
            <a:solidFill>
              <a:srgbClr val="EAF1F8"/>
            </a:solidFill>
            <a:prstDash val="solid"/>
          </a:ln>
        </p:spPr>
      </p:sp>
      <p:sp>
        <p:nvSpPr>
          <p:cNvPr id="23" name="Obj [o800]"/>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208" dirty="0"/>
          </a:p>
        </p:txBody>
      </p:sp>
      <p:sp>
        <p:nvSpPr>
          <p:cNvPr id="24" name="Obj [o8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15.</a:t>
            </a:r>
            <a:endParaRPr lang="en-US" sz="800" dirty="0"/>
          </a:p>
        </p:txBody>
      </p:sp>
      <p:sp>
        <p:nvSpPr>
          <p:cNvPr id="25" name="Obj [o80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sesión de campo: del navegador al servidor, con el maestro en el medio</a:t>
            </a:r>
            <a:endParaRPr lang="en-US" sz="1400" dirty="0"/>
          </a:p>
        </p:txBody>
      </p:sp>
      <p:pic>
        <p:nvPicPr>
          <p:cNvPr id="26" name="Obj [o803]" descr="Diagrama de carriles: usuario o navegador, ESP32 maestro, nodos esclavos y servidor de análisis, desde iniciar el punto de acceso hasta publicar la captura como raw aceptado">    </p:cNvPr>
          <p:cNvPicPr>
            <a:picLocks noChangeAspect="1"/>
          </p:cNvPicPr>
          <p:nvPr/>
        </p:nvPicPr>
        <p:blipFill>
          <a:blip r:embed="rId3"/>
          <a:stretch>
            <a:fillRect/>
          </a:stretch>
        </p:blipFill>
        <p:spPr>
          <a:xfrm>
            <a:off x="365760" y="1519345"/>
            <a:ext cx="4608535" cy="2775254"/>
          </a:xfrm>
          <a:prstGeom prst="rect">
            <a:avLst/>
          </a:prstGeom>
        </p:spPr>
      </p:pic>
      <p:sp>
        <p:nvSpPr>
          <p:cNvPr id="27" name="Obj [o804]"/>
          <p:cNvSpPr txBox="1"/>
          <p:nvPr/>
        </p:nvSpPr>
        <p:spPr>
          <a:xfrm>
            <a:off x="5117907" y="1557362"/>
            <a:ext cx="2204996" cy="2585168"/>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Calibración y captura se coordinan por ESP-NOW</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122" dirty="0"/>
          </a:p>
        </p:txBody>
      </p:sp>
      <p:sp>
        <p:nvSpPr>
          <p:cNvPr id="28" name="Obj [o80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14; diagrama propio (drawio, p. 2).</a:t>
            </a:r>
            <a:endParaRPr lang="en-US" sz="800" dirty="0"/>
          </a:p>
        </p:txBody>
      </p:sp>
      <p:sp>
        <p:nvSpPr>
          <p:cNvPr id="2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5"/>
                                        </p:tgtEl>
                                        <p:attrNameLst>
                                          <p:attrName>style.visibility</p:attrName>
                                        </p:attrNameLst>
                                      </p:cBhvr>
                                      <p:to>
                                        <p:strVal val="visible"/>
                                      </p:to>
                                    </p:set>
                                    <p:anim calcmode="lin" valueType="num">
                                      <p:cBhvr>
                                        <p:cTn id="10" dur="300" fill="hold"/>
                                        <p:tgtEl>
                                          <p:spTgt spid="5"/>
                                        </p:tgtEl>
                                        <p:attrNameLst>
                                          <p:attrName>ppt_w</p:attrName>
                                        </p:attrNameLst>
                                      </p:cBhvr>
                                      <p:tavLst>
                                        <p:tav tm="0">
                                          <p:val>
                                            <p:fltVal val="0"/>
                                          </p:val>
                                        </p:tav>
                                        <p:tav tm="100000">
                                          <p:val>
                                            <p:strVal val="#ppt_w"/>
                                          </p:val>
                                        </p:tav>
                                      </p:tavLst>
                                    </p:anim>
                                    <p:anim calcmode="lin" valueType="num">
                                      <p:cBhvr>
                                        <p:cTn id="11" dur="300" fill="hold"/>
                                        <p:tgtEl>
                                          <p:spTgt spid="5"/>
                                        </p:tgtEl>
                                        <p:attrNameLst>
                                          <p:attrName>ppt_h</p:attrName>
                                        </p:attrNameLst>
                                      </p:cBhvr>
                                      <p:tavLst>
                                        <p:tav tm="0">
                                          <p:val>
                                            <p:fltVal val="0"/>
                                          </p:val>
                                        </p:tav>
                                        <p:tav tm="100000">
                                          <p:val>
                                            <p:strVal val="#ppt_h"/>
                                          </p:val>
                                        </p:tav>
                                      </p:tavLst>
                                    </p:anim>
                                    <p:animEffect transition="in" filter="fade">
                                      <p:cBhvr>
                                        <p:cTn id="12" dur="300"/>
                                        <p:tgtEl>
                                          <p:spTgt spid="5"/>
                                        </p:tgtEl>
                                      </p:cBhvr>
                                    </p:animEffect>
                                  </p:childTnLst>
                                </p:cTn>
                              </p:par>
                              <p:par>
                                <p:cTn id="13" presetID="10" presetClass="entr" presetSubtype="0" fill="hold" nodeType="withEffect">
                                  <p:stCondLst>
                                    <p:cond delay="205"/>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25"/>
                                        <p:tgtEl>
                                          <p:spTgt spid="6"/>
                                        </p:tgtEl>
                                      </p:cBhvr>
                                    </p:animEffect>
                                  </p:childTnLst>
                                </p:cTn>
                              </p:par>
                              <p:par>
                                <p:cTn id="16" presetID="22" presetClass="entr" presetSubtype="8" fill="hold" nodeType="withEffect">
                                  <p:stCondLst>
                                    <p:cond delay="24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250"/>
                                        <p:tgtEl>
                                          <p:spTgt spid="7"/>
                                        </p:tgtEl>
                                      </p:cBhvr>
                                    </p:animEffect>
                                  </p:childTnLst>
                                </p:cTn>
                              </p:par>
                              <p:par>
                                <p:cTn id="19" presetID="10" presetClass="entr" presetSubtype="0" fill="hold" nodeType="withEffect">
                                  <p:stCondLst>
                                    <p:cond delay="275"/>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25"/>
                                        <p:tgtEl>
                                          <p:spTgt spid="8"/>
                                        </p:tgtEl>
                                      </p:cBhvr>
                                    </p:animEffect>
                                  </p:childTnLst>
                                </p:cTn>
                              </p:par>
                              <p:par>
                                <p:cTn id="22" presetID="22" presetClass="entr" presetSubtype="8" fill="hold" nodeType="withEffect">
                                  <p:stCondLst>
                                    <p:cond delay="31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250"/>
                                        <p:tgtEl>
                                          <p:spTgt spid="9"/>
                                        </p:tgtEl>
                                      </p:cBhvr>
                                    </p:animEffect>
                                  </p:childTnLst>
                                </p:cTn>
                              </p:par>
                              <p:par>
                                <p:cTn id="25" presetID="10" presetClass="entr" presetSubtype="0" fill="hold" nodeType="withEffect">
                                  <p:stCondLst>
                                    <p:cond delay="345"/>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25"/>
                                        <p:tgtEl>
                                          <p:spTgt spid="10"/>
                                        </p:tgtEl>
                                      </p:cBhvr>
                                    </p:animEffect>
                                  </p:childTnLst>
                                </p:cTn>
                              </p:par>
                              <p:par>
                                <p:cTn id="28" presetID="22" presetClass="entr" presetSubtype="8" fill="hold" nodeType="withEffect">
                                  <p:stCondLst>
                                    <p:cond delay="38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250"/>
                                        <p:tgtEl>
                                          <p:spTgt spid="11"/>
                                        </p:tgtEl>
                                      </p:cBhvr>
                                    </p:animEffect>
                                  </p:childTnLst>
                                </p:cTn>
                              </p:par>
                              <p:par>
                                <p:cTn id="31" presetID="10" presetClass="entr" presetSubtype="0" fill="hold" nodeType="withEffect">
                                  <p:stCondLst>
                                    <p:cond delay="415"/>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25"/>
                                        <p:tgtEl>
                                          <p:spTgt spid="12"/>
                                        </p:tgtEl>
                                      </p:cBhvr>
                                    </p:animEffect>
                                  </p:childTnLst>
                                </p:cTn>
                              </p:par>
                              <p:par>
                                <p:cTn id="34" presetID="22" presetClass="entr" presetSubtype="8" fill="hold" nodeType="withEffect">
                                  <p:stCondLst>
                                    <p:cond delay="45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250"/>
                                        <p:tgtEl>
                                          <p:spTgt spid="13"/>
                                        </p:tgtEl>
                                      </p:cBhvr>
                                    </p:animEffect>
                                  </p:childTnLst>
                                </p:cTn>
                              </p:par>
                              <p:par>
                                <p:cTn id="37" presetID="10" presetClass="entr" presetSubtype="0" fill="hold" nodeType="withEffect">
                                  <p:stCondLst>
                                    <p:cond delay="485"/>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25"/>
                                        <p:tgtEl>
                                          <p:spTgt spid="14"/>
                                        </p:tgtEl>
                                      </p:cBhvr>
                                    </p:animEffect>
                                  </p:childTnLst>
                                </p:cTn>
                              </p:par>
                              <p:par>
                                <p:cTn id="40" presetID="22" presetClass="entr" presetSubtype="8" fill="hold" nodeType="withEffect">
                                  <p:stCondLst>
                                    <p:cond delay="52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250"/>
                                        <p:tgtEl>
                                          <p:spTgt spid="15"/>
                                        </p:tgtEl>
                                      </p:cBhvr>
                                    </p:animEffect>
                                  </p:childTnLst>
                                </p:cTn>
                              </p:par>
                              <p:par>
                                <p:cTn id="43" presetID="10" presetClass="entr" presetSubtype="0" fill="hold" nodeType="withEffect">
                                  <p:stCondLst>
                                    <p:cond delay="555"/>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225"/>
                                        <p:tgtEl>
                                          <p:spTgt spid="16"/>
                                        </p:tgtEl>
                                      </p:cBhvr>
                                    </p:animEffect>
                                  </p:childTnLst>
                                </p:cTn>
                              </p:par>
                              <p:par>
                                <p:cTn id="46" presetID="22" presetClass="entr" presetSubtype="8" fill="hold" nodeType="withEffect">
                                  <p:stCondLst>
                                    <p:cond delay="59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250"/>
                                        <p:tgtEl>
                                          <p:spTgt spid="17"/>
                                        </p:tgtEl>
                                      </p:cBhvr>
                                    </p:animEffect>
                                  </p:childTnLst>
                                </p:cTn>
                              </p:par>
                              <p:par>
                                <p:cTn id="49" presetID="10" presetClass="entr" presetSubtype="0" fill="hold" nodeType="withEffect">
                                  <p:stCondLst>
                                    <p:cond delay="20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225"/>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175"/>
                                        <p:tgtEl>
                                          <p:spTgt spid="3"/>
                                        </p:tgtEl>
                                      </p:cBhvr>
                                    </p:animEffect>
                                    <p:set>
                                      <p:cBhvr>
                                        <p:cTn id="56" dur="1" fill="hold">
                                          <p:stCondLst>
                                            <p:cond delay="174"/>
                                          </p:stCondLst>
                                        </p:cTn>
                                        <p:tgtEl>
                                          <p:spTgt spid="3"/>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75"/>
                                        <p:tgtEl>
                                          <p:spTgt spid="6"/>
                                        </p:tgtEl>
                                      </p:cBhvr>
                                    </p:animEffect>
                                    <p:set>
                                      <p:cBhvr>
                                        <p:cTn id="59" dur="1" fill="hold">
                                          <p:stCondLst>
                                            <p:cond delay="174"/>
                                          </p:stCondLst>
                                        </p:cTn>
                                        <p:tgtEl>
                                          <p:spTgt spid="6"/>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175"/>
                                        <p:tgtEl>
                                          <p:spTgt spid="7"/>
                                        </p:tgtEl>
                                      </p:cBhvr>
                                    </p:animEffect>
                                    <p:set>
                                      <p:cBhvr>
                                        <p:cTn id="62" dur="1" fill="hold">
                                          <p:stCondLst>
                                            <p:cond delay="174"/>
                                          </p:stCondLst>
                                        </p:cTn>
                                        <p:tgtEl>
                                          <p:spTgt spid="7"/>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175"/>
                                        <p:tgtEl>
                                          <p:spTgt spid="8"/>
                                        </p:tgtEl>
                                      </p:cBhvr>
                                    </p:animEffect>
                                    <p:set>
                                      <p:cBhvr>
                                        <p:cTn id="65" dur="1" fill="hold">
                                          <p:stCondLst>
                                            <p:cond delay="174"/>
                                          </p:stCondLst>
                                        </p:cTn>
                                        <p:tgtEl>
                                          <p:spTgt spid="8"/>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175"/>
                                        <p:tgtEl>
                                          <p:spTgt spid="9"/>
                                        </p:tgtEl>
                                      </p:cBhvr>
                                    </p:animEffect>
                                    <p:set>
                                      <p:cBhvr>
                                        <p:cTn id="68" dur="1" fill="hold">
                                          <p:stCondLst>
                                            <p:cond delay="174"/>
                                          </p:stCondLst>
                                        </p:cTn>
                                        <p:tgtEl>
                                          <p:spTgt spid="9"/>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175"/>
                                        <p:tgtEl>
                                          <p:spTgt spid="10"/>
                                        </p:tgtEl>
                                      </p:cBhvr>
                                    </p:animEffect>
                                    <p:set>
                                      <p:cBhvr>
                                        <p:cTn id="71" dur="1" fill="hold">
                                          <p:stCondLst>
                                            <p:cond delay="174"/>
                                          </p:stCondLst>
                                        </p:cTn>
                                        <p:tgtEl>
                                          <p:spTgt spid="10"/>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175"/>
                                        <p:tgtEl>
                                          <p:spTgt spid="11"/>
                                        </p:tgtEl>
                                      </p:cBhvr>
                                    </p:animEffect>
                                    <p:set>
                                      <p:cBhvr>
                                        <p:cTn id="74" dur="1" fill="hold">
                                          <p:stCondLst>
                                            <p:cond delay="174"/>
                                          </p:stCondLst>
                                        </p:cTn>
                                        <p:tgtEl>
                                          <p:spTgt spid="11"/>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175"/>
                                        <p:tgtEl>
                                          <p:spTgt spid="12"/>
                                        </p:tgtEl>
                                      </p:cBhvr>
                                    </p:animEffect>
                                    <p:set>
                                      <p:cBhvr>
                                        <p:cTn id="77" dur="1" fill="hold">
                                          <p:stCondLst>
                                            <p:cond delay="174"/>
                                          </p:stCondLst>
                                        </p:cTn>
                                        <p:tgtEl>
                                          <p:spTgt spid="12"/>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175"/>
                                        <p:tgtEl>
                                          <p:spTgt spid="13"/>
                                        </p:tgtEl>
                                      </p:cBhvr>
                                    </p:animEffect>
                                    <p:set>
                                      <p:cBhvr>
                                        <p:cTn id="80" dur="1" fill="hold">
                                          <p:stCondLst>
                                            <p:cond delay="174"/>
                                          </p:stCondLst>
                                        </p:cTn>
                                        <p:tgtEl>
                                          <p:spTgt spid="13"/>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75"/>
                                        <p:tgtEl>
                                          <p:spTgt spid="14"/>
                                        </p:tgtEl>
                                      </p:cBhvr>
                                    </p:animEffect>
                                    <p:set>
                                      <p:cBhvr>
                                        <p:cTn id="83" dur="1" fill="hold">
                                          <p:stCondLst>
                                            <p:cond delay="174"/>
                                          </p:stCondLst>
                                        </p:cTn>
                                        <p:tgtEl>
                                          <p:spTgt spid="14"/>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175"/>
                                        <p:tgtEl>
                                          <p:spTgt spid="15"/>
                                        </p:tgtEl>
                                      </p:cBhvr>
                                    </p:animEffect>
                                    <p:set>
                                      <p:cBhvr>
                                        <p:cTn id="86" dur="1" fill="hold">
                                          <p:stCondLst>
                                            <p:cond delay="174"/>
                                          </p:stCondLst>
                                        </p:cTn>
                                        <p:tgtEl>
                                          <p:spTgt spid="15"/>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175"/>
                                        <p:tgtEl>
                                          <p:spTgt spid="16"/>
                                        </p:tgtEl>
                                      </p:cBhvr>
                                    </p:animEffect>
                                    <p:set>
                                      <p:cBhvr>
                                        <p:cTn id="89" dur="1" fill="hold">
                                          <p:stCondLst>
                                            <p:cond delay="174"/>
                                          </p:stCondLst>
                                        </p:cTn>
                                        <p:tgtEl>
                                          <p:spTgt spid="16"/>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175"/>
                                        <p:tgtEl>
                                          <p:spTgt spid="17"/>
                                        </p:tgtEl>
                                      </p:cBhvr>
                                    </p:animEffect>
                                    <p:set>
                                      <p:cBhvr>
                                        <p:cTn id="92" dur="1" fill="hold">
                                          <p:stCondLst>
                                            <p:cond delay="174"/>
                                          </p:stCondLst>
                                        </p:cTn>
                                        <p:tgtEl>
                                          <p:spTgt spid="17"/>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175"/>
                                        <p:tgtEl>
                                          <p:spTgt spid="18"/>
                                        </p:tgtEl>
                                      </p:cBhvr>
                                    </p:animEffect>
                                    <p:set>
                                      <p:cBhvr>
                                        <p:cTn id="95" dur="1" fill="hold">
                                          <p:stCondLst>
                                            <p:cond delay="174"/>
                                          </p:stCondLst>
                                        </p:cTn>
                                        <p:tgtEl>
                                          <p:spTgt spid="18"/>
                                        </p:tgtEl>
                                        <p:attrNameLst>
                                          <p:attrName>style.visibility</p:attrName>
                                        </p:attrNameLst>
                                      </p:cBhvr>
                                      <p:to>
                                        <p:strVal val="hidden"/>
                                      </p:to>
                                    </p:set>
                                  </p:childTnLst>
                                </p:cTn>
                              </p:par>
                              <p:par>
                                <p:cTn id="96" presetID="0" presetClass="path" presetSubtype="0" accel="50000" decel="50000" fill="hold" nodeType="withEffect">
                                  <p:stCondLst>
                                    <p:cond delay="0"/>
                                  </p:stCondLst>
                                  <p:childTnLst>
                                    <p:animMotion origin="layout" path="M 0 0 L 0.39250 -0.07972 E" pathEditMode="relative" rAng="0" ptsTypes="AA">
                                      <p:cBhvr>
                                        <p:cTn id="97" dur="375" fill="hold"/>
                                        <p:tgtEl>
                                          <p:spTgt spid="5"/>
                                        </p:tgtEl>
                                        <p:attrNameLst>
                                          <p:attrName>ppt_x</p:attrName>
                                          <p:attrName>ppt_y</p:attrName>
                                        </p:attrNameLst>
                                      </p:cBhvr>
                                      <p:rCtr x="19625" y="-3985"/>
                                    </p:animMotion>
                                  </p:childTnLst>
                                </p:cTn>
                              </p:par>
                              <p:par>
                                <p:cTn id="98" presetID="6" presetClass="emph" presetSubtype="0" accel="50000" decel="50000" fill="hold" nodeType="withEffect">
                                  <p:stCondLst>
                                    <p:cond delay="0"/>
                                  </p:stCondLst>
                                  <p:childTnLst>
                                    <p:animScale>
                                      <p:cBhvr>
                                        <p:cTn id="99" dur="375" fill="hold"/>
                                        <p:tgtEl>
                                          <p:spTgt spid="5"/>
                                        </p:tgtEl>
                                      </p:cBhvr>
                                      <p:by x="17117" y="17117"/>
                                    </p:animScale>
                                  </p:childTnLst>
                                </p:cTn>
                              </p:par>
                              <p:par>
                                <p:cTn id="100" presetID="10" presetClass="entr" presetSubtype="0" fill="hold" nodeType="withEffect">
                                  <p:stCondLst>
                                    <p:cond delay="225"/>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225"/>
                                        <p:tgtEl>
                                          <p:spTgt spid="19"/>
                                        </p:tgtEl>
                                      </p:cBhvr>
                                    </p:animEffect>
                                  </p:childTnLst>
                                </p:cTn>
                              </p:par>
                              <p:par>
                                <p:cTn id="103" presetID="53" presetClass="entr" presetSubtype="16" fill="hold" nodeType="withEffect">
                                  <p:stCondLst>
                                    <p:cond delay="260"/>
                                  </p:stCondLst>
                                  <p:childTnLst>
                                    <p:set>
                                      <p:cBhvr>
                                        <p:cTn id="104" dur="1" fill="hold">
                                          <p:stCondLst>
                                            <p:cond delay="0"/>
                                          </p:stCondLst>
                                        </p:cTn>
                                        <p:tgtEl>
                                          <p:spTgt spid="20"/>
                                        </p:tgtEl>
                                        <p:attrNameLst>
                                          <p:attrName>style.visibility</p:attrName>
                                        </p:attrNameLst>
                                      </p:cBhvr>
                                      <p:to>
                                        <p:strVal val="visible"/>
                                      </p:to>
                                    </p:set>
                                    <p:anim calcmode="lin" valueType="num">
                                      <p:cBhvr>
                                        <p:cTn id="105" dur="300" fill="hold"/>
                                        <p:tgtEl>
                                          <p:spTgt spid="20"/>
                                        </p:tgtEl>
                                        <p:attrNameLst>
                                          <p:attrName>ppt_w</p:attrName>
                                        </p:attrNameLst>
                                      </p:cBhvr>
                                      <p:tavLst>
                                        <p:tav tm="0">
                                          <p:val>
                                            <p:fltVal val="0"/>
                                          </p:val>
                                        </p:tav>
                                        <p:tav tm="100000">
                                          <p:val>
                                            <p:strVal val="#ppt_w"/>
                                          </p:val>
                                        </p:tav>
                                      </p:tavLst>
                                    </p:anim>
                                    <p:anim calcmode="lin" valueType="num">
                                      <p:cBhvr>
                                        <p:cTn id="106" dur="300" fill="hold"/>
                                        <p:tgtEl>
                                          <p:spTgt spid="20"/>
                                        </p:tgtEl>
                                        <p:attrNameLst>
                                          <p:attrName>ppt_h</p:attrName>
                                        </p:attrNameLst>
                                      </p:cBhvr>
                                      <p:tavLst>
                                        <p:tav tm="0">
                                          <p:val>
                                            <p:fltVal val="0"/>
                                          </p:val>
                                        </p:tav>
                                        <p:tav tm="100000">
                                          <p:val>
                                            <p:strVal val="#ppt_h"/>
                                          </p:val>
                                        </p:tav>
                                      </p:tavLst>
                                    </p:anim>
                                    <p:animEffect transition="in" filter="fade">
                                      <p:cBhvr>
                                        <p:cTn id="107" dur="300"/>
                                        <p:tgtEl>
                                          <p:spTgt spid="20"/>
                                        </p:tgtEl>
                                      </p:cBhvr>
                                    </p:animEffect>
                                  </p:childTnLst>
                                </p:cTn>
                              </p:par>
                              <p:par>
                                <p:cTn id="108" presetID="10" presetClass="entr" presetSubtype="0" grpId="0" fill="hold" nodeType="withEffect">
                                  <p:stCondLst>
                                    <p:cond delay="295"/>
                                  </p:stCondLst>
                                  <p:childTnLst>
                                    <p:set>
                                      <p:cBhvr>
                                        <p:cTn id="109" dur="1" fill="hold">
                                          <p:stCondLst>
                                            <p:cond delay="0"/>
                                          </p:stCondLst>
                                        </p:cTn>
                                        <p:tgtEl>
                                          <p:spTgt spid="21">
                                            <p:txEl>
                                              <p:pRg st="0" end="0"/>
                                            </p:txEl>
                                          </p:spTgt>
                                        </p:tgtEl>
                                        <p:attrNameLst>
                                          <p:attrName>style.visibility</p:attrName>
                                        </p:attrNameLst>
                                      </p:cBhvr>
                                      <p:to>
                                        <p:strVal val="visible"/>
                                      </p:to>
                                    </p:set>
                                    <p:animEffect transition="in" filter="fade">
                                      <p:cBhvr>
                                        <p:cTn id="110" dur="225"/>
                                        <p:tgtEl>
                                          <p:spTgt spid="21">
                                            <p:txEl>
                                              <p:pRg st="0" end="0"/>
                                            </p:txEl>
                                          </p:spTgt>
                                        </p:tgtEl>
                                      </p:cBhvr>
                                    </p:animEffect>
                                  </p:childTnLst>
                                </p:cTn>
                              </p:par>
                              <p:par>
                                <p:cTn id="111" presetID="10" presetClass="entr" presetSubtype="0" grpId="0" fill="hold" nodeType="withEffect">
                                  <p:stCondLst>
                                    <p:cond delay="485"/>
                                  </p:stCondLst>
                                  <p:childTnLst>
                                    <p:set>
                                      <p:cBhvr>
                                        <p:cTn id="112" dur="1" fill="hold">
                                          <p:stCondLst>
                                            <p:cond delay="0"/>
                                          </p:stCondLst>
                                        </p:cTn>
                                        <p:tgtEl>
                                          <p:spTgt spid="21">
                                            <p:txEl>
                                              <p:pRg st="1" end="1"/>
                                            </p:txEl>
                                          </p:spTgt>
                                        </p:tgtEl>
                                        <p:attrNameLst>
                                          <p:attrName>style.visibility</p:attrName>
                                        </p:attrNameLst>
                                      </p:cBhvr>
                                      <p:to>
                                        <p:strVal val="visible"/>
                                      </p:to>
                                    </p:set>
                                    <p:animEffect transition="in" filter="fade">
                                      <p:cBhvr>
                                        <p:cTn id="113" dur="225"/>
                                        <p:tgtEl>
                                          <p:spTgt spid="21">
                                            <p:txEl>
                                              <p:pRg st="1" end="1"/>
                                            </p:txEl>
                                          </p:spTgt>
                                        </p:tgtEl>
                                      </p:cBhvr>
                                    </p:animEffect>
                                  </p:childTnLst>
                                </p:cTn>
                              </p:par>
                              <p:par>
                                <p:cTn id="114" presetID="10" presetClass="entr" presetSubtype="0" grpId="0" fill="hold" nodeType="withEffect">
                                  <p:stCondLst>
                                    <p:cond delay="675"/>
                                  </p:stCondLst>
                                  <p:childTnLst>
                                    <p:set>
                                      <p:cBhvr>
                                        <p:cTn id="115" dur="1" fill="hold">
                                          <p:stCondLst>
                                            <p:cond delay="0"/>
                                          </p:stCondLst>
                                        </p:cTn>
                                        <p:tgtEl>
                                          <p:spTgt spid="21">
                                            <p:txEl>
                                              <p:pRg st="2" end="2"/>
                                            </p:txEl>
                                          </p:spTgt>
                                        </p:tgtEl>
                                        <p:attrNameLst>
                                          <p:attrName>style.visibility</p:attrName>
                                        </p:attrNameLst>
                                      </p:cBhvr>
                                      <p:to>
                                        <p:strVal val="visible"/>
                                      </p:to>
                                    </p:set>
                                    <p:animEffect transition="in" filter="fade">
                                      <p:cBhvr>
                                        <p:cTn id="116" dur="225"/>
                                        <p:tgtEl>
                                          <p:spTgt spid="21">
                                            <p:txEl>
                                              <p:pRg st="2" end="2"/>
                                            </p:txEl>
                                          </p:spTgt>
                                        </p:tgtEl>
                                      </p:cBhvr>
                                    </p:animEffect>
                                  </p:childTnLst>
                                </p:cTn>
                              </p:par>
                              <p:par>
                                <p:cTn id="117" presetID="10" presetClass="entr" presetSubtype="0" fill="hold" nodeType="withEffect">
                                  <p:stCondLst>
                                    <p:cond delay="330"/>
                                  </p:stCondLst>
                                  <p:childTnLst>
                                    <p:set>
                                      <p:cBhvr>
                                        <p:cTn id="118" dur="1" fill="hold">
                                          <p:stCondLst>
                                            <p:cond delay="0"/>
                                          </p:stCondLst>
                                        </p:cTn>
                                        <p:tgtEl>
                                          <p:spTgt spid="22"/>
                                        </p:tgtEl>
                                        <p:attrNameLst>
                                          <p:attrName>style.visibility</p:attrName>
                                        </p:attrNameLst>
                                      </p:cBhvr>
                                      <p:to>
                                        <p:strVal val="visible"/>
                                      </p:to>
                                    </p:set>
                                    <p:animEffect transition="in" filter="fade">
                                      <p:cBhvr>
                                        <p:cTn id="119" dur="225"/>
                                        <p:tgtEl>
                                          <p:spTgt spid="22"/>
                                        </p:tgtEl>
                                      </p:cBhvr>
                                    </p:animEffect>
                                  </p:childTnLst>
                                </p:cTn>
                              </p:par>
                              <p:par>
                                <p:cTn id="120" presetID="22" presetClass="entr" presetSubtype="4" fill="hold" nodeType="withEffect">
                                  <p:stCondLst>
                                    <p:cond delay="365"/>
                                  </p:stCondLst>
                                  <p:childTnLst>
                                    <p:set>
                                      <p:cBhvr>
                                        <p:cTn id="121" dur="1" fill="hold">
                                          <p:stCondLst>
                                            <p:cond delay="0"/>
                                          </p:stCondLst>
                                        </p:cTn>
                                        <p:tgtEl>
                                          <p:spTgt spid="23"/>
                                        </p:tgtEl>
                                        <p:attrNameLst>
                                          <p:attrName>style.visibility</p:attrName>
                                        </p:attrNameLst>
                                      </p:cBhvr>
                                      <p:to>
                                        <p:strVal val="visible"/>
                                      </p:to>
                                    </p:set>
                                    <p:animEffect transition="in" filter="wipe(down)">
                                      <p:cBhvr>
                                        <p:cTn id="122" dur="250"/>
                                        <p:tgtEl>
                                          <p:spTgt spid="23"/>
                                        </p:tgtEl>
                                      </p:cBhvr>
                                    </p:animEffect>
                                  </p:childTnLst>
                                </p:cTn>
                              </p:par>
                              <p:par>
                                <p:cTn id="123" presetID="10" presetClass="entr" presetSubtype="0" fill="hold" nodeType="withEffect">
                                  <p:stCondLst>
                                    <p:cond delay="290"/>
                                  </p:stCondLst>
                                  <p:childTnLst>
                                    <p:set>
                                      <p:cBhvr>
                                        <p:cTn id="124" dur="1" fill="hold">
                                          <p:stCondLst>
                                            <p:cond delay="0"/>
                                          </p:stCondLst>
                                        </p:cTn>
                                        <p:tgtEl>
                                          <p:spTgt spid="24"/>
                                        </p:tgtEl>
                                        <p:attrNameLst>
                                          <p:attrName>style.visibility</p:attrName>
                                        </p:attrNameLst>
                                      </p:cBhvr>
                                      <p:to>
                                        <p:strVal val="visible"/>
                                      </p:to>
                                    </p:set>
                                    <p:animEffect transition="in" filter="fade">
                                      <p:cBhvr>
                                        <p:cTn id="125" dur="225"/>
                                        <p:tgtEl>
                                          <p:spTgt spid="24"/>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175"/>
                                        <p:tgtEl>
                                          <p:spTgt spid="19"/>
                                        </p:tgtEl>
                                      </p:cBhvr>
                                    </p:animEffect>
                                    <p:set>
                                      <p:cBhvr>
                                        <p:cTn id="130" dur="1" fill="hold">
                                          <p:stCondLst>
                                            <p:cond delay="174"/>
                                          </p:stCondLst>
                                        </p:cTn>
                                        <p:tgtEl>
                                          <p:spTgt spid="19"/>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175"/>
                                        <p:tgtEl>
                                          <p:spTgt spid="21">
                                            <p:txEl>
                                              <p:pRg st="0" end="0"/>
                                            </p:txEl>
                                          </p:spTgt>
                                        </p:tgtEl>
                                      </p:cBhvr>
                                    </p:animEffect>
                                    <p:set>
                                      <p:cBhvr>
                                        <p:cTn id="133" dur="1" fill="hold">
                                          <p:stCondLst>
                                            <p:cond delay="174"/>
                                          </p:stCondLst>
                                        </p:cTn>
                                        <p:tgtEl>
                                          <p:spTgt spid="21">
                                            <p:txEl>
                                              <p:pRg st="0" end="0"/>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175"/>
                                        <p:tgtEl>
                                          <p:spTgt spid="21">
                                            <p:txEl>
                                              <p:pRg st="1" end="1"/>
                                            </p:txEl>
                                          </p:spTgt>
                                        </p:tgtEl>
                                      </p:cBhvr>
                                    </p:animEffect>
                                    <p:set>
                                      <p:cBhvr>
                                        <p:cTn id="136" dur="1" fill="hold">
                                          <p:stCondLst>
                                            <p:cond delay="174"/>
                                          </p:stCondLst>
                                        </p:cTn>
                                        <p:tgtEl>
                                          <p:spTgt spid="21">
                                            <p:txEl>
                                              <p:pRg st="1" end="1"/>
                                            </p:txEl>
                                          </p:spTgt>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175"/>
                                        <p:tgtEl>
                                          <p:spTgt spid="21">
                                            <p:txEl>
                                              <p:pRg st="2" end="2"/>
                                            </p:txEl>
                                          </p:spTgt>
                                        </p:tgtEl>
                                      </p:cBhvr>
                                    </p:animEffect>
                                    <p:set>
                                      <p:cBhvr>
                                        <p:cTn id="139" dur="1" fill="hold">
                                          <p:stCondLst>
                                            <p:cond delay="174"/>
                                          </p:stCondLst>
                                        </p:cTn>
                                        <p:tgtEl>
                                          <p:spTgt spid="21">
                                            <p:txEl>
                                              <p:pRg st="2" end="2"/>
                                            </p:txEl>
                                          </p:spTgt>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175"/>
                                        <p:tgtEl>
                                          <p:spTgt spid="22"/>
                                        </p:tgtEl>
                                      </p:cBhvr>
                                    </p:animEffect>
                                    <p:set>
                                      <p:cBhvr>
                                        <p:cTn id="142" dur="1" fill="hold">
                                          <p:stCondLst>
                                            <p:cond delay="174"/>
                                          </p:stCondLst>
                                        </p:cTn>
                                        <p:tgtEl>
                                          <p:spTgt spid="2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175"/>
                                        <p:tgtEl>
                                          <p:spTgt spid="23"/>
                                        </p:tgtEl>
                                      </p:cBhvr>
                                    </p:animEffect>
                                    <p:set>
                                      <p:cBhvr>
                                        <p:cTn id="145" dur="1" fill="hold">
                                          <p:stCondLst>
                                            <p:cond delay="174"/>
                                          </p:stCondLst>
                                        </p:cTn>
                                        <p:tgtEl>
                                          <p:spTgt spid="23"/>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175"/>
                                        <p:tgtEl>
                                          <p:spTgt spid="24"/>
                                        </p:tgtEl>
                                      </p:cBhvr>
                                    </p:animEffect>
                                    <p:set>
                                      <p:cBhvr>
                                        <p:cTn id="148" dur="1" fill="hold">
                                          <p:stCondLst>
                                            <p:cond delay="174"/>
                                          </p:stCondLst>
                                        </p:cTn>
                                        <p:tgtEl>
                                          <p:spTgt spid="24"/>
                                        </p:tgtEl>
                                        <p:attrNameLst>
                                          <p:attrName>style.visibility</p:attrName>
                                        </p:attrNameLst>
                                      </p:cBhvr>
                                      <p:to>
                                        <p:strVal val="hidden"/>
                                      </p:to>
                                    </p:set>
                                  </p:childTnLst>
                                </p:cTn>
                              </p:par>
                              <p:par>
                                <p:cTn id="149" presetID="0" presetClass="path" presetSubtype="0" accel="50000" decel="50000" fill="hold" nodeType="withEffect">
                                  <p:stCondLst>
                                    <p:cond delay="0"/>
                                  </p:stCondLst>
                                  <p:childTnLst>
                                    <p:animMotion origin="layout" path="M 0 0 L 0.62383 -0.02493 E" pathEditMode="relative" rAng="0" ptsTypes="AA">
                                      <p:cBhvr>
                                        <p:cTn id="150" dur="375" fill="hold"/>
                                        <p:tgtEl>
                                          <p:spTgt spid="20"/>
                                        </p:tgtEl>
                                        <p:attrNameLst>
                                          <p:attrName>ppt_x</p:attrName>
                                          <p:attrName>ppt_y</p:attrName>
                                        </p:attrNameLst>
                                      </p:cBhvr>
                                      <p:rCtr x="31191" y="-1246"/>
                                    </p:animMotion>
                                  </p:childTnLst>
                                </p:cTn>
                              </p:par>
                              <p:par>
                                <p:cTn id="151" presetID="6" presetClass="emph" presetSubtype="0" accel="50000" decel="50000" fill="hold" nodeType="withEffect">
                                  <p:stCondLst>
                                    <p:cond delay="0"/>
                                  </p:stCondLst>
                                  <p:childTnLst>
                                    <p:animScale>
                                      <p:cBhvr>
                                        <p:cTn id="152" dur="375" fill="hold"/>
                                        <p:tgtEl>
                                          <p:spTgt spid="20"/>
                                        </p:tgtEl>
                                      </p:cBhvr>
                                      <p:by x="29519" y="29519"/>
                                    </p:animScale>
                                  </p:childTnLst>
                                </p:cTn>
                              </p:par>
                              <p:par>
                                <p:cTn id="153" presetID="10" presetClass="entr" presetSubtype="0" fill="hold" nodeType="withEffect">
                                  <p:stCondLst>
                                    <p:cond delay="225"/>
                                  </p:stCondLst>
                                  <p:childTnLst>
                                    <p:set>
                                      <p:cBhvr>
                                        <p:cTn id="154" dur="1" fill="hold">
                                          <p:stCondLst>
                                            <p:cond delay="0"/>
                                          </p:stCondLst>
                                        </p:cTn>
                                        <p:tgtEl>
                                          <p:spTgt spid="25"/>
                                        </p:tgtEl>
                                        <p:attrNameLst>
                                          <p:attrName>style.visibility</p:attrName>
                                        </p:attrNameLst>
                                      </p:cBhvr>
                                      <p:to>
                                        <p:strVal val="visible"/>
                                      </p:to>
                                    </p:set>
                                    <p:animEffect transition="in" filter="fade">
                                      <p:cBhvr>
                                        <p:cTn id="155" dur="225"/>
                                        <p:tgtEl>
                                          <p:spTgt spid="25"/>
                                        </p:tgtEl>
                                      </p:cBhvr>
                                    </p:animEffect>
                                  </p:childTnLst>
                                </p:cTn>
                              </p:par>
                              <p:par>
                                <p:cTn id="156" presetID="53" presetClass="entr" presetSubtype="16" fill="hold" nodeType="withEffect">
                                  <p:stCondLst>
                                    <p:cond delay="260"/>
                                  </p:stCondLst>
                                  <p:childTnLst>
                                    <p:set>
                                      <p:cBhvr>
                                        <p:cTn id="157" dur="1" fill="hold">
                                          <p:stCondLst>
                                            <p:cond delay="0"/>
                                          </p:stCondLst>
                                        </p:cTn>
                                        <p:tgtEl>
                                          <p:spTgt spid="26"/>
                                        </p:tgtEl>
                                        <p:attrNameLst>
                                          <p:attrName>style.visibility</p:attrName>
                                        </p:attrNameLst>
                                      </p:cBhvr>
                                      <p:to>
                                        <p:strVal val="visible"/>
                                      </p:to>
                                    </p:set>
                                    <p:anim calcmode="lin" valueType="num">
                                      <p:cBhvr>
                                        <p:cTn id="158" dur="300" fill="hold"/>
                                        <p:tgtEl>
                                          <p:spTgt spid="26"/>
                                        </p:tgtEl>
                                        <p:attrNameLst>
                                          <p:attrName>ppt_w</p:attrName>
                                        </p:attrNameLst>
                                      </p:cBhvr>
                                      <p:tavLst>
                                        <p:tav tm="0">
                                          <p:val>
                                            <p:fltVal val="0"/>
                                          </p:val>
                                        </p:tav>
                                        <p:tav tm="100000">
                                          <p:val>
                                            <p:strVal val="#ppt_w"/>
                                          </p:val>
                                        </p:tav>
                                      </p:tavLst>
                                    </p:anim>
                                    <p:anim calcmode="lin" valueType="num">
                                      <p:cBhvr>
                                        <p:cTn id="159" dur="300" fill="hold"/>
                                        <p:tgtEl>
                                          <p:spTgt spid="26"/>
                                        </p:tgtEl>
                                        <p:attrNameLst>
                                          <p:attrName>ppt_h</p:attrName>
                                        </p:attrNameLst>
                                      </p:cBhvr>
                                      <p:tavLst>
                                        <p:tav tm="0">
                                          <p:val>
                                            <p:fltVal val="0"/>
                                          </p:val>
                                        </p:tav>
                                        <p:tav tm="100000">
                                          <p:val>
                                            <p:strVal val="#ppt_h"/>
                                          </p:val>
                                        </p:tav>
                                      </p:tavLst>
                                    </p:anim>
                                    <p:animEffect transition="in" filter="fade">
                                      <p:cBhvr>
                                        <p:cTn id="160" dur="300"/>
                                        <p:tgtEl>
                                          <p:spTgt spid="26"/>
                                        </p:tgtEl>
                                      </p:cBhvr>
                                    </p:animEffect>
                                  </p:childTnLst>
                                </p:cTn>
                              </p:par>
                              <p:par>
                                <p:cTn id="161" presetID="10" presetClass="entr" presetSubtype="0" grpId="0" fill="hold" nodeType="withEffect">
                                  <p:stCondLst>
                                    <p:cond delay="295"/>
                                  </p:stCondLst>
                                  <p:childTnLst>
                                    <p:set>
                                      <p:cBhvr>
                                        <p:cTn id="162" dur="1" fill="hold">
                                          <p:stCondLst>
                                            <p:cond delay="0"/>
                                          </p:stCondLst>
                                        </p:cTn>
                                        <p:tgtEl>
                                          <p:spTgt spid="27">
                                            <p:txEl>
                                              <p:pRg st="0" end="0"/>
                                            </p:txEl>
                                          </p:spTgt>
                                        </p:tgtEl>
                                        <p:attrNameLst>
                                          <p:attrName>style.visibility</p:attrName>
                                        </p:attrNameLst>
                                      </p:cBhvr>
                                      <p:to>
                                        <p:strVal val="visible"/>
                                      </p:to>
                                    </p:set>
                                    <p:animEffect transition="in" filter="fade">
                                      <p:cBhvr>
                                        <p:cTn id="163" dur="225"/>
                                        <p:tgtEl>
                                          <p:spTgt spid="27">
                                            <p:txEl>
                                              <p:pRg st="0" end="0"/>
                                            </p:txEl>
                                          </p:spTgt>
                                        </p:tgtEl>
                                      </p:cBhvr>
                                    </p:animEffect>
                                  </p:childTnLst>
                                </p:cTn>
                              </p:par>
                              <p:par>
                                <p:cTn id="164" presetID="10" presetClass="entr" presetSubtype="0" grpId="0" fill="hold" nodeType="withEffect">
                                  <p:stCondLst>
                                    <p:cond delay="485"/>
                                  </p:stCondLst>
                                  <p:childTnLst>
                                    <p:set>
                                      <p:cBhvr>
                                        <p:cTn id="165" dur="1" fill="hold">
                                          <p:stCondLst>
                                            <p:cond delay="0"/>
                                          </p:stCondLst>
                                        </p:cTn>
                                        <p:tgtEl>
                                          <p:spTgt spid="27">
                                            <p:txEl>
                                              <p:pRg st="1" end="1"/>
                                            </p:txEl>
                                          </p:spTgt>
                                        </p:tgtEl>
                                        <p:attrNameLst>
                                          <p:attrName>style.visibility</p:attrName>
                                        </p:attrNameLst>
                                      </p:cBhvr>
                                      <p:to>
                                        <p:strVal val="visible"/>
                                      </p:to>
                                    </p:set>
                                    <p:animEffect transition="in" filter="fade">
                                      <p:cBhvr>
                                        <p:cTn id="166" dur="225"/>
                                        <p:tgtEl>
                                          <p:spTgt spid="27">
                                            <p:txEl>
                                              <p:pRg st="1" end="1"/>
                                            </p:txEl>
                                          </p:spTgt>
                                        </p:tgtEl>
                                      </p:cBhvr>
                                    </p:animEffect>
                                  </p:childTnLst>
                                </p:cTn>
                              </p:par>
                              <p:par>
                                <p:cTn id="167" presetID="10" presetClass="entr" presetSubtype="0" grpId="0" fill="hold" nodeType="withEffect">
                                  <p:stCondLst>
                                    <p:cond delay="675"/>
                                  </p:stCondLst>
                                  <p:childTnLst>
                                    <p:set>
                                      <p:cBhvr>
                                        <p:cTn id="168" dur="1" fill="hold">
                                          <p:stCondLst>
                                            <p:cond delay="0"/>
                                          </p:stCondLst>
                                        </p:cTn>
                                        <p:tgtEl>
                                          <p:spTgt spid="27">
                                            <p:txEl>
                                              <p:pRg st="2" end="2"/>
                                            </p:txEl>
                                          </p:spTgt>
                                        </p:tgtEl>
                                        <p:attrNameLst>
                                          <p:attrName>style.visibility</p:attrName>
                                        </p:attrNameLst>
                                      </p:cBhvr>
                                      <p:to>
                                        <p:strVal val="visible"/>
                                      </p:to>
                                    </p:set>
                                    <p:animEffect transition="in" filter="fade">
                                      <p:cBhvr>
                                        <p:cTn id="169" dur="225"/>
                                        <p:tgtEl>
                                          <p:spTgt spid="27">
                                            <p:txEl>
                                              <p:pRg st="2" end="2"/>
                                            </p:txEl>
                                          </p:spTgt>
                                        </p:tgtEl>
                                      </p:cBhvr>
                                    </p:animEffect>
                                  </p:childTnLst>
                                </p:cTn>
                              </p:par>
                              <p:par>
                                <p:cTn id="170" presetID="10" presetClass="entr" presetSubtype="0" fill="hold" nodeType="withEffect">
                                  <p:stCondLst>
                                    <p:cond delay="290"/>
                                  </p:stCondLst>
                                  <p:childTnLst>
                                    <p:set>
                                      <p:cBhvr>
                                        <p:cTn id="171" dur="1" fill="hold">
                                          <p:stCondLst>
                                            <p:cond delay="0"/>
                                          </p:stCondLst>
                                        </p:cTn>
                                        <p:tgtEl>
                                          <p:spTgt spid="28"/>
                                        </p:tgtEl>
                                        <p:attrNameLst>
                                          <p:attrName>style.visibility</p:attrName>
                                        </p:attrNameLst>
                                      </p:cBhvr>
                                      <p:to>
                                        <p:strVal val="visible"/>
                                      </p:to>
                                    </p:set>
                                    <p:animEffect transition="in" filter="fade">
                                      <p:cBhvr>
                                        <p:cTn id="172" dur="225"/>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2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Geometría: 21 posiciones, límites de </a:t>
            </a:r>
            <mc:AlternateContent xmlns:mc="http://schemas.openxmlformats.org/markup-compatibility/2006">
              <mc:Choice xmlns:a14="http://schemas.microsoft.com/office/drawing/2010/main" Requires="a14">
                <a14:m>
                  <m:oMath xmlns:m="http://schemas.openxmlformats.org/officeDocument/2006/math">
                    <m:r>
                      <a:rPr lang="es-ES" sz="2200" i="1">
                        <a:solidFill>
                          <a:srgbClr val="1F4E79"/>
                        </a:solidFill>
                        <a:latin typeface="Cambria Math" panose="02040503050406030204" pitchFamily="18" charset="0"/>
                      </a:rPr>
                      <m:t xml:space="preserve">Δ</m:t>
                    </m:r>
                    <m:r>
                      <a:rPr lang="es-ES" sz="2200" i="1">
                        <a:solidFill>
                          <a:srgbClr val="1F4E79"/>
                        </a:solidFill>
                        <a:latin typeface="Cambria Math" panose="02040503050406030204" pitchFamily="18" charset="0"/>
                      </a:rPr>
                      <m:t xml:space="preserve">x</m:t>
                    </m:r>
                  </m:oMath>
                </a14:m>
              </mc:Choice>
              <mc:Fallback>
                <a:r>
                  <a:rPr lang="en-US" sz="2200" b="1" dirty="0">
                    <a:solidFill>
                      <a:srgbClr val="1F4E79"/>
                    </a:solidFill>
                    <a:latin typeface="Arial" pitchFamily="34" charset="0"/>
                    <a:ea typeface="Arial" pitchFamily="34" charset="-122"/>
                    <a:cs typeface="Arial" pitchFamily="34" charset="-120"/>
                  </a:rPr>
                  <a:t>Δx</a:t>
                </a:r>
              </mc:Fallback>
            </mc:AlternateContent>
            <a:r>
              <a:rPr lang="en-US" sz="2200" b="1" dirty="0">
                <a:solidFill>
                  <a:srgbClr val="1F4E79"/>
                </a:solidFill>
                <a:latin typeface="Arial" pitchFamily="34" charset="0"/>
                <a:ea typeface="Arial" pitchFamily="34" charset="-122"/>
                <a:cs typeface="Arial" pitchFamily="34" charset="-120"/>
              </a:rPr>
              <a:t> y L, y su incertidumbre</a:t>
            </a:r>
            <a:endParaRPr lang="en-US" sz="2200" dirty="0"/>
          </a:p>
        </p:txBody>
      </p:sp>
      <p:sp>
        <p:nvSpPr>
          <p:cNvPr id="4" name="Obj [o80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arreglo: 21 posiciones del receptor, un HAMMER fijo y 40 m de apertura</a:t>
            </a:r>
            <a:endParaRPr lang="en-US" sz="1400" dirty="0"/>
          </a:p>
        </p:txBody>
      </p:sp>
      <p:pic>
        <p:nvPicPr>
          <p:cNvPr id="5" name="Obj [o807]"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1126396" y="1521393"/>
            <a:ext cx="6891207" cy="2163519"/>
          </a:xfrm>
          <a:prstGeom prst="rect">
            <a:avLst/>
          </a:prstGeom>
        </p:spPr>
      </p:pic>
      <p:sp>
        <p:nvSpPr>
          <p:cNvPr id="6" name="Obj [o808]"/>
          <p:cNvSpPr txBox="1"/>
          <p:nvPr/>
        </p:nvSpPr>
        <p:spPr>
          <a:xfrm>
            <a:off x="4972652" y="3668886"/>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MÍA, A REGENERAR EN EL REPO</a:t>
            </a:r>
            <a:endParaRPr lang="en-US" sz="900" dirty="0"/>
          </a:p>
        </p:txBody>
      </p:sp>
      <p:sp>
        <p:nvSpPr>
          <p:cNvPr id="7" name="Obj [o809]"/>
          <p:cNvSpPr/>
          <p:nvPr/>
        </p:nvSpPr>
        <p:spPr>
          <a:xfrm>
            <a:off x="966136" y="3925303"/>
            <a:ext cx="2884691" cy="48078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Obj [o810]"/>
              <p:cNvSpPr txBox="1"/>
              <p:nvPr/>
            </p:nvSpPr>
            <p:spPr>
              <a:xfrm>
                <a:off x="966136" y="3925303"/>
                <a:ext cx="2884691" cy="48078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L=(</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N</m:t>
                          </m:r>
                        </m:e>
                        <m:sub>
                          <m:r>
                            <a:rPr lang="es-ES" sz="2500" i="1">
                              <a:solidFill>
                                <a:srgbClr val="1F4E79"/>
                              </a:solidFill>
                              <a:latin typeface="Cambria Math" panose="02040503050406030204" pitchFamily="18" charset="0"/>
                            </a:rPr>
                            <m:t xml:space="preserve">r</m:t>
                          </m:r>
                        </m:sub>
                      </m:sSub>
                      <m:r>
                        <a:rPr lang="es-ES" sz="2500" i="1">
                          <a:solidFill>
                            <a:srgbClr val="1F4E79"/>
                          </a:solidFill>
                          <a:latin typeface="Cambria Math" panose="02040503050406030204" pitchFamily="18" charset="0"/>
                        </a:rPr>
                        <m:t xml:space="preserve">−1)·Δx</m:t>
                      </m:r>
                    </m:oMath>
                  </m:oMathPara>
                </a14:m>
                <a:endParaRPr lang="es-ES"/>
              </a:p>
            </p:txBody>
          </p:sp>
        </mc:Choice>
        <mc:Fallback>
          <p:sp>
            <p:nvSpPr>
              <p:cNvPr id="8" name="Obj [o810]"/>
              <p:cNvSpPr txBox="1"/>
              <p:nvPr/>
            </p:nvSpPr>
            <p:spPr>
              <a:xfrm>
                <a:off x="966136" y="3925303"/>
                <a:ext cx="2884691" cy="48078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L = (Nr − 1)·Δx</a:t>
                </a:r>
                <a:endParaRPr lang="en-US" sz="2159" dirty="0"/>
              </a:p>
            </p:txBody>
          </p:sp>
        </mc:Fallback>
      </mc:AlternateContent>
      <p:sp>
        <p:nvSpPr>
          <p:cNvPr id="9" name="Obj [o811]"/>
          <p:cNvSpPr txBox="1"/>
          <p:nvPr/>
        </p:nvSpPr>
        <p:spPr>
          <a:xfrm>
            <a:off x="4011088" y="3925303"/>
            <a:ext cx="4166776" cy="560912"/>
          </a:xfrm>
          <a:prstGeom prst="rect">
            <a:avLst/>
          </a:prstGeom>
          <a:noFill/>
          <a:ln/>
        </p:spPr>
        <p:txBody>
          <a:bodyPr wrap="square" lIns="0" tIns="0" rIns="0" bIns="0" rtlCol="0" anchor="t"/>
          <a:lstStyle/>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080" i="1">
                        <a:solidFill>
                          <a:srgbClr val="2D2D2D"/>
                        </a:solidFill>
                        <a:latin typeface="Cambria Math" panose="02040503050406030204" pitchFamily="18" charset="0"/>
                      </a:rPr>
                      <m:t xml:space="preserve">Δ</m:t>
                    </m:r>
                    <m:r>
                      <a:rPr lang="es-ES" sz="1080" i="1">
                        <a:solidFill>
                          <a:srgbClr val="2D2D2D"/>
                        </a:solidFill>
                        <a:latin typeface="Cambria Math" panose="02040503050406030204" pitchFamily="18" charset="0"/>
                      </a:rPr>
                      <m:t xml:space="preserve">x</m:t>
                    </m:r>
                    <m:r>
                      <m:rPr>
                        <m:sty m:val="p"/>
                      </m:rPr>
                      <a:rPr lang="es-ES" sz="1080">
                        <a:solidFill>
                          <a:srgbClr val="2D2D2D"/>
                        </a:solidFill>
                        <a:latin typeface="Cambria Math" panose="02040503050406030204" pitchFamily="18" charset="0"/>
                      </a:rPr>
                      <m:t xml:space="preserve">=</m:t>
                    </m:r>
                    <m:r>
                      <m:rPr>
                        <m:sty m:val="p"/>
                      </m:rPr>
                      <a:rPr lang="es-ES" sz="1080">
                        <a:solidFill>
                          <a:srgbClr val="2D2D2D"/>
                        </a:solidFill>
                        <a:latin typeface="Cambria Math" panose="02040503050406030204" pitchFamily="18" charset="0"/>
                      </a:rPr>
                      <m:t xml:space="preserve">2</m:t>
                    </m:r>
                  </m:oMath>
                </a14:m>
              </mc:Choice>
              <mc:Fallback>
                <a:r>
                  <a:rPr lang="en-US" sz="1080" dirty="0">
                    <a:solidFill>
                      <a:srgbClr val="2D2D2D"/>
                    </a:solidFill>
                    <a:latin typeface="Arial" pitchFamily="34" charset="0"/>
                    <a:ea typeface="Arial" pitchFamily="34" charset="-122"/>
                    <a:cs typeface="Arial" pitchFamily="34" charset="-120"/>
                  </a:rPr>
                  <a:t>Δx = 2</a:t>
                </a:r>
              </mc:Fallback>
            </mc:AlternateContent>
            <a:r>
              <a:rPr lang="en-US" sz="1080" dirty="0">
                <a:solidFill>
                  <a:srgbClr val="2D2D2D"/>
                </a:solidFill>
                <a:latin typeface="Arial" pitchFamily="34" charset="0"/>
                <a:ea typeface="Arial" pitchFamily="34" charset="-122"/>
                <a:cs typeface="Arial" pitchFamily="34" charset="-120"/>
              </a:rPr>
              <a:t> m: L = 40 m</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No se conservaron coordenadas ni azimut de los extremos</a:t>
            </a:r>
            <a:endParaRPr lang="en-US" sz="1080" dirty="0"/>
          </a:p>
        </p:txBody>
      </p:sp>
      <p:sp>
        <p:nvSpPr>
          <p:cNvPr id="11" name="Obj [o81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documento de tesis, 04_validacion.tex (campaña) y 02_requerimientos.tex (ec. de apertura). Esquema: cálculo propio.</a:t>
            </a:r>
            <a:endParaRPr lang="en-US" sz="800" dirty="0"/>
          </a:p>
        </p:txBody>
      </p:sp>
      <p:sp>
        <p:nvSpPr>
          <p:cNvPr id="12" name="Obj [o81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separación y la apertura fijan las longitudes de onda que se pueden medir</a:t>
            </a:r>
            <a:endParaRPr lang="en-US" sz="1400" dirty="0"/>
          </a:p>
        </p:txBody>
      </p:sp>
      <p:sp>
        <p:nvSpPr>
          <p:cNvPr id="13" name="Obj [o814]"/>
          <p:cNvSpPr/>
          <p:nvPr/>
        </p:nvSpPr>
        <p:spPr>
          <a:xfrm>
            <a:off x="441794" y="1519345"/>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4" name="Obj [o815]"/>
              <p:cNvSpPr txBox="1"/>
              <p:nvPr/>
            </p:nvSpPr>
            <p:spPr>
              <a:xfrm>
                <a:off x="441794" y="1519345"/>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mín</m:t>
                          </m:r>
                        </m:sub>
                      </m:sSub>
                      <m:r>
                        <a:rPr lang="es-ES" sz="2400" i="1">
                          <a:solidFill>
                            <a:srgbClr val="1F4E79"/>
                          </a:solidFill>
                          <a:latin typeface="Cambria Math" panose="02040503050406030204" pitchFamily="18" charset="0"/>
                        </a:rPr>
                        <m:t xml:space="preserve">≳2Δx</m:t>
                      </m:r>
                    </m:oMath>
                  </m:oMathPara>
                </a14:m>
                <a:endParaRPr lang="es-ES"/>
              </a:p>
            </p:txBody>
          </p:sp>
        </mc:Choice>
        <mc:Fallback>
          <p:sp>
            <p:nvSpPr>
              <p:cNvPr id="14" name="Obj [o815]"/>
              <p:cNvSpPr txBox="1"/>
              <p:nvPr/>
            </p:nvSpPr>
            <p:spPr>
              <a:xfrm>
                <a:off x="441794" y="1519345"/>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λmín ≳ 2Δx</a:t>
                </a:r>
                <a:endParaRPr lang="en-US" sz="2071" dirty="0"/>
              </a:p>
            </p:txBody>
          </p:sp>
        </mc:Fallback>
      </mc:AlternateContent>
      <p:sp>
        <p:nvSpPr>
          <p:cNvPr id="15" name="Obj [o816]"/>
          <p:cNvSpPr txBox="1"/>
          <p:nvPr/>
        </p:nvSpPr>
        <p:spPr>
          <a:xfrm>
            <a:off x="441794" y="2036379"/>
            <a:ext cx="2889305" cy="228103"/>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035" i="1">
                        <a:solidFill>
                          <a:srgbClr val="6B6B6B"/>
                        </a:solidFill>
                        <a:latin typeface="Cambria Math" panose="02040503050406030204" pitchFamily="18" charset="0"/>
                      </a:rPr>
                      <m:t xml:space="preserve">Δ</m:t>
                    </m:r>
                    <m:r>
                      <a:rPr lang="es-ES" sz="1035" i="1">
                        <a:solidFill>
                          <a:srgbClr val="6B6B6B"/>
                        </a:solidFill>
                        <a:latin typeface="Cambria Math" panose="02040503050406030204" pitchFamily="18" charset="0"/>
                      </a:rPr>
                      <m:t xml:space="preserve">x</m:t>
                    </m:r>
                  </m:oMath>
                </a14:m>
              </mc:Choice>
              <mc:Fallback>
                <a:r>
                  <a:rPr lang="en-US" sz="1035" dirty="0">
                    <a:solidFill>
                      <a:srgbClr val="6B6B6B"/>
                    </a:solidFill>
                    <a:latin typeface="Arial" pitchFamily="34" charset="0"/>
                    <a:ea typeface="Arial" pitchFamily="34" charset="-122"/>
                    <a:cs typeface="Arial" pitchFamily="34" charset="-120"/>
                  </a:rPr>
                  <a:t>Δx</a:t>
                </a:r>
              </mc:Fallback>
            </mc:AlternateContent>
            <a:r>
              <a:rPr lang="en-US" sz="1035" dirty="0">
                <a:solidFill>
                  <a:srgbClr val="6B6B6B"/>
                </a:solidFill>
                <a:latin typeface="Arial" pitchFamily="34" charset="0"/>
                <a:ea typeface="Arial" pitchFamily="34" charset="-122"/>
                <a:cs typeface="Arial" pitchFamily="34" charset="-120"/>
              </a:rPr>
              <a:t> corto: sin aliasing espacial</a:t>
            </a:r>
            <a:endParaRPr lang="en-US" sz="1035" dirty="0"/>
          </a:p>
        </p:txBody>
      </p:sp>
      <p:sp>
        <p:nvSpPr>
          <p:cNvPr id="17" name="Obj [o817]"/>
          <p:cNvSpPr/>
          <p:nvPr/>
        </p:nvSpPr>
        <p:spPr>
          <a:xfrm>
            <a:off x="441794" y="2317706"/>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818]"/>
              <p:cNvSpPr txBox="1"/>
              <p:nvPr/>
            </p:nvSpPr>
            <p:spPr>
              <a:xfrm>
                <a:off x="441794" y="2317706"/>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L≳</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máx</m:t>
                          </m:r>
                        </m:sub>
                      </m:sSub>
                    </m:oMath>
                  </m:oMathPara>
                </a14:m>
                <a:endParaRPr lang="es-ES"/>
              </a:p>
            </p:txBody>
          </p:sp>
        </mc:Choice>
        <mc:Fallback>
          <p:sp>
            <p:nvSpPr>
              <p:cNvPr id="18" name="Obj [o818]"/>
              <p:cNvSpPr txBox="1"/>
              <p:nvPr/>
            </p:nvSpPr>
            <p:spPr>
              <a:xfrm>
                <a:off x="441794" y="2317706"/>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L ≳ λmáx</a:t>
                </a:r>
                <a:endParaRPr lang="en-US" sz="2071" dirty="0"/>
              </a:p>
            </p:txBody>
          </p:sp>
        </mc:Fallback>
      </mc:AlternateContent>
      <p:sp>
        <p:nvSpPr>
          <p:cNvPr id="19" name="Obj [o819]"/>
          <p:cNvSpPr txBox="1"/>
          <p:nvPr/>
        </p:nvSpPr>
        <p:spPr>
          <a:xfrm>
            <a:off x="441794" y="2834739"/>
            <a:ext cx="2889305" cy="228103"/>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L largo: se resuelven ondas largas</a:t>
            </a:r>
            <a:endParaRPr lang="en-US" sz="1035" dirty="0"/>
          </a:p>
        </p:txBody>
      </p:sp>
      <p:sp>
        <p:nvSpPr>
          <p:cNvPr id="20" name="Obj [o820]"/>
          <p:cNvSpPr txBox="1"/>
          <p:nvPr/>
        </p:nvSpPr>
        <p:spPr>
          <a:xfrm>
            <a:off x="441794" y="3138877"/>
            <a:ext cx="2965340" cy="1178532"/>
          </a:xfrm>
          <a:prstGeom prst="rect">
            <a:avLst/>
          </a:prstGeom>
          <a:noFill/>
          <a:ln/>
        </p:spPr>
        <p:txBody>
          <a:bodyPr wrap="square" lIns="0" tIns="0" rIns="0" bIns="0" rtlCol="0" anchor="t"/>
          <a:lstStyle/>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Δ</m:t>
                    </m:r>
                    <m:r>
                      <a:rPr lang="es-ES" sz="992" i="1">
                        <a:solidFill>
                          <a:srgbClr val="2D2D2D"/>
                        </a:solidFill>
                        <a:latin typeface="Cambria Math" panose="02040503050406030204" pitchFamily="18" charset="0"/>
                      </a:rPr>
                      <m:t xml:space="preserve">x</m:t>
                    </m:r>
                    <m:r>
                      <m:rPr>
                        <m:sty m:val="p"/>
                      </m:rPr>
                      <a:rPr lang="es-ES" sz="992">
                        <a:solidFill>
                          <a:srgbClr val="2D2D2D"/>
                        </a:solidFill>
                        <a:latin typeface="Cambria Math" panose="02040503050406030204" pitchFamily="18" charset="0"/>
                      </a:rPr>
                      <m:t xml:space="preserve">=</m:t>
                    </m:r>
                    <m:r>
                      <m:rPr>
                        <m:sty m:val="p"/>
                      </m:rPr>
                      <a:rPr lang="es-ES" sz="992">
                        <a:solidFill>
                          <a:srgbClr val="2D2D2D"/>
                        </a:solidFill>
                        <a:latin typeface="Cambria Math" panose="02040503050406030204" pitchFamily="18" charset="0"/>
                      </a:rPr>
                      <m:t xml:space="preserve">2</m:t>
                    </m:r>
                  </m:oMath>
                </a14:m>
              </mc:Choice>
              <mc:Fallback>
                <a:r>
                  <a:rPr lang="en-US" sz="992" dirty="0">
                    <a:solidFill>
                      <a:srgbClr val="2D2D2D"/>
                    </a:solidFill>
                    <a:latin typeface="Arial" pitchFamily="34" charset="0"/>
                    <a:ea typeface="Arial" pitchFamily="34" charset="-122"/>
                    <a:cs typeface="Arial" pitchFamily="34" charset="-120"/>
                  </a:rPr>
                  <a:t>Δx = 2</a:t>
                </a:r>
              </mc:Fallback>
            </mc:AlternateContent>
            <a:r>
              <a:rPr lang="en-US" sz="992"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λ</m:t>
                    </m:r>
                  </m:oMath>
                </a14:m>
              </mc:Choice>
              <mc:Fallback>
                <a:r>
                  <a:rPr lang="en-US" sz="992" dirty="0">
                    <a:solidFill>
                      <a:srgbClr val="2D2D2D"/>
                    </a:solidFill>
                    <a:latin typeface="Arial" pitchFamily="34" charset="0"/>
                    <a:ea typeface="Arial" pitchFamily="34" charset="-122"/>
                    <a:cs typeface="Arial" pitchFamily="34" charset="-120"/>
                  </a:rPr>
                  <a:t>λ</a:t>
                </a:r>
              </mc:Fallback>
            </mc:AlternateContent>
            <a:r>
              <a:rPr lang="en-US" sz="992" dirty="0">
                <a:solidFill>
                  <a:srgbClr val="2D2D2D"/>
                </a:solidFill>
                <a:latin typeface="Arial" pitchFamily="34" charset="0"/>
                <a:ea typeface="Arial" pitchFamily="34" charset="-122"/>
                <a:cs typeface="Arial" pitchFamily="34" charset="-120"/>
              </a:rPr>
              <a:t> ≳ 4 m; a c = 150 m/s, sin aliasing hasta 37,5 Hz</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L = 40 m y L ≳ 1,5·λmáx: f ≳ 5,6 Hz a c = 150 m/s</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λ</m:t>
                    </m:r>
                    <m:r>
                      <m:rPr>
                        <m:sty m:val="p"/>
                      </m:rPr>
                      <a:rPr lang="es-ES" sz="992">
                        <a:solidFill>
                          <a:srgbClr val="2D2D2D"/>
                        </a:solidFill>
                        <a:latin typeface="Cambria Math" panose="02040503050406030204" pitchFamily="18" charset="0"/>
                      </a:rPr>
                      <m:t xml:space="preserve">=</m:t>
                    </m:r>
                    <m:r>
                      <m:rPr>
                        <m:sty m:val="p"/>
                      </m:rPr>
                      <a:rPr lang="es-ES" sz="992">
                        <a:solidFill>
                          <a:srgbClr val="2D2D2D"/>
                        </a:solidFill>
                        <a:latin typeface="Cambria Math" panose="02040503050406030204" pitchFamily="18" charset="0"/>
                      </a:rPr>
                      <m:t xml:space="preserve">21,5</m:t>
                    </m:r>
                  </m:oMath>
                </a14:m>
              </mc:Choice>
              <mc:Fallback>
                <a:r>
                  <a:rPr lang="en-US" sz="992" dirty="0">
                    <a:solidFill>
                      <a:srgbClr val="2D2D2D"/>
                    </a:solidFill>
                    <a:latin typeface="Arial" pitchFamily="34" charset="0"/>
                    <a:ea typeface="Arial" pitchFamily="34" charset="-122"/>
                    <a:cs typeface="Arial" pitchFamily="34" charset="-120"/>
                  </a:rPr>
                  <a:t>λ = 21,5</a:t>
                </a:r>
              </mc:Fallback>
            </mc:AlternateContent>
            <a:r>
              <a:rPr lang="en-US" sz="992" dirty="0">
                <a:solidFill>
                  <a:srgbClr val="2D2D2D"/>
                </a:solidFill>
                <a:latin typeface="Arial" pitchFamily="34" charset="0"/>
                <a:ea typeface="Arial" pitchFamily="34" charset="-122"/>
                <a:cs typeface="Arial" pitchFamily="34" charset="-120"/>
              </a:rPr>
              <a:t> m) ya es comparable con L</a:t>
            </a:r>
            <a:endParaRPr lang="en-US" sz="992" dirty="0"/>
          </a:p>
        </p:txBody>
      </p:sp>
      <p:pic>
        <p:nvPicPr>
          <p:cNvPr id="24" name="Obj [o821]" descr="Plano frecuencia y velocidad de fase: la región válida queda entre la recta de aliasing espacial c igual a 2 Δx f y las rectas de apertura, para Δx de 2 metros y L de 40 metros">    </p:cNvPr>
          <p:cNvPicPr>
            <a:picLocks noChangeAspect="1"/>
          </p:cNvPicPr>
          <p:nvPr/>
        </p:nvPicPr>
        <p:blipFill>
          <a:blip r:embed="rId2"/>
          <a:stretch>
            <a:fillRect/>
          </a:stretch>
        </p:blipFill>
        <p:spPr>
          <a:xfrm>
            <a:off x="3559203" y="1519345"/>
            <a:ext cx="4027765" cy="2661202"/>
          </a:xfrm>
          <a:prstGeom prst="rect">
            <a:avLst/>
          </a:prstGeom>
        </p:spPr>
      </p:pic>
      <p:sp>
        <p:nvSpPr>
          <p:cNvPr id="25" name="Obj [o822]"/>
          <p:cNvSpPr txBox="1"/>
          <p:nvPr/>
        </p:nvSpPr>
        <p:spPr>
          <a:xfrm>
            <a:off x="4775752" y="4203358"/>
            <a:ext cx="250913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MÍA (CÁLCULO PROPIO)</a:t>
            </a:r>
            <a:endParaRPr lang="en-US" sz="863" dirty="0"/>
          </a:p>
        </p:txBody>
      </p:sp>
      <p:sp>
        <p:nvSpPr>
          <p:cNvPr id="26" name="Obj [o82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02_requerimientos.tex y 04_validacion.tex (atribuye a Foti et al., 2018: L ≳ λmáx y L ≳ 1,5·λmáx; L ≳ 2·λmáx es criterio de la tesis). Cálculos con c = 150 m/s.</a:t>
            </a:r>
            <a:endParaRPr lang="en-US" sz="800" dirty="0"/>
          </a:p>
        </p:txBody>
      </p:sp>
      <p:sp>
        <p:nvSpPr>
          <p:cNvPr id="27" name="Obj [o82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receptor móvil sintetiza el registro; no equivale a un MASW simultáneo</a:t>
            </a:r>
            <a:endParaRPr lang="en-US" sz="1400" dirty="0"/>
          </a:p>
        </p:txBody>
      </p:sp>
      <p:sp>
        <p:nvSpPr>
          <p:cNvPr id="28" name="Obj [o825]"/>
          <p:cNvSpPr/>
          <p:nvPr/>
        </p:nvSpPr>
        <p:spPr>
          <a:xfrm>
            <a:off x="441794" y="1557362"/>
            <a:ext cx="2128962" cy="342155"/>
          </a:xfrm>
          <a:prstGeom prst="rect">
            <a:avLst/>
          </a:prstGeom>
          <a:solidFill>
            <a:srgbClr val="1F4E79"/>
          </a:solidFill>
          <a:ln w="6350">
            <a:solidFill>
              <a:srgbClr val="1F4E79"/>
            </a:solidFill>
            <a:prstDash val="solid"/>
          </a:ln>
        </p:spPr>
      </p:sp>
      <p:sp>
        <p:nvSpPr>
          <p:cNvPr id="29" name="Obj [o826]"/>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se hace</a:t>
            </a:r>
            <a:endParaRPr lang="en-US" sz="1294" dirty="0"/>
          </a:p>
        </p:txBody>
      </p:sp>
      <p:sp>
        <p:nvSpPr>
          <p:cNvPr id="30" name="Obj [o827]"/>
          <p:cNvSpPr/>
          <p:nvPr/>
        </p:nvSpPr>
        <p:spPr>
          <a:xfrm>
            <a:off x="441794" y="1899517"/>
            <a:ext cx="2128962" cy="1938876"/>
          </a:xfrm>
          <a:prstGeom prst="rect">
            <a:avLst/>
          </a:prstGeom>
          <a:solidFill>
            <a:srgbClr val="FFFFFF"/>
          </a:solidFill>
          <a:ln w="15840">
            <a:solidFill>
              <a:srgbClr val="1F4E79"/>
            </a:solidFill>
            <a:prstDash val="solid"/>
          </a:ln>
        </p:spPr>
      </p:sp>
      <p:sp>
        <p:nvSpPr>
          <p:cNvPr id="31" name="Obj [o828]"/>
          <p:cNvSpPr txBox="1"/>
          <p:nvPr/>
        </p:nvSpPr>
        <p:spPr>
          <a:xfrm>
            <a:off x="533036"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Un nodo GEO recorre la línea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HAMMER fijo registra cada impacto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Se alinea por el HAMMER y se promedia por posición</a:t>
            </a:r>
            <a:endParaRPr lang="en-US" sz="1122" dirty="0"/>
          </a:p>
        </p:txBody>
      </p:sp>
      <p:sp>
        <p:nvSpPr>
          <p:cNvPr id="32" name="Obj [o829]"/>
          <p:cNvSpPr/>
          <p:nvPr/>
        </p:nvSpPr>
        <p:spPr>
          <a:xfrm>
            <a:off x="2798859" y="1557362"/>
            <a:ext cx="2128962" cy="342155"/>
          </a:xfrm>
          <a:prstGeom prst="rect">
            <a:avLst/>
          </a:prstGeom>
          <a:solidFill>
            <a:srgbClr val="2E75B6"/>
          </a:solidFill>
          <a:ln w="6350">
            <a:solidFill>
              <a:srgbClr val="2E75B6"/>
            </a:solidFill>
            <a:prstDash val="solid"/>
          </a:ln>
        </p:spPr>
      </p:sp>
      <p:sp>
        <p:nvSpPr>
          <p:cNvPr id="33" name="Obj [o830]"/>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supone</a:t>
            </a:r>
            <a:endParaRPr lang="en-US" sz="1294" dirty="0"/>
          </a:p>
        </p:txBody>
      </p:sp>
      <p:sp>
        <p:nvSpPr>
          <p:cNvPr id="34" name="Obj [o831]"/>
          <p:cNvSpPr/>
          <p:nvPr/>
        </p:nvSpPr>
        <p:spPr>
          <a:xfrm>
            <a:off x="2798859" y="1899517"/>
            <a:ext cx="2128962" cy="1938876"/>
          </a:xfrm>
          <a:prstGeom prst="rect">
            <a:avLst/>
          </a:prstGeom>
          <a:solidFill>
            <a:srgbClr val="FFFFFF"/>
          </a:solidFill>
          <a:ln w="15840">
            <a:solidFill>
              <a:srgbClr val="2E75B6"/>
            </a:solidFill>
            <a:prstDash val="solid"/>
          </a:ln>
        </p:spPr>
      </p:sp>
      <p:sp>
        <p:nvSpPr>
          <p:cNvPr id="35" name="Obj [o832]"/>
          <p:cNvSpPr txBox="1"/>
          <p:nvPr/>
        </p:nvSpPr>
        <p:spPr>
          <a:xfrm>
            <a:off x="2890100"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Fuente repetible entre golpes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Terreno estable durante la campaña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Posiciones conocidas</a:t>
            </a:r>
            <a:endParaRPr lang="en-US" sz="1122" dirty="0"/>
          </a:p>
        </p:txBody>
      </p:sp>
      <p:sp>
        <p:nvSpPr>
          <p:cNvPr id="36" name="Obj [o833]"/>
          <p:cNvSpPr/>
          <p:nvPr/>
        </p:nvSpPr>
        <p:spPr>
          <a:xfrm>
            <a:off x="5155924" y="1557362"/>
            <a:ext cx="2128962" cy="342155"/>
          </a:xfrm>
          <a:prstGeom prst="rect">
            <a:avLst/>
          </a:prstGeom>
          <a:solidFill>
            <a:srgbClr val="C55A11"/>
          </a:solidFill>
          <a:ln w="6350">
            <a:solidFill>
              <a:srgbClr val="C55A11"/>
            </a:solidFill>
            <a:prstDash val="solid"/>
          </a:ln>
        </p:spPr>
      </p:sp>
      <p:sp>
        <p:nvSpPr>
          <p:cNvPr id="37" name="Obj [o834]"/>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no demuestra</a:t>
            </a:r>
            <a:endParaRPr lang="en-US" sz="1294" dirty="0"/>
          </a:p>
        </p:txBody>
      </p:sp>
      <p:sp>
        <p:nvSpPr>
          <p:cNvPr id="38" name="Obj [o835]"/>
          <p:cNvSpPr/>
          <p:nvPr/>
        </p:nvSpPr>
        <p:spPr>
          <a:xfrm>
            <a:off x="5155924" y="1899517"/>
            <a:ext cx="2128962" cy="1938876"/>
          </a:xfrm>
          <a:prstGeom prst="rect">
            <a:avLst/>
          </a:prstGeom>
          <a:solidFill>
            <a:srgbClr val="FFFFFF"/>
          </a:solidFill>
          <a:ln w="15840">
            <a:solidFill>
              <a:srgbClr val="C55A11"/>
            </a:solidFill>
            <a:prstDash val="solid"/>
          </a:ln>
        </p:spPr>
      </p:sp>
      <p:sp>
        <p:nvSpPr>
          <p:cNvPr id="39" name="Obj [o836]"/>
          <p:cNvSpPr txBox="1"/>
          <p:nvPr/>
        </p:nvSpPr>
        <p:spPr>
          <a:xfrm>
            <a:off x="5247165"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Captura simultánea de varios canales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Sincronización entre nodos en campo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Igual fase y magnitud entre placas</a:t>
            </a:r>
            <a:endParaRPr lang="en-US" sz="1122" dirty="0"/>
          </a:p>
        </p:txBody>
      </p:sp>
      <p:sp>
        <p:nvSpPr>
          <p:cNvPr id="40" name="Obj [o837]"/>
          <p:cNvSpPr/>
          <p:nvPr/>
        </p:nvSpPr>
        <p:spPr>
          <a:xfrm>
            <a:off x="441794" y="3914427"/>
            <a:ext cx="6843091" cy="342155"/>
          </a:xfrm>
          <a:prstGeom prst="rect">
            <a:avLst/>
          </a:prstGeom>
          <a:solidFill>
            <a:srgbClr val="EAF1F8"/>
          </a:solidFill>
          <a:ln w="6350">
            <a:solidFill>
              <a:srgbClr val="EAF1F8"/>
            </a:solidFill>
            <a:prstDash val="solid"/>
          </a:ln>
        </p:spPr>
      </p:sp>
      <p:sp>
        <p:nvSpPr>
          <p:cNvPr id="41" name="Obj [o83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208" dirty="0"/>
          </a:p>
        </p:txBody>
      </p:sp>
      <p:sp>
        <p:nvSpPr>
          <p:cNvPr id="42" name="Obj [o83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 y 4.10; documento de tesis, 04_validacion.tex (Lin y Ashlock, 2016).</a:t>
            </a:r>
            <a:endParaRPr lang="en-US" sz="800" dirty="0"/>
          </a:p>
        </p:txBody>
      </p:sp>
      <p:sp>
        <p:nvSpPr>
          <p:cNvPr id="43" name="Obj [o84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error en la posición de los receptores se paga en velocidad de fase</a:t>
            </a:r>
            <a:endParaRPr lang="en-US" sz="1400" dirty="0"/>
          </a:p>
        </p:txBody>
      </p:sp>
      <p:sp>
        <p:nvSpPr>
          <p:cNvPr id="44" name="Obj [o841]"/>
          <p:cNvSpPr/>
          <p:nvPr/>
        </p:nvSpPr>
        <p:spPr>
          <a:xfrm>
            <a:off x="441794" y="1557362"/>
            <a:ext cx="3269477"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5" name="Obj [o842]"/>
              <p:cNvSpPr txBox="1"/>
              <p:nvPr/>
            </p:nvSpPr>
            <p:spPr>
              <a:xfrm>
                <a:off x="441794" y="1557362"/>
                <a:ext cx="3269477"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δ(Δx)</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45" name="Obj [o842]"/>
              <p:cNvSpPr txBox="1"/>
              <p:nvPr/>
            </p:nvSpPr>
            <p:spPr>
              <a:xfrm>
                <a:off x="441794" y="1557362"/>
                <a:ext cx="3269477"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δ(Δx)/Δx</a:t>
                </a:r>
                <a:endParaRPr lang="en-US" sz="2071" dirty="0"/>
              </a:p>
            </p:txBody>
          </p:sp>
        </mc:Fallback>
      </mc:AlternateContent>
      <p:sp>
        <p:nvSpPr>
          <p:cNvPr id="46" name="Obj [o843]"/>
          <p:cNvSpPr txBox="1"/>
          <p:nvPr/>
        </p:nvSpPr>
        <p:spPr>
          <a:xfrm>
            <a:off x="441794" y="2355723"/>
            <a:ext cx="3269477"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INFERENCIA PROPIA</a:t>
            </a:r>
            <a:endParaRPr lang="en-US" sz="863" dirty="0"/>
          </a:p>
        </p:txBody>
      </p:sp>
      <p:sp>
        <p:nvSpPr>
          <p:cNvPr id="47" name="Obj [o844]"/>
          <p:cNvSpPr txBox="1"/>
          <p:nvPr/>
        </p:nvSpPr>
        <p:spPr>
          <a:xfrm>
            <a:off x="3939374" y="1557362"/>
            <a:ext cx="3345511" cy="1976893"/>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Δ</m:t>
                    </m:r>
                    <m:r>
                      <a:rPr lang="es-ES" sz="1208" i="1">
                        <a:solidFill>
                          <a:srgbClr val="2D2D2D"/>
                        </a:solidFill>
                        <a:latin typeface="Cambria Math" panose="02040503050406030204" pitchFamily="18" charset="0"/>
                      </a:rPr>
                      <m:t xml:space="preserve">x</m:t>
                    </m:r>
                    <m:r>
                      <m:rPr>
                        <m:sty m:val="p"/>
                      </m:rPr>
                      <a:rPr lang="es-ES" sz="1208">
                        <a:solidFill>
                          <a:srgbClr val="2D2D2D"/>
                        </a:solidFill>
                        <a:latin typeface="Cambria Math" panose="02040503050406030204" pitchFamily="18" charset="0"/>
                      </a:rPr>
                      <m:t xml:space="preserve">=</m:t>
                    </m:r>
                    <m:r>
                      <m:rPr>
                        <m:sty m:val="p"/>
                      </m:rPr>
                      <a:rPr lang="es-ES" sz="1208">
                        <a:solidFill>
                          <a:srgbClr val="2D2D2D"/>
                        </a:solidFill>
                        <a:latin typeface="Cambria Math" panose="02040503050406030204" pitchFamily="18" charset="0"/>
                      </a:rPr>
                      <m:t xml:space="preserve">2</m:t>
                    </m:r>
                  </m:oMath>
                </a14:m>
              </mc:Choice>
              <mc:Fallback>
                <a:r>
                  <a:rPr lang="en-US" sz="1208" dirty="0">
                    <a:solidFill>
                      <a:srgbClr val="2D2D2D"/>
                    </a:solidFill>
                    <a:latin typeface="Arial" pitchFamily="34" charset="0"/>
                    <a:ea typeface="Arial" pitchFamily="34" charset="-122"/>
                    <a:cs typeface="Arial" pitchFamily="34" charset="-120"/>
                  </a:rPr>
                  <a:t>Δx = 2</a:t>
                </a:r>
              </mc:Fallback>
            </mc:AlternateContent>
            <a:r>
              <a:rPr lang="en-US" sz="1208" dirty="0">
                <a:solidFill>
                  <a:srgbClr val="2D2D2D"/>
                </a:solidFill>
                <a:latin typeface="Arial" pitchFamily="34" charset="0"/>
                <a:ea typeface="Arial" pitchFamily="34" charset="-122"/>
                <a:cs typeface="Arial" pitchFamily="34" charset="-120"/>
              </a:rPr>
              <a:t> m, un error de 10 cm es un 5 % en c</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208" dirty="0"/>
          </a:p>
        </p:txBody>
      </p:sp>
      <p:sp>
        <p:nvSpPr>
          <p:cNvPr id="49" name="Obj [o845]"/>
          <p:cNvSpPr/>
          <p:nvPr/>
        </p:nvSpPr>
        <p:spPr>
          <a:xfrm>
            <a:off x="441794" y="2735895"/>
            <a:ext cx="3269477" cy="304137"/>
          </a:xfrm>
          <a:prstGeom prst="rect">
            <a:avLst/>
          </a:prstGeom>
          <a:solidFill>
            <a:srgbClr val="2E75B6"/>
          </a:solidFill>
          <a:ln w="6350">
            <a:solidFill>
              <a:srgbClr val="2E75B6"/>
            </a:solidFill>
            <a:prstDash val="solid"/>
          </a:ln>
        </p:spPr>
      </p:sp>
      <p:sp>
        <p:nvSpPr>
          <p:cNvPr id="50" name="Obj [o846]"/>
          <p:cNvSpPr txBox="1"/>
          <p:nvPr/>
        </p:nvSpPr>
        <p:spPr>
          <a:xfrm>
            <a:off x="479812" y="2735895"/>
            <a:ext cx="3193443" cy="304137"/>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Para verificarlo</a:t>
            </a:r>
            <a:endParaRPr lang="en-US" sz="1208" dirty="0"/>
          </a:p>
        </p:txBody>
      </p:sp>
      <p:sp>
        <p:nvSpPr>
          <p:cNvPr id="51" name="Obj [o847]"/>
          <p:cNvSpPr/>
          <p:nvPr/>
        </p:nvSpPr>
        <p:spPr>
          <a:xfrm>
            <a:off x="441794" y="3040032"/>
            <a:ext cx="3269477" cy="760343"/>
          </a:xfrm>
          <a:prstGeom prst="rect">
            <a:avLst/>
          </a:prstGeom>
          <a:solidFill>
            <a:srgbClr val="FFFFFF"/>
          </a:solidFill>
          <a:ln w="15840">
            <a:solidFill>
              <a:srgbClr val="2E75B6"/>
            </a:solidFill>
            <a:prstDash val="solid"/>
          </a:ln>
        </p:spPr>
      </p:sp>
      <p:sp>
        <p:nvSpPr>
          <p:cNvPr id="52" name="Obj [o848]"/>
          <p:cNvSpPr txBox="1"/>
          <p:nvPr/>
        </p:nvSpPr>
        <p:spPr>
          <a:xfrm>
            <a:off x="533036" y="3100860"/>
            <a:ext cx="3086995" cy="638689"/>
          </a:xfrm>
          <a:prstGeom prst="rect">
            <a:avLst/>
          </a:prstGeom>
          <a:noFill/>
          <a:ln/>
        </p:spPr>
        <p:txBody>
          <a:bodyPr wrap="square" lIns="0" tIns="0" rIns="0" bIns="0" rtlCol="0" anchor="t"/>
          <a:lstStyle/>
          <a:p>
            <a:pPr algn="l" indent="0" marL="0">
              <a:buNone/>
            </a:pPr>
            <a:r>
              <a:rPr lang="en-US" sz="1078"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078" dirty="0"/>
          </a:p>
        </p:txBody>
      </p:sp>
      <p:sp>
        <p:nvSpPr>
          <p:cNvPr id="53" name="Obj [o849]"/>
          <p:cNvSpPr/>
          <p:nvPr/>
        </p:nvSpPr>
        <p:spPr>
          <a:xfrm>
            <a:off x="441794" y="3914427"/>
            <a:ext cx="6843091" cy="342155"/>
          </a:xfrm>
          <a:prstGeom prst="rect">
            <a:avLst/>
          </a:prstGeom>
          <a:solidFill>
            <a:srgbClr val="EAF1F8"/>
          </a:solidFill>
          <a:ln w="6350">
            <a:solidFill>
              <a:srgbClr val="EAF1F8"/>
            </a:solidFill>
            <a:prstDash val="solid"/>
          </a:ln>
        </p:spPr>
      </p:sp>
      <p:sp>
        <p:nvSpPr>
          <p:cNvPr id="54" name="Obj [o850]"/>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208" dirty="0"/>
          </a:p>
        </p:txBody>
      </p:sp>
      <p:sp>
        <p:nvSpPr>
          <p:cNvPr id="55" name="Obj [o85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Relación SASW: documento de tesis, 01_contexto.tex (c = 2πfΔx/Δφ); campaña: 04_validacion.tex y sec. de limitaciones. Propagación: derivación propia.</a:t>
            </a:r>
            <a:endParaRPr lang="en-US" sz="800" dirty="0"/>
          </a:p>
        </p:txBody>
      </p:sp>
      <p:sp>
        <p:nvSpPr>
          <p:cNvPr id="5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25"/>
                                        <p:tgtEl>
                                          <p:spTgt spid="4"/>
                                        </p:tgtEl>
                                      </p:cBhvr>
                                    </p:animEffect>
                                  </p:childTnLst>
                                </p:cTn>
                              </p:par>
                              <p:par>
                                <p:cTn id="8" presetID="53" presetClass="entr" presetSubtype="16" fill="hold" nodeType="withEffect">
                                  <p:stCondLst>
                                    <p:cond delay="170"/>
                                  </p:stCondLst>
                                  <p:childTnLst>
                                    <p:set>
                                      <p:cBhvr>
                                        <p:cTn id="9" dur="1" fill="hold">
                                          <p:stCondLst>
                                            <p:cond delay="0"/>
                                          </p:stCondLst>
                                        </p:cTn>
                                        <p:tgtEl>
                                          <p:spTgt spid="5"/>
                                        </p:tgtEl>
                                        <p:attrNameLst>
                                          <p:attrName>style.visibility</p:attrName>
                                        </p:attrNameLst>
                                      </p:cBhvr>
                                      <p:to>
                                        <p:strVal val="visible"/>
                                      </p:to>
                                    </p:set>
                                    <p:anim calcmode="lin" valueType="num">
                                      <p:cBhvr>
                                        <p:cTn id="10" dur="300" fill="hold"/>
                                        <p:tgtEl>
                                          <p:spTgt spid="5"/>
                                        </p:tgtEl>
                                        <p:attrNameLst>
                                          <p:attrName>ppt_w</p:attrName>
                                        </p:attrNameLst>
                                      </p:cBhvr>
                                      <p:tavLst>
                                        <p:tav tm="0">
                                          <p:val>
                                            <p:fltVal val="0"/>
                                          </p:val>
                                        </p:tav>
                                        <p:tav tm="100000">
                                          <p:val>
                                            <p:strVal val="#ppt_w"/>
                                          </p:val>
                                        </p:tav>
                                      </p:tavLst>
                                    </p:anim>
                                    <p:anim calcmode="lin" valueType="num">
                                      <p:cBhvr>
                                        <p:cTn id="11" dur="300" fill="hold"/>
                                        <p:tgtEl>
                                          <p:spTgt spid="5"/>
                                        </p:tgtEl>
                                        <p:attrNameLst>
                                          <p:attrName>ppt_h</p:attrName>
                                        </p:attrNameLst>
                                      </p:cBhvr>
                                      <p:tavLst>
                                        <p:tav tm="0">
                                          <p:val>
                                            <p:fltVal val="0"/>
                                          </p:val>
                                        </p:tav>
                                        <p:tav tm="100000">
                                          <p:val>
                                            <p:strVal val="#ppt_h"/>
                                          </p:val>
                                        </p:tav>
                                      </p:tavLst>
                                    </p:anim>
                                    <p:animEffect transition="in" filter="fade">
                                      <p:cBhvr>
                                        <p:cTn id="12" dur="300"/>
                                        <p:tgtEl>
                                          <p:spTgt spid="5"/>
                                        </p:tgtEl>
                                      </p:cBhvr>
                                    </p:animEffect>
                                  </p:childTnLst>
                                </p:cTn>
                              </p:par>
                              <p:par>
                                <p:cTn id="13" presetID="22" presetClass="entr" presetSubtype="8" fill="hold" nodeType="withEffect">
                                  <p:stCondLst>
                                    <p:cond delay="205"/>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250"/>
                                        <p:tgtEl>
                                          <p:spTgt spid="6"/>
                                        </p:tgtEl>
                                      </p:cBhvr>
                                    </p:animEffect>
                                  </p:childTnLst>
                                </p:cTn>
                              </p:par>
                              <p:par>
                                <p:cTn id="16" presetID="10" presetClass="entr" presetSubtype="0" fill="hold" nodeType="withEffect">
                                  <p:stCondLst>
                                    <p:cond delay="24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25"/>
                                        <p:tgtEl>
                                          <p:spTgt spid="7"/>
                                        </p:tgtEl>
                                      </p:cBhvr>
                                    </p:animEffect>
                                  </p:childTnLst>
                                </p:cTn>
                              </p:par>
                              <p:par>
                                <p:cTn id="19" presetID="22" presetClass="entr" presetSubtype="8" fill="hold" nodeType="withEffect">
                                  <p:stCondLst>
                                    <p:cond delay="24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250"/>
                                        <p:tgtEl>
                                          <p:spTgt spid="8"/>
                                        </p:tgtEl>
                                      </p:cBhvr>
                                    </p:animEffect>
                                  </p:childTnLst>
                                </p:cTn>
                              </p:par>
                              <p:par>
                                <p:cTn id="22" presetID="10" presetClass="entr" presetSubtype="0" grpId="0" fill="hold" nodeType="withEffect">
                                  <p:stCondLst>
                                    <p:cond delay="275"/>
                                  </p:stCondLst>
                                  <p:childTnLst>
                                    <p:set>
                                      <p:cBhvr>
                                        <p:cTn id="23" dur="1" fill="hold">
                                          <p:stCondLst>
                                            <p:cond delay="0"/>
                                          </p:stCondLst>
                                        </p:cTn>
                                        <p:tgtEl>
                                          <p:spTgt spid="9">
                                            <p:txEl>
                                              <p:pRg st="0" end="0"/>
                                            </p:txEl>
                                          </p:spTgt>
                                        </p:tgtEl>
                                        <p:attrNameLst>
                                          <p:attrName>style.visibility</p:attrName>
                                        </p:attrNameLst>
                                      </p:cBhvr>
                                      <p:to>
                                        <p:strVal val="visible"/>
                                      </p:to>
                                    </p:set>
                                    <p:animEffect transition="in" filter="fade">
                                      <p:cBhvr>
                                        <p:cTn id="24" dur="225"/>
                                        <p:tgtEl>
                                          <p:spTgt spid="9">
                                            <p:txEl>
                                              <p:pRg st="0" end="0"/>
                                            </p:txEl>
                                          </p:spTgt>
                                        </p:tgtEl>
                                      </p:cBhvr>
                                    </p:animEffect>
                                  </p:childTnLst>
                                </p:cTn>
                              </p:par>
                              <p:par>
                                <p:cTn id="25" presetID="10" presetClass="entr" presetSubtype="0" grpId="0" fill="hold" nodeType="withEffect">
                                  <p:stCondLst>
                                    <p:cond delay="465"/>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225"/>
                                        <p:tgtEl>
                                          <p:spTgt spid="9">
                                            <p:txEl>
                                              <p:pRg st="1" end="1"/>
                                            </p:txEl>
                                          </p:spTgt>
                                        </p:tgtEl>
                                      </p:cBhvr>
                                    </p:animEffect>
                                  </p:childTnLst>
                                </p:cTn>
                              </p:par>
                              <p:par>
                                <p:cTn id="28" presetID="10" presetClass="entr" presetSubtype="0" fill="hold" nodeType="withEffect">
                                  <p:stCondLst>
                                    <p:cond delay="2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25"/>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175"/>
                                        <p:tgtEl>
                                          <p:spTgt spid="4"/>
                                        </p:tgtEl>
                                      </p:cBhvr>
                                    </p:animEffect>
                                    <p:set>
                                      <p:cBhvr>
                                        <p:cTn id="35" dur="1" fill="hold">
                                          <p:stCondLst>
                                            <p:cond delay="174"/>
                                          </p:stCondLst>
                                        </p:cTn>
                                        <p:tgtEl>
                                          <p:spTgt spid="4"/>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175"/>
                                        <p:tgtEl>
                                          <p:spTgt spid="6"/>
                                        </p:tgtEl>
                                      </p:cBhvr>
                                    </p:animEffect>
                                    <p:set>
                                      <p:cBhvr>
                                        <p:cTn id="38" dur="1" fill="hold">
                                          <p:stCondLst>
                                            <p:cond delay="174"/>
                                          </p:stCondLst>
                                        </p:cTn>
                                        <p:tgtEl>
                                          <p:spTgt spid="6"/>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75"/>
                                        <p:tgtEl>
                                          <p:spTgt spid="7"/>
                                        </p:tgtEl>
                                      </p:cBhvr>
                                    </p:animEffect>
                                    <p:set>
                                      <p:cBhvr>
                                        <p:cTn id="41" dur="1" fill="hold">
                                          <p:stCondLst>
                                            <p:cond delay="174"/>
                                          </p:stCondLst>
                                        </p:cTn>
                                        <p:tgtEl>
                                          <p:spTgt spid="7"/>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75"/>
                                        <p:tgtEl>
                                          <p:spTgt spid="8"/>
                                        </p:tgtEl>
                                      </p:cBhvr>
                                    </p:animEffect>
                                    <p:set>
                                      <p:cBhvr>
                                        <p:cTn id="44" dur="1" fill="hold">
                                          <p:stCondLst>
                                            <p:cond delay="174"/>
                                          </p:stCondLst>
                                        </p:cTn>
                                        <p:tgtEl>
                                          <p:spTgt spid="8"/>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175"/>
                                        <p:tgtEl>
                                          <p:spTgt spid="9">
                                            <p:txEl>
                                              <p:pRg st="0" end="0"/>
                                            </p:txEl>
                                          </p:spTgt>
                                        </p:tgtEl>
                                      </p:cBhvr>
                                    </p:animEffect>
                                    <p:set>
                                      <p:cBhvr>
                                        <p:cTn id="47" dur="1" fill="hold">
                                          <p:stCondLst>
                                            <p:cond delay="174"/>
                                          </p:stCondLst>
                                        </p:cTn>
                                        <p:tgtEl>
                                          <p:spTgt spid="9">
                                            <p:txEl>
                                              <p:pRg st="0" end="0"/>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175"/>
                                        <p:tgtEl>
                                          <p:spTgt spid="9">
                                            <p:txEl>
                                              <p:pRg st="1" end="1"/>
                                            </p:txEl>
                                          </p:spTgt>
                                        </p:tgtEl>
                                      </p:cBhvr>
                                    </p:animEffect>
                                    <p:set>
                                      <p:cBhvr>
                                        <p:cTn id="50" dur="1" fill="hold">
                                          <p:stCondLst>
                                            <p:cond delay="174"/>
                                          </p:stCondLst>
                                        </p:cTn>
                                        <p:tgtEl>
                                          <p:spTgt spid="9">
                                            <p:txEl>
                                              <p:pRg st="1" end="1"/>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75"/>
                                        <p:tgtEl>
                                          <p:spTgt spid="11"/>
                                        </p:tgtEl>
                                      </p:cBhvr>
                                    </p:animEffect>
                                    <p:set>
                                      <p:cBhvr>
                                        <p:cTn id="53" dur="1" fill="hold">
                                          <p:stCondLst>
                                            <p:cond delay="174"/>
                                          </p:stCondLst>
                                        </p:cTn>
                                        <p:tgtEl>
                                          <p:spTgt spid="11"/>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39250 -0.14877 E" pathEditMode="relative" rAng="0" ptsTypes="AA">
                                      <p:cBhvr>
                                        <p:cTn id="55" dur="375" fill="hold"/>
                                        <p:tgtEl>
                                          <p:spTgt spid="5"/>
                                        </p:tgtEl>
                                        <p:attrNameLst>
                                          <p:attrName>ppt_x</p:attrName>
                                          <p:attrName>ppt_y</p:attrName>
                                        </p:attrNameLst>
                                      </p:cBhvr>
                                      <p:rCtr x="19625" y="-7438"/>
                                    </p:animMotion>
                                  </p:childTnLst>
                                </p:cTn>
                              </p:par>
                              <p:par>
                                <p:cTn id="56" presetID="6" presetClass="emph" presetSubtype="0" accel="50000" decel="50000" fill="hold" nodeType="withEffect">
                                  <p:stCondLst>
                                    <p:cond delay="0"/>
                                  </p:stCondLst>
                                  <p:childTnLst>
                                    <p:animScale>
                                      <p:cBhvr>
                                        <p:cTn id="57" dur="375" fill="hold"/>
                                        <p:tgtEl>
                                          <p:spTgt spid="5"/>
                                        </p:tgtEl>
                                      </p:cBhvr>
                                      <p:by x="17913" y="17913"/>
                                    </p:animScale>
                                  </p:childTnLst>
                                </p:cTn>
                              </p:par>
                              <p:par>
                                <p:cTn id="58" presetID="10" presetClass="entr" presetSubtype="0" fill="hold" nodeType="withEffect">
                                  <p:stCondLst>
                                    <p:cond delay="225"/>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225"/>
                                        <p:tgtEl>
                                          <p:spTgt spid="12"/>
                                        </p:tgtEl>
                                      </p:cBhvr>
                                    </p:animEffect>
                                  </p:childTnLst>
                                </p:cTn>
                              </p:par>
                              <p:par>
                                <p:cTn id="61" presetID="53" presetClass="entr" presetSubtype="16" fill="hold" nodeType="withEffect">
                                  <p:stCondLst>
                                    <p:cond delay="260"/>
                                  </p:stCondLst>
                                  <p:childTnLst>
                                    <p:set>
                                      <p:cBhvr>
                                        <p:cTn id="62" dur="1" fill="hold">
                                          <p:stCondLst>
                                            <p:cond delay="0"/>
                                          </p:stCondLst>
                                        </p:cTn>
                                        <p:tgtEl>
                                          <p:spTgt spid="24"/>
                                        </p:tgtEl>
                                        <p:attrNameLst>
                                          <p:attrName>style.visibility</p:attrName>
                                        </p:attrNameLst>
                                      </p:cBhvr>
                                      <p:to>
                                        <p:strVal val="visible"/>
                                      </p:to>
                                    </p:set>
                                    <p:anim calcmode="lin" valueType="num">
                                      <p:cBhvr>
                                        <p:cTn id="63" dur="300" fill="hold"/>
                                        <p:tgtEl>
                                          <p:spTgt spid="24"/>
                                        </p:tgtEl>
                                        <p:attrNameLst>
                                          <p:attrName>ppt_w</p:attrName>
                                        </p:attrNameLst>
                                      </p:cBhvr>
                                      <p:tavLst>
                                        <p:tav tm="0">
                                          <p:val>
                                            <p:fltVal val="0"/>
                                          </p:val>
                                        </p:tav>
                                        <p:tav tm="100000">
                                          <p:val>
                                            <p:strVal val="#ppt_w"/>
                                          </p:val>
                                        </p:tav>
                                      </p:tavLst>
                                    </p:anim>
                                    <p:anim calcmode="lin" valueType="num">
                                      <p:cBhvr>
                                        <p:cTn id="64" dur="300" fill="hold"/>
                                        <p:tgtEl>
                                          <p:spTgt spid="24"/>
                                        </p:tgtEl>
                                        <p:attrNameLst>
                                          <p:attrName>ppt_h</p:attrName>
                                        </p:attrNameLst>
                                      </p:cBhvr>
                                      <p:tavLst>
                                        <p:tav tm="0">
                                          <p:val>
                                            <p:fltVal val="0"/>
                                          </p:val>
                                        </p:tav>
                                        <p:tav tm="100000">
                                          <p:val>
                                            <p:strVal val="#ppt_h"/>
                                          </p:val>
                                        </p:tav>
                                      </p:tavLst>
                                    </p:anim>
                                    <p:animEffect transition="in" filter="fade">
                                      <p:cBhvr>
                                        <p:cTn id="65" dur="300"/>
                                        <p:tgtEl>
                                          <p:spTgt spid="24"/>
                                        </p:tgtEl>
                                      </p:cBhvr>
                                    </p:animEffect>
                                  </p:childTnLst>
                                </p:cTn>
                              </p:par>
                              <p:par>
                                <p:cTn id="66" presetID="10" presetClass="entr" presetSubtype="0" fill="hold" nodeType="withEffect">
                                  <p:stCondLst>
                                    <p:cond delay="295"/>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225"/>
                                        <p:tgtEl>
                                          <p:spTgt spid="13"/>
                                        </p:tgtEl>
                                      </p:cBhvr>
                                    </p:animEffect>
                                  </p:childTnLst>
                                </p:cTn>
                              </p:par>
                              <p:par>
                                <p:cTn id="69" presetID="22" presetClass="entr" presetSubtype="4" fill="hold" nodeType="withEffect">
                                  <p:stCondLst>
                                    <p:cond delay="295"/>
                                  </p:stCondLst>
                                  <p:childTnLst>
                                    <p:set>
                                      <p:cBhvr>
                                        <p:cTn id="70" dur="1" fill="hold">
                                          <p:stCondLst>
                                            <p:cond delay="0"/>
                                          </p:stCondLst>
                                        </p:cTn>
                                        <p:tgtEl>
                                          <p:spTgt spid="14"/>
                                        </p:tgtEl>
                                        <p:attrNameLst>
                                          <p:attrName>style.visibility</p:attrName>
                                        </p:attrNameLst>
                                      </p:cBhvr>
                                      <p:to>
                                        <p:strVal val="visible"/>
                                      </p:to>
                                    </p:set>
                                    <p:animEffect transition="in" filter="wipe(down)">
                                      <p:cBhvr>
                                        <p:cTn id="71" dur="250"/>
                                        <p:tgtEl>
                                          <p:spTgt spid="14"/>
                                        </p:tgtEl>
                                      </p:cBhvr>
                                    </p:animEffect>
                                  </p:childTnLst>
                                </p:cTn>
                              </p:par>
                              <p:par>
                                <p:cTn id="72" presetID="22" presetClass="entr" presetSubtype="4" fill="hold" nodeType="withEffect">
                                  <p:stCondLst>
                                    <p:cond delay="330"/>
                                  </p:stCondLst>
                                  <p:childTnLst>
                                    <p:set>
                                      <p:cBhvr>
                                        <p:cTn id="73" dur="1" fill="hold">
                                          <p:stCondLst>
                                            <p:cond delay="0"/>
                                          </p:stCondLst>
                                        </p:cTn>
                                        <p:tgtEl>
                                          <p:spTgt spid="15"/>
                                        </p:tgtEl>
                                        <p:attrNameLst>
                                          <p:attrName>style.visibility</p:attrName>
                                        </p:attrNameLst>
                                      </p:cBhvr>
                                      <p:to>
                                        <p:strVal val="visible"/>
                                      </p:to>
                                    </p:set>
                                    <p:animEffect transition="in" filter="wipe(down)">
                                      <p:cBhvr>
                                        <p:cTn id="74" dur="250"/>
                                        <p:tgtEl>
                                          <p:spTgt spid="15"/>
                                        </p:tgtEl>
                                      </p:cBhvr>
                                    </p:animEffect>
                                  </p:childTnLst>
                                </p:cTn>
                              </p:par>
                              <p:par>
                                <p:cTn id="75" presetID="10" presetClass="entr" presetSubtype="0" fill="hold" nodeType="withEffect">
                                  <p:stCondLst>
                                    <p:cond delay="365"/>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225"/>
                                        <p:tgtEl>
                                          <p:spTgt spid="17"/>
                                        </p:tgtEl>
                                      </p:cBhvr>
                                    </p:animEffect>
                                  </p:childTnLst>
                                </p:cTn>
                              </p:par>
                              <p:par>
                                <p:cTn id="78" presetID="22" presetClass="entr" presetSubtype="4" fill="hold" nodeType="withEffect">
                                  <p:stCondLst>
                                    <p:cond delay="365"/>
                                  </p:stCondLst>
                                  <p:childTnLst>
                                    <p:set>
                                      <p:cBhvr>
                                        <p:cTn id="79" dur="1" fill="hold">
                                          <p:stCondLst>
                                            <p:cond delay="0"/>
                                          </p:stCondLst>
                                        </p:cTn>
                                        <p:tgtEl>
                                          <p:spTgt spid="18"/>
                                        </p:tgtEl>
                                        <p:attrNameLst>
                                          <p:attrName>style.visibility</p:attrName>
                                        </p:attrNameLst>
                                      </p:cBhvr>
                                      <p:to>
                                        <p:strVal val="visible"/>
                                      </p:to>
                                    </p:set>
                                    <p:animEffect transition="in" filter="wipe(down)">
                                      <p:cBhvr>
                                        <p:cTn id="80" dur="250"/>
                                        <p:tgtEl>
                                          <p:spTgt spid="18"/>
                                        </p:tgtEl>
                                      </p:cBhvr>
                                    </p:animEffect>
                                  </p:childTnLst>
                                </p:cTn>
                              </p:par>
                              <p:par>
                                <p:cTn id="81" presetID="22" presetClass="entr" presetSubtype="4" fill="hold" nodeType="withEffect">
                                  <p:stCondLst>
                                    <p:cond delay="400"/>
                                  </p:stCondLst>
                                  <p:childTnLst>
                                    <p:set>
                                      <p:cBhvr>
                                        <p:cTn id="82" dur="1" fill="hold">
                                          <p:stCondLst>
                                            <p:cond delay="0"/>
                                          </p:stCondLst>
                                        </p:cTn>
                                        <p:tgtEl>
                                          <p:spTgt spid="19"/>
                                        </p:tgtEl>
                                        <p:attrNameLst>
                                          <p:attrName>style.visibility</p:attrName>
                                        </p:attrNameLst>
                                      </p:cBhvr>
                                      <p:to>
                                        <p:strVal val="visible"/>
                                      </p:to>
                                    </p:set>
                                    <p:animEffect transition="in" filter="wipe(down)">
                                      <p:cBhvr>
                                        <p:cTn id="83" dur="250"/>
                                        <p:tgtEl>
                                          <p:spTgt spid="19"/>
                                        </p:tgtEl>
                                      </p:cBhvr>
                                    </p:animEffect>
                                  </p:childTnLst>
                                </p:cTn>
                              </p:par>
                              <p:par>
                                <p:cTn id="84" presetID="10" presetClass="entr" presetSubtype="0" grpId="0" fill="hold" nodeType="withEffect">
                                  <p:stCondLst>
                                    <p:cond delay="435"/>
                                  </p:stCondLst>
                                  <p:childTnLst>
                                    <p:set>
                                      <p:cBhvr>
                                        <p:cTn id="85" dur="1" fill="hold">
                                          <p:stCondLst>
                                            <p:cond delay="0"/>
                                          </p:stCondLst>
                                        </p:cTn>
                                        <p:tgtEl>
                                          <p:spTgt spid="20">
                                            <p:txEl>
                                              <p:pRg st="0" end="0"/>
                                            </p:txEl>
                                          </p:spTgt>
                                        </p:tgtEl>
                                        <p:attrNameLst>
                                          <p:attrName>style.visibility</p:attrName>
                                        </p:attrNameLst>
                                      </p:cBhvr>
                                      <p:to>
                                        <p:strVal val="visible"/>
                                      </p:to>
                                    </p:set>
                                    <p:animEffect transition="in" filter="fade">
                                      <p:cBhvr>
                                        <p:cTn id="86" dur="225"/>
                                        <p:tgtEl>
                                          <p:spTgt spid="20">
                                            <p:txEl>
                                              <p:pRg st="0" end="0"/>
                                            </p:txEl>
                                          </p:spTgt>
                                        </p:tgtEl>
                                      </p:cBhvr>
                                    </p:animEffect>
                                  </p:childTnLst>
                                </p:cTn>
                              </p:par>
                              <p:par>
                                <p:cTn id="87" presetID="10" presetClass="entr" presetSubtype="0" grpId="0" fill="hold" nodeType="withEffect">
                                  <p:stCondLst>
                                    <p:cond delay="625"/>
                                  </p:stCondLst>
                                  <p:childTnLst>
                                    <p:set>
                                      <p:cBhvr>
                                        <p:cTn id="88" dur="1" fill="hold">
                                          <p:stCondLst>
                                            <p:cond delay="0"/>
                                          </p:stCondLst>
                                        </p:cTn>
                                        <p:tgtEl>
                                          <p:spTgt spid="20">
                                            <p:txEl>
                                              <p:pRg st="1" end="1"/>
                                            </p:txEl>
                                          </p:spTgt>
                                        </p:tgtEl>
                                        <p:attrNameLst>
                                          <p:attrName>style.visibility</p:attrName>
                                        </p:attrNameLst>
                                      </p:cBhvr>
                                      <p:to>
                                        <p:strVal val="visible"/>
                                      </p:to>
                                    </p:set>
                                    <p:animEffect transition="in" filter="fade">
                                      <p:cBhvr>
                                        <p:cTn id="89" dur="225"/>
                                        <p:tgtEl>
                                          <p:spTgt spid="20">
                                            <p:txEl>
                                              <p:pRg st="1" end="1"/>
                                            </p:txEl>
                                          </p:spTgt>
                                        </p:tgtEl>
                                      </p:cBhvr>
                                    </p:animEffect>
                                  </p:childTnLst>
                                </p:cTn>
                              </p:par>
                              <p:par>
                                <p:cTn id="90" presetID="10" presetClass="entr" presetSubtype="0" grpId="0" fill="hold" nodeType="withEffect">
                                  <p:stCondLst>
                                    <p:cond delay="815"/>
                                  </p:stCondLst>
                                  <p:childTnLst>
                                    <p:set>
                                      <p:cBhvr>
                                        <p:cTn id="91" dur="1" fill="hold">
                                          <p:stCondLst>
                                            <p:cond delay="0"/>
                                          </p:stCondLst>
                                        </p:cTn>
                                        <p:tgtEl>
                                          <p:spTgt spid="20">
                                            <p:txEl>
                                              <p:pRg st="2" end="2"/>
                                            </p:txEl>
                                          </p:spTgt>
                                        </p:tgtEl>
                                        <p:attrNameLst>
                                          <p:attrName>style.visibility</p:attrName>
                                        </p:attrNameLst>
                                      </p:cBhvr>
                                      <p:to>
                                        <p:strVal val="visible"/>
                                      </p:to>
                                    </p:set>
                                    <p:animEffect transition="in" filter="fade">
                                      <p:cBhvr>
                                        <p:cTn id="92" dur="225"/>
                                        <p:tgtEl>
                                          <p:spTgt spid="20">
                                            <p:txEl>
                                              <p:pRg st="2" end="2"/>
                                            </p:txEl>
                                          </p:spTgt>
                                        </p:tgtEl>
                                      </p:cBhvr>
                                    </p:animEffect>
                                  </p:childTnLst>
                                </p:cTn>
                              </p:par>
                              <p:par>
                                <p:cTn id="93" presetID="22" presetClass="entr" presetSubtype="4" fill="hold" nodeType="withEffect">
                                  <p:stCondLst>
                                    <p:cond delay="470"/>
                                  </p:stCondLst>
                                  <p:childTnLst>
                                    <p:set>
                                      <p:cBhvr>
                                        <p:cTn id="94" dur="1" fill="hold">
                                          <p:stCondLst>
                                            <p:cond delay="0"/>
                                          </p:stCondLst>
                                        </p:cTn>
                                        <p:tgtEl>
                                          <p:spTgt spid="25"/>
                                        </p:tgtEl>
                                        <p:attrNameLst>
                                          <p:attrName>style.visibility</p:attrName>
                                        </p:attrNameLst>
                                      </p:cBhvr>
                                      <p:to>
                                        <p:strVal val="visible"/>
                                      </p:to>
                                    </p:set>
                                    <p:animEffect transition="in" filter="wipe(down)">
                                      <p:cBhvr>
                                        <p:cTn id="95" dur="250"/>
                                        <p:tgtEl>
                                          <p:spTgt spid="25"/>
                                        </p:tgtEl>
                                      </p:cBhvr>
                                    </p:animEffect>
                                  </p:childTnLst>
                                </p:cTn>
                              </p:par>
                              <p:par>
                                <p:cTn id="96" presetID="10" presetClass="entr" presetSubtype="0" fill="hold" nodeType="withEffect">
                                  <p:stCondLst>
                                    <p:cond delay="29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225"/>
                                        <p:tgtEl>
                                          <p:spTgt spid="2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nodeType="clickEffect">
                                  <p:stCondLst>
                                    <p:cond delay="0"/>
                                  </p:stCondLst>
                                  <p:childTnLst>
                                    <p:animEffect transition="out" filter="fade">
                                      <p:cBhvr>
                                        <p:cTn id="102" dur="175"/>
                                        <p:tgtEl>
                                          <p:spTgt spid="12"/>
                                        </p:tgtEl>
                                      </p:cBhvr>
                                    </p:animEffect>
                                    <p:set>
                                      <p:cBhvr>
                                        <p:cTn id="103" dur="1" fill="hold">
                                          <p:stCondLst>
                                            <p:cond delay="174"/>
                                          </p:stCondLst>
                                        </p:cTn>
                                        <p:tgtEl>
                                          <p:spTgt spid="12"/>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175"/>
                                        <p:tgtEl>
                                          <p:spTgt spid="13"/>
                                        </p:tgtEl>
                                      </p:cBhvr>
                                    </p:animEffect>
                                    <p:set>
                                      <p:cBhvr>
                                        <p:cTn id="106" dur="1" fill="hold">
                                          <p:stCondLst>
                                            <p:cond delay="174"/>
                                          </p:stCondLst>
                                        </p:cTn>
                                        <p:tgtEl>
                                          <p:spTgt spid="13"/>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175"/>
                                        <p:tgtEl>
                                          <p:spTgt spid="14"/>
                                        </p:tgtEl>
                                      </p:cBhvr>
                                    </p:animEffect>
                                    <p:set>
                                      <p:cBhvr>
                                        <p:cTn id="109" dur="1" fill="hold">
                                          <p:stCondLst>
                                            <p:cond delay="174"/>
                                          </p:stCondLst>
                                        </p:cTn>
                                        <p:tgtEl>
                                          <p:spTgt spid="14"/>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175"/>
                                        <p:tgtEl>
                                          <p:spTgt spid="15"/>
                                        </p:tgtEl>
                                      </p:cBhvr>
                                    </p:animEffect>
                                    <p:set>
                                      <p:cBhvr>
                                        <p:cTn id="112" dur="1" fill="hold">
                                          <p:stCondLst>
                                            <p:cond delay="174"/>
                                          </p:stCondLst>
                                        </p:cTn>
                                        <p:tgtEl>
                                          <p:spTgt spid="15"/>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175"/>
                                        <p:tgtEl>
                                          <p:spTgt spid="17"/>
                                        </p:tgtEl>
                                      </p:cBhvr>
                                    </p:animEffect>
                                    <p:set>
                                      <p:cBhvr>
                                        <p:cTn id="115" dur="1" fill="hold">
                                          <p:stCondLst>
                                            <p:cond delay="174"/>
                                          </p:stCondLst>
                                        </p:cTn>
                                        <p:tgtEl>
                                          <p:spTgt spid="17"/>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175"/>
                                        <p:tgtEl>
                                          <p:spTgt spid="18"/>
                                        </p:tgtEl>
                                      </p:cBhvr>
                                    </p:animEffect>
                                    <p:set>
                                      <p:cBhvr>
                                        <p:cTn id="118" dur="1" fill="hold">
                                          <p:stCondLst>
                                            <p:cond delay="174"/>
                                          </p:stCondLst>
                                        </p:cTn>
                                        <p:tgtEl>
                                          <p:spTgt spid="18"/>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175"/>
                                        <p:tgtEl>
                                          <p:spTgt spid="19"/>
                                        </p:tgtEl>
                                      </p:cBhvr>
                                    </p:animEffect>
                                    <p:set>
                                      <p:cBhvr>
                                        <p:cTn id="121" dur="1" fill="hold">
                                          <p:stCondLst>
                                            <p:cond delay="174"/>
                                          </p:stCondLst>
                                        </p:cTn>
                                        <p:tgtEl>
                                          <p:spTgt spid="19"/>
                                        </p:tgtEl>
                                        <p:attrNameLst>
                                          <p:attrName>style.visibility</p:attrName>
                                        </p:attrNameLst>
                                      </p:cBhvr>
                                      <p:to>
                                        <p:strVal val="hidden"/>
                                      </p:to>
                                    </p:set>
                                  </p:childTnLst>
                                </p:cTn>
                              </p:par>
                              <p:par>
                                <p:cTn id="122" presetID="10" presetClass="exit" presetSubtype="0" grpId="0" fill="hold" nodeType="withEffect">
                                  <p:stCondLst>
                                    <p:cond delay="0"/>
                                  </p:stCondLst>
                                  <p:childTnLst>
                                    <p:animEffect transition="out" filter="fade">
                                      <p:cBhvr>
                                        <p:cTn id="123" dur="175"/>
                                        <p:tgtEl>
                                          <p:spTgt spid="20">
                                            <p:txEl>
                                              <p:pRg st="0" end="0"/>
                                            </p:txEl>
                                          </p:spTgt>
                                        </p:tgtEl>
                                      </p:cBhvr>
                                    </p:animEffect>
                                    <p:set>
                                      <p:cBhvr>
                                        <p:cTn id="124" dur="1" fill="hold">
                                          <p:stCondLst>
                                            <p:cond delay="174"/>
                                          </p:stCondLst>
                                        </p:cTn>
                                        <p:tgtEl>
                                          <p:spTgt spid="20">
                                            <p:txEl>
                                              <p:pRg st="0" end="0"/>
                                            </p:txEl>
                                          </p:spTgt>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175"/>
                                        <p:tgtEl>
                                          <p:spTgt spid="20">
                                            <p:txEl>
                                              <p:pRg st="1" end="1"/>
                                            </p:txEl>
                                          </p:spTgt>
                                        </p:tgtEl>
                                      </p:cBhvr>
                                    </p:animEffect>
                                    <p:set>
                                      <p:cBhvr>
                                        <p:cTn id="127" dur="1" fill="hold">
                                          <p:stCondLst>
                                            <p:cond delay="174"/>
                                          </p:stCondLst>
                                        </p:cTn>
                                        <p:tgtEl>
                                          <p:spTgt spid="20">
                                            <p:txEl>
                                              <p:pRg st="1" end="1"/>
                                            </p:txEl>
                                          </p:spTgt>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175"/>
                                        <p:tgtEl>
                                          <p:spTgt spid="20">
                                            <p:txEl>
                                              <p:pRg st="2" end="2"/>
                                            </p:txEl>
                                          </p:spTgt>
                                        </p:tgtEl>
                                      </p:cBhvr>
                                    </p:animEffect>
                                    <p:set>
                                      <p:cBhvr>
                                        <p:cTn id="130" dur="1" fill="hold">
                                          <p:stCondLst>
                                            <p:cond delay="174"/>
                                          </p:stCondLst>
                                        </p:cTn>
                                        <p:tgtEl>
                                          <p:spTgt spid="20">
                                            <p:txEl>
                                              <p:pRg st="2" end="2"/>
                                            </p:txEl>
                                          </p:spTgt>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175"/>
                                        <p:tgtEl>
                                          <p:spTgt spid="25"/>
                                        </p:tgtEl>
                                      </p:cBhvr>
                                    </p:animEffect>
                                    <p:set>
                                      <p:cBhvr>
                                        <p:cTn id="133" dur="1" fill="hold">
                                          <p:stCondLst>
                                            <p:cond delay="174"/>
                                          </p:stCondLst>
                                        </p:cTn>
                                        <p:tgtEl>
                                          <p:spTgt spid="25"/>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175"/>
                                        <p:tgtEl>
                                          <p:spTgt spid="26"/>
                                        </p:tgtEl>
                                      </p:cBhvr>
                                    </p:animEffect>
                                    <p:set>
                                      <p:cBhvr>
                                        <p:cTn id="136" dur="1" fill="hold">
                                          <p:stCondLst>
                                            <p:cond delay="174"/>
                                          </p:stCondLst>
                                        </p:cTn>
                                        <p:tgtEl>
                                          <p:spTgt spid="26"/>
                                        </p:tgtEl>
                                        <p:attrNameLst>
                                          <p:attrName>style.visibility</p:attrName>
                                        </p:attrNameLst>
                                      </p:cBhvr>
                                      <p:to>
                                        <p:strVal val="hidden"/>
                                      </p:to>
                                    </p:set>
                                  </p:childTnLst>
                                </p:cTn>
                              </p:par>
                              <p:par>
                                <p:cTn id="137" presetID="0" presetClass="path" presetSubtype="0" accel="50000" decel="50000" fill="hold" nodeType="withEffect">
                                  <p:stCondLst>
                                    <p:cond delay="0"/>
                                  </p:stCondLst>
                                  <p:childTnLst>
                                    <p:animMotion origin="layout" path="M 0 0 L 0.28302 -0.04742 E" pathEditMode="relative" rAng="0" ptsTypes="AA">
                                      <p:cBhvr>
                                        <p:cTn id="138" dur="375" fill="hold"/>
                                        <p:tgtEl>
                                          <p:spTgt spid="24"/>
                                        </p:tgtEl>
                                        <p:attrNameLst>
                                          <p:attrName>ppt_x</p:attrName>
                                          <p:attrName>ppt_y</p:attrName>
                                        </p:attrNameLst>
                                      </p:cBhvr>
                                      <p:rCtr x="14150" y="-2371"/>
                                    </p:animMotion>
                                  </p:childTnLst>
                                </p:cTn>
                              </p:par>
                              <p:par>
                                <p:cTn id="139" presetID="6" presetClass="emph" presetSubtype="0" accel="50000" decel="50000" fill="hold" nodeType="withEffect">
                                  <p:stCondLst>
                                    <p:cond delay="0"/>
                                  </p:stCondLst>
                                  <p:childTnLst>
                                    <p:animScale>
                                      <p:cBhvr>
                                        <p:cTn id="140" dur="375" fill="hold"/>
                                        <p:tgtEl>
                                          <p:spTgt spid="24"/>
                                        </p:tgtEl>
                                      </p:cBhvr>
                                      <p:by x="26801" y="26801"/>
                                    </p:animScale>
                                  </p:childTnLst>
                                </p:cTn>
                              </p:par>
                              <p:par>
                                <p:cTn id="141" presetID="10" presetClass="entr" presetSubtype="0" fill="hold" nodeType="withEffect">
                                  <p:stCondLst>
                                    <p:cond delay="225"/>
                                  </p:stCondLst>
                                  <p:childTnLst>
                                    <p:set>
                                      <p:cBhvr>
                                        <p:cTn id="142" dur="1" fill="hold">
                                          <p:stCondLst>
                                            <p:cond delay="0"/>
                                          </p:stCondLst>
                                        </p:cTn>
                                        <p:tgtEl>
                                          <p:spTgt spid="27"/>
                                        </p:tgtEl>
                                        <p:attrNameLst>
                                          <p:attrName>style.visibility</p:attrName>
                                        </p:attrNameLst>
                                      </p:cBhvr>
                                      <p:to>
                                        <p:strVal val="visible"/>
                                      </p:to>
                                    </p:set>
                                    <p:animEffect transition="in" filter="fade">
                                      <p:cBhvr>
                                        <p:cTn id="143" dur="225"/>
                                        <p:tgtEl>
                                          <p:spTgt spid="27"/>
                                        </p:tgtEl>
                                      </p:cBhvr>
                                    </p:animEffect>
                                  </p:childTnLst>
                                </p:cTn>
                              </p:par>
                              <p:par>
                                <p:cTn id="144" presetID="10" presetClass="entr" presetSubtype="0" fill="hold" nodeType="withEffect">
                                  <p:stCondLst>
                                    <p:cond delay="260"/>
                                  </p:stCondLst>
                                  <p:childTnLst>
                                    <p:set>
                                      <p:cBhvr>
                                        <p:cTn id="145" dur="1" fill="hold">
                                          <p:stCondLst>
                                            <p:cond delay="0"/>
                                          </p:stCondLst>
                                        </p:cTn>
                                        <p:tgtEl>
                                          <p:spTgt spid="28"/>
                                        </p:tgtEl>
                                        <p:attrNameLst>
                                          <p:attrName>style.visibility</p:attrName>
                                        </p:attrNameLst>
                                      </p:cBhvr>
                                      <p:to>
                                        <p:strVal val="visible"/>
                                      </p:to>
                                    </p:set>
                                    <p:animEffect transition="in" filter="fade">
                                      <p:cBhvr>
                                        <p:cTn id="146" dur="225"/>
                                        <p:tgtEl>
                                          <p:spTgt spid="28"/>
                                        </p:tgtEl>
                                      </p:cBhvr>
                                    </p:animEffect>
                                  </p:childTnLst>
                                </p:cTn>
                              </p:par>
                              <p:par>
                                <p:cTn id="147" presetID="22" presetClass="entr" presetSubtype="8" fill="hold" nodeType="withEffect">
                                  <p:stCondLst>
                                    <p:cond delay="295"/>
                                  </p:stCondLst>
                                  <p:childTnLst>
                                    <p:set>
                                      <p:cBhvr>
                                        <p:cTn id="148" dur="1" fill="hold">
                                          <p:stCondLst>
                                            <p:cond delay="0"/>
                                          </p:stCondLst>
                                        </p:cTn>
                                        <p:tgtEl>
                                          <p:spTgt spid="29"/>
                                        </p:tgtEl>
                                        <p:attrNameLst>
                                          <p:attrName>style.visibility</p:attrName>
                                        </p:attrNameLst>
                                      </p:cBhvr>
                                      <p:to>
                                        <p:strVal val="visible"/>
                                      </p:to>
                                    </p:set>
                                    <p:animEffect transition="in" filter="wipe(left)">
                                      <p:cBhvr>
                                        <p:cTn id="149" dur="250"/>
                                        <p:tgtEl>
                                          <p:spTgt spid="29"/>
                                        </p:tgtEl>
                                      </p:cBhvr>
                                    </p:animEffect>
                                  </p:childTnLst>
                                </p:cTn>
                              </p:par>
                              <p:par>
                                <p:cTn id="150" presetID="10" presetClass="entr" presetSubtype="0" fill="hold" nodeType="withEffect">
                                  <p:stCondLst>
                                    <p:cond delay="330"/>
                                  </p:stCondLst>
                                  <p:childTnLst>
                                    <p:set>
                                      <p:cBhvr>
                                        <p:cTn id="151" dur="1" fill="hold">
                                          <p:stCondLst>
                                            <p:cond delay="0"/>
                                          </p:stCondLst>
                                        </p:cTn>
                                        <p:tgtEl>
                                          <p:spTgt spid="30"/>
                                        </p:tgtEl>
                                        <p:attrNameLst>
                                          <p:attrName>style.visibility</p:attrName>
                                        </p:attrNameLst>
                                      </p:cBhvr>
                                      <p:to>
                                        <p:strVal val="visible"/>
                                      </p:to>
                                    </p:set>
                                    <p:animEffect transition="in" filter="fade">
                                      <p:cBhvr>
                                        <p:cTn id="152" dur="225"/>
                                        <p:tgtEl>
                                          <p:spTgt spid="30"/>
                                        </p:tgtEl>
                                      </p:cBhvr>
                                    </p:animEffect>
                                  </p:childTnLst>
                                </p:cTn>
                              </p:par>
                              <p:par>
                                <p:cTn id="153" presetID="10" presetClass="entr" presetSubtype="0" grpId="0" fill="hold" nodeType="withEffect">
                                  <p:stCondLst>
                                    <p:cond delay="365"/>
                                  </p:stCondLst>
                                  <p:childTnLst>
                                    <p:set>
                                      <p:cBhvr>
                                        <p:cTn id="154" dur="1" fill="hold">
                                          <p:stCondLst>
                                            <p:cond delay="0"/>
                                          </p:stCondLst>
                                        </p:cTn>
                                        <p:tgtEl>
                                          <p:spTgt spid="31">
                                            <p:txEl>
                                              <p:pRg st="0" end="0"/>
                                            </p:txEl>
                                          </p:spTgt>
                                        </p:tgtEl>
                                        <p:attrNameLst>
                                          <p:attrName>style.visibility</p:attrName>
                                        </p:attrNameLst>
                                      </p:cBhvr>
                                      <p:to>
                                        <p:strVal val="visible"/>
                                      </p:to>
                                    </p:set>
                                    <p:animEffect transition="in" filter="fade">
                                      <p:cBhvr>
                                        <p:cTn id="155" dur="225"/>
                                        <p:tgtEl>
                                          <p:spTgt spid="31">
                                            <p:txEl>
                                              <p:pRg st="0" end="0"/>
                                            </p:txEl>
                                          </p:spTgt>
                                        </p:tgtEl>
                                      </p:cBhvr>
                                    </p:animEffect>
                                  </p:childTnLst>
                                </p:cTn>
                              </p:par>
                              <p:par>
                                <p:cTn id="156" presetID="10" presetClass="entr" presetSubtype="0" grpId="0" fill="hold" nodeType="withEffect">
                                  <p:stCondLst>
                                    <p:cond delay="555"/>
                                  </p:stCondLst>
                                  <p:childTnLst>
                                    <p:set>
                                      <p:cBhvr>
                                        <p:cTn id="157" dur="1" fill="hold">
                                          <p:stCondLst>
                                            <p:cond delay="0"/>
                                          </p:stCondLst>
                                        </p:cTn>
                                        <p:tgtEl>
                                          <p:spTgt spid="31">
                                            <p:txEl>
                                              <p:pRg st="1" end="1"/>
                                            </p:txEl>
                                          </p:spTgt>
                                        </p:tgtEl>
                                        <p:attrNameLst>
                                          <p:attrName>style.visibility</p:attrName>
                                        </p:attrNameLst>
                                      </p:cBhvr>
                                      <p:to>
                                        <p:strVal val="visible"/>
                                      </p:to>
                                    </p:set>
                                    <p:animEffect transition="in" filter="fade">
                                      <p:cBhvr>
                                        <p:cTn id="158" dur="225"/>
                                        <p:tgtEl>
                                          <p:spTgt spid="31">
                                            <p:txEl>
                                              <p:pRg st="1" end="1"/>
                                            </p:txEl>
                                          </p:spTgt>
                                        </p:tgtEl>
                                      </p:cBhvr>
                                    </p:animEffect>
                                  </p:childTnLst>
                                </p:cTn>
                              </p:par>
                              <p:par>
                                <p:cTn id="159" presetID="10" presetClass="entr" presetSubtype="0" grpId="0" fill="hold" nodeType="withEffect">
                                  <p:stCondLst>
                                    <p:cond delay="745"/>
                                  </p:stCondLst>
                                  <p:childTnLst>
                                    <p:set>
                                      <p:cBhvr>
                                        <p:cTn id="160" dur="1" fill="hold">
                                          <p:stCondLst>
                                            <p:cond delay="0"/>
                                          </p:stCondLst>
                                        </p:cTn>
                                        <p:tgtEl>
                                          <p:spTgt spid="31">
                                            <p:txEl>
                                              <p:pRg st="2" end="2"/>
                                            </p:txEl>
                                          </p:spTgt>
                                        </p:tgtEl>
                                        <p:attrNameLst>
                                          <p:attrName>style.visibility</p:attrName>
                                        </p:attrNameLst>
                                      </p:cBhvr>
                                      <p:to>
                                        <p:strVal val="visible"/>
                                      </p:to>
                                    </p:set>
                                    <p:animEffect transition="in" filter="fade">
                                      <p:cBhvr>
                                        <p:cTn id="161" dur="225"/>
                                        <p:tgtEl>
                                          <p:spTgt spid="31">
                                            <p:txEl>
                                              <p:pRg st="2" end="2"/>
                                            </p:txEl>
                                          </p:spTgt>
                                        </p:tgtEl>
                                      </p:cBhvr>
                                    </p:animEffect>
                                  </p:childTnLst>
                                </p:cTn>
                              </p:par>
                              <p:par>
                                <p:cTn id="162" presetID="10" presetClass="entr" presetSubtype="0" fill="hold" nodeType="withEffect">
                                  <p:stCondLst>
                                    <p:cond delay="400"/>
                                  </p:stCondLst>
                                  <p:childTnLst>
                                    <p:set>
                                      <p:cBhvr>
                                        <p:cTn id="163" dur="1" fill="hold">
                                          <p:stCondLst>
                                            <p:cond delay="0"/>
                                          </p:stCondLst>
                                        </p:cTn>
                                        <p:tgtEl>
                                          <p:spTgt spid="32"/>
                                        </p:tgtEl>
                                        <p:attrNameLst>
                                          <p:attrName>style.visibility</p:attrName>
                                        </p:attrNameLst>
                                      </p:cBhvr>
                                      <p:to>
                                        <p:strVal val="visible"/>
                                      </p:to>
                                    </p:set>
                                    <p:animEffect transition="in" filter="fade">
                                      <p:cBhvr>
                                        <p:cTn id="164" dur="225"/>
                                        <p:tgtEl>
                                          <p:spTgt spid="32"/>
                                        </p:tgtEl>
                                      </p:cBhvr>
                                    </p:animEffect>
                                  </p:childTnLst>
                                </p:cTn>
                              </p:par>
                              <p:par>
                                <p:cTn id="165" presetID="22" presetClass="entr" presetSubtype="8" fill="hold" nodeType="withEffect">
                                  <p:stCondLst>
                                    <p:cond delay="435"/>
                                  </p:stCondLst>
                                  <p:childTnLst>
                                    <p:set>
                                      <p:cBhvr>
                                        <p:cTn id="166" dur="1" fill="hold">
                                          <p:stCondLst>
                                            <p:cond delay="0"/>
                                          </p:stCondLst>
                                        </p:cTn>
                                        <p:tgtEl>
                                          <p:spTgt spid="33"/>
                                        </p:tgtEl>
                                        <p:attrNameLst>
                                          <p:attrName>style.visibility</p:attrName>
                                        </p:attrNameLst>
                                      </p:cBhvr>
                                      <p:to>
                                        <p:strVal val="visible"/>
                                      </p:to>
                                    </p:set>
                                    <p:animEffect transition="in" filter="wipe(left)">
                                      <p:cBhvr>
                                        <p:cTn id="167" dur="250"/>
                                        <p:tgtEl>
                                          <p:spTgt spid="33"/>
                                        </p:tgtEl>
                                      </p:cBhvr>
                                    </p:animEffect>
                                  </p:childTnLst>
                                </p:cTn>
                              </p:par>
                              <p:par>
                                <p:cTn id="168" presetID="10" presetClass="entr" presetSubtype="0" fill="hold" nodeType="withEffect">
                                  <p:stCondLst>
                                    <p:cond delay="470"/>
                                  </p:stCondLst>
                                  <p:childTnLst>
                                    <p:set>
                                      <p:cBhvr>
                                        <p:cTn id="169" dur="1" fill="hold">
                                          <p:stCondLst>
                                            <p:cond delay="0"/>
                                          </p:stCondLst>
                                        </p:cTn>
                                        <p:tgtEl>
                                          <p:spTgt spid="34"/>
                                        </p:tgtEl>
                                        <p:attrNameLst>
                                          <p:attrName>style.visibility</p:attrName>
                                        </p:attrNameLst>
                                      </p:cBhvr>
                                      <p:to>
                                        <p:strVal val="visible"/>
                                      </p:to>
                                    </p:set>
                                    <p:animEffect transition="in" filter="fade">
                                      <p:cBhvr>
                                        <p:cTn id="170" dur="225"/>
                                        <p:tgtEl>
                                          <p:spTgt spid="34"/>
                                        </p:tgtEl>
                                      </p:cBhvr>
                                    </p:animEffect>
                                  </p:childTnLst>
                                </p:cTn>
                              </p:par>
                              <p:par>
                                <p:cTn id="171" presetID="10" presetClass="entr" presetSubtype="0" grpId="0" fill="hold" nodeType="withEffect">
                                  <p:stCondLst>
                                    <p:cond delay="505"/>
                                  </p:stCondLst>
                                  <p:childTnLst>
                                    <p:set>
                                      <p:cBhvr>
                                        <p:cTn id="172" dur="1" fill="hold">
                                          <p:stCondLst>
                                            <p:cond delay="0"/>
                                          </p:stCondLst>
                                        </p:cTn>
                                        <p:tgtEl>
                                          <p:spTgt spid="35">
                                            <p:txEl>
                                              <p:pRg st="0" end="0"/>
                                            </p:txEl>
                                          </p:spTgt>
                                        </p:tgtEl>
                                        <p:attrNameLst>
                                          <p:attrName>style.visibility</p:attrName>
                                        </p:attrNameLst>
                                      </p:cBhvr>
                                      <p:to>
                                        <p:strVal val="visible"/>
                                      </p:to>
                                    </p:set>
                                    <p:animEffect transition="in" filter="fade">
                                      <p:cBhvr>
                                        <p:cTn id="173" dur="225"/>
                                        <p:tgtEl>
                                          <p:spTgt spid="35">
                                            <p:txEl>
                                              <p:pRg st="0" end="0"/>
                                            </p:txEl>
                                          </p:spTgt>
                                        </p:tgtEl>
                                      </p:cBhvr>
                                    </p:animEffect>
                                  </p:childTnLst>
                                </p:cTn>
                              </p:par>
                              <p:par>
                                <p:cTn id="174" presetID="10" presetClass="entr" presetSubtype="0" grpId="0" fill="hold" nodeType="withEffect">
                                  <p:stCondLst>
                                    <p:cond delay="695"/>
                                  </p:stCondLst>
                                  <p:childTnLst>
                                    <p:set>
                                      <p:cBhvr>
                                        <p:cTn id="175" dur="1" fill="hold">
                                          <p:stCondLst>
                                            <p:cond delay="0"/>
                                          </p:stCondLst>
                                        </p:cTn>
                                        <p:tgtEl>
                                          <p:spTgt spid="35">
                                            <p:txEl>
                                              <p:pRg st="1" end="1"/>
                                            </p:txEl>
                                          </p:spTgt>
                                        </p:tgtEl>
                                        <p:attrNameLst>
                                          <p:attrName>style.visibility</p:attrName>
                                        </p:attrNameLst>
                                      </p:cBhvr>
                                      <p:to>
                                        <p:strVal val="visible"/>
                                      </p:to>
                                    </p:set>
                                    <p:animEffect transition="in" filter="fade">
                                      <p:cBhvr>
                                        <p:cTn id="176" dur="225"/>
                                        <p:tgtEl>
                                          <p:spTgt spid="35">
                                            <p:txEl>
                                              <p:pRg st="1" end="1"/>
                                            </p:txEl>
                                          </p:spTgt>
                                        </p:tgtEl>
                                      </p:cBhvr>
                                    </p:animEffect>
                                  </p:childTnLst>
                                </p:cTn>
                              </p:par>
                              <p:par>
                                <p:cTn id="177" presetID="10" presetClass="entr" presetSubtype="0" grpId="0" fill="hold" nodeType="withEffect">
                                  <p:stCondLst>
                                    <p:cond delay="885"/>
                                  </p:stCondLst>
                                  <p:childTnLst>
                                    <p:set>
                                      <p:cBhvr>
                                        <p:cTn id="178" dur="1" fill="hold">
                                          <p:stCondLst>
                                            <p:cond delay="0"/>
                                          </p:stCondLst>
                                        </p:cTn>
                                        <p:tgtEl>
                                          <p:spTgt spid="35">
                                            <p:txEl>
                                              <p:pRg st="2" end="2"/>
                                            </p:txEl>
                                          </p:spTgt>
                                        </p:tgtEl>
                                        <p:attrNameLst>
                                          <p:attrName>style.visibility</p:attrName>
                                        </p:attrNameLst>
                                      </p:cBhvr>
                                      <p:to>
                                        <p:strVal val="visible"/>
                                      </p:to>
                                    </p:set>
                                    <p:animEffect transition="in" filter="fade">
                                      <p:cBhvr>
                                        <p:cTn id="179" dur="225"/>
                                        <p:tgtEl>
                                          <p:spTgt spid="35">
                                            <p:txEl>
                                              <p:pRg st="2" end="2"/>
                                            </p:txEl>
                                          </p:spTgt>
                                        </p:tgtEl>
                                      </p:cBhvr>
                                    </p:animEffect>
                                  </p:childTnLst>
                                </p:cTn>
                              </p:par>
                              <p:par>
                                <p:cTn id="180" presetID="10" presetClass="entr" presetSubtype="0" fill="hold" nodeType="withEffect">
                                  <p:stCondLst>
                                    <p:cond delay="540"/>
                                  </p:stCondLst>
                                  <p:childTnLst>
                                    <p:set>
                                      <p:cBhvr>
                                        <p:cTn id="181" dur="1" fill="hold">
                                          <p:stCondLst>
                                            <p:cond delay="0"/>
                                          </p:stCondLst>
                                        </p:cTn>
                                        <p:tgtEl>
                                          <p:spTgt spid="36"/>
                                        </p:tgtEl>
                                        <p:attrNameLst>
                                          <p:attrName>style.visibility</p:attrName>
                                        </p:attrNameLst>
                                      </p:cBhvr>
                                      <p:to>
                                        <p:strVal val="visible"/>
                                      </p:to>
                                    </p:set>
                                    <p:animEffect transition="in" filter="fade">
                                      <p:cBhvr>
                                        <p:cTn id="182" dur="225"/>
                                        <p:tgtEl>
                                          <p:spTgt spid="36"/>
                                        </p:tgtEl>
                                      </p:cBhvr>
                                    </p:animEffect>
                                  </p:childTnLst>
                                </p:cTn>
                              </p:par>
                              <p:par>
                                <p:cTn id="183" presetID="22" presetClass="entr" presetSubtype="8" fill="hold" nodeType="withEffect">
                                  <p:stCondLst>
                                    <p:cond delay="575"/>
                                  </p:stCondLst>
                                  <p:childTnLst>
                                    <p:set>
                                      <p:cBhvr>
                                        <p:cTn id="184" dur="1" fill="hold">
                                          <p:stCondLst>
                                            <p:cond delay="0"/>
                                          </p:stCondLst>
                                        </p:cTn>
                                        <p:tgtEl>
                                          <p:spTgt spid="37"/>
                                        </p:tgtEl>
                                        <p:attrNameLst>
                                          <p:attrName>style.visibility</p:attrName>
                                        </p:attrNameLst>
                                      </p:cBhvr>
                                      <p:to>
                                        <p:strVal val="visible"/>
                                      </p:to>
                                    </p:set>
                                    <p:animEffect transition="in" filter="wipe(left)">
                                      <p:cBhvr>
                                        <p:cTn id="185" dur="250"/>
                                        <p:tgtEl>
                                          <p:spTgt spid="37"/>
                                        </p:tgtEl>
                                      </p:cBhvr>
                                    </p:animEffect>
                                  </p:childTnLst>
                                </p:cTn>
                              </p:par>
                              <p:par>
                                <p:cTn id="186" presetID="10" presetClass="entr" presetSubtype="0" fill="hold" nodeType="withEffect">
                                  <p:stCondLst>
                                    <p:cond delay="610"/>
                                  </p:stCondLst>
                                  <p:childTnLst>
                                    <p:set>
                                      <p:cBhvr>
                                        <p:cTn id="187" dur="1" fill="hold">
                                          <p:stCondLst>
                                            <p:cond delay="0"/>
                                          </p:stCondLst>
                                        </p:cTn>
                                        <p:tgtEl>
                                          <p:spTgt spid="38"/>
                                        </p:tgtEl>
                                        <p:attrNameLst>
                                          <p:attrName>style.visibility</p:attrName>
                                        </p:attrNameLst>
                                      </p:cBhvr>
                                      <p:to>
                                        <p:strVal val="visible"/>
                                      </p:to>
                                    </p:set>
                                    <p:animEffect transition="in" filter="fade">
                                      <p:cBhvr>
                                        <p:cTn id="188" dur="225"/>
                                        <p:tgtEl>
                                          <p:spTgt spid="38"/>
                                        </p:tgtEl>
                                      </p:cBhvr>
                                    </p:animEffect>
                                  </p:childTnLst>
                                </p:cTn>
                              </p:par>
                              <p:par>
                                <p:cTn id="189" presetID="10" presetClass="entr" presetSubtype="0" grpId="0" fill="hold" nodeType="withEffect">
                                  <p:stCondLst>
                                    <p:cond delay="645"/>
                                  </p:stCondLst>
                                  <p:childTnLst>
                                    <p:set>
                                      <p:cBhvr>
                                        <p:cTn id="190" dur="1" fill="hold">
                                          <p:stCondLst>
                                            <p:cond delay="0"/>
                                          </p:stCondLst>
                                        </p:cTn>
                                        <p:tgtEl>
                                          <p:spTgt spid="39">
                                            <p:txEl>
                                              <p:pRg st="0" end="0"/>
                                            </p:txEl>
                                          </p:spTgt>
                                        </p:tgtEl>
                                        <p:attrNameLst>
                                          <p:attrName>style.visibility</p:attrName>
                                        </p:attrNameLst>
                                      </p:cBhvr>
                                      <p:to>
                                        <p:strVal val="visible"/>
                                      </p:to>
                                    </p:set>
                                    <p:animEffect transition="in" filter="fade">
                                      <p:cBhvr>
                                        <p:cTn id="191" dur="225"/>
                                        <p:tgtEl>
                                          <p:spTgt spid="39">
                                            <p:txEl>
                                              <p:pRg st="0" end="0"/>
                                            </p:txEl>
                                          </p:spTgt>
                                        </p:tgtEl>
                                      </p:cBhvr>
                                    </p:animEffect>
                                  </p:childTnLst>
                                </p:cTn>
                              </p:par>
                              <p:par>
                                <p:cTn id="192" presetID="10" presetClass="entr" presetSubtype="0" grpId="0" fill="hold" nodeType="withEffect">
                                  <p:stCondLst>
                                    <p:cond delay="835"/>
                                  </p:stCondLst>
                                  <p:childTnLst>
                                    <p:set>
                                      <p:cBhvr>
                                        <p:cTn id="193" dur="1" fill="hold">
                                          <p:stCondLst>
                                            <p:cond delay="0"/>
                                          </p:stCondLst>
                                        </p:cTn>
                                        <p:tgtEl>
                                          <p:spTgt spid="39">
                                            <p:txEl>
                                              <p:pRg st="1" end="1"/>
                                            </p:txEl>
                                          </p:spTgt>
                                        </p:tgtEl>
                                        <p:attrNameLst>
                                          <p:attrName>style.visibility</p:attrName>
                                        </p:attrNameLst>
                                      </p:cBhvr>
                                      <p:to>
                                        <p:strVal val="visible"/>
                                      </p:to>
                                    </p:set>
                                    <p:animEffect transition="in" filter="fade">
                                      <p:cBhvr>
                                        <p:cTn id="194" dur="225"/>
                                        <p:tgtEl>
                                          <p:spTgt spid="39">
                                            <p:txEl>
                                              <p:pRg st="1" end="1"/>
                                            </p:txEl>
                                          </p:spTgt>
                                        </p:tgtEl>
                                      </p:cBhvr>
                                    </p:animEffect>
                                  </p:childTnLst>
                                </p:cTn>
                              </p:par>
                              <p:par>
                                <p:cTn id="195" presetID="10" presetClass="entr" presetSubtype="0" grpId="0" fill="hold" nodeType="withEffect">
                                  <p:stCondLst>
                                    <p:cond delay="1025"/>
                                  </p:stCondLst>
                                  <p:childTnLst>
                                    <p:set>
                                      <p:cBhvr>
                                        <p:cTn id="196" dur="1" fill="hold">
                                          <p:stCondLst>
                                            <p:cond delay="0"/>
                                          </p:stCondLst>
                                        </p:cTn>
                                        <p:tgtEl>
                                          <p:spTgt spid="39">
                                            <p:txEl>
                                              <p:pRg st="2" end="2"/>
                                            </p:txEl>
                                          </p:spTgt>
                                        </p:tgtEl>
                                        <p:attrNameLst>
                                          <p:attrName>style.visibility</p:attrName>
                                        </p:attrNameLst>
                                      </p:cBhvr>
                                      <p:to>
                                        <p:strVal val="visible"/>
                                      </p:to>
                                    </p:set>
                                    <p:animEffect transition="in" filter="fade">
                                      <p:cBhvr>
                                        <p:cTn id="197" dur="225"/>
                                        <p:tgtEl>
                                          <p:spTgt spid="39">
                                            <p:txEl>
                                              <p:pRg st="2" end="2"/>
                                            </p:txEl>
                                          </p:spTgt>
                                        </p:tgtEl>
                                      </p:cBhvr>
                                    </p:animEffect>
                                  </p:childTnLst>
                                </p:cTn>
                              </p:par>
                              <p:par>
                                <p:cTn id="198" presetID="10" presetClass="entr" presetSubtype="0" fill="hold" nodeType="withEffect">
                                  <p:stCondLst>
                                    <p:cond delay="680"/>
                                  </p:stCondLst>
                                  <p:childTnLst>
                                    <p:set>
                                      <p:cBhvr>
                                        <p:cTn id="199" dur="1" fill="hold">
                                          <p:stCondLst>
                                            <p:cond delay="0"/>
                                          </p:stCondLst>
                                        </p:cTn>
                                        <p:tgtEl>
                                          <p:spTgt spid="40"/>
                                        </p:tgtEl>
                                        <p:attrNameLst>
                                          <p:attrName>style.visibility</p:attrName>
                                        </p:attrNameLst>
                                      </p:cBhvr>
                                      <p:to>
                                        <p:strVal val="visible"/>
                                      </p:to>
                                    </p:set>
                                    <p:animEffect transition="in" filter="fade">
                                      <p:cBhvr>
                                        <p:cTn id="200" dur="225"/>
                                        <p:tgtEl>
                                          <p:spTgt spid="40"/>
                                        </p:tgtEl>
                                      </p:cBhvr>
                                    </p:animEffect>
                                  </p:childTnLst>
                                </p:cTn>
                              </p:par>
                              <p:par>
                                <p:cTn id="201" presetID="22" presetClass="entr" presetSubtype="8" fill="hold" nodeType="withEffect">
                                  <p:stCondLst>
                                    <p:cond delay="715"/>
                                  </p:stCondLst>
                                  <p:childTnLst>
                                    <p:set>
                                      <p:cBhvr>
                                        <p:cTn id="202" dur="1" fill="hold">
                                          <p:stCondLst>
                                            <p:cond delay="0"/>
                                          </p:stCondLst>
                                        </p:cTn>
                                        <p:tgtEl>
                                          <p:spTgt spid="41"/>
                                        </p:tgtEl>
                                        <p:attrNameLst>
                                          <p:attrName>style.visibility</p:attrName>
                                        </p:attrNameLst>
                                      </p:cBhvr>
                                      <p:to>
                                        <p:strVal val="visible"/>
                                      </p:to>
                                    </p:set>
                                    <p:animEffect transition="in" filter="wipe(left)">
                                      <p:cBhvr>
                                        <p:cTn id="203" dur="250"/>
                                        <p:tgtEl>
                                          <p:spTgt spid="41"/>
                                        </p:tgtEl>
                                      </p:cBhvr>
                                    </p:animEffect>
                                  </p:childTnLst>
                                </p:cTn>
                              </p:par>
                              <p:par>
                                <p:cTn id="204" presetID="10" presetClass="entr" presetSubtype="0" fill="hold" nodeType="withEffect">
                                  <p:stCondLst>
                                    <p:cond delay="290"/>
                                  </p:stCondLst>
                                  <p:childTnLst>
                                    <p:set>
                                      <p:cBhvr>
                                        <p:cTn id="205" dur="1" fill="hold">
                                          <p:stCondLst>
                                            <p:cond delay="0"/>
                                          </p:stCondLst>
                                        </p:cTn>
                                        <p:tgtEl>
                                          <p:spTgt spid="42"/>
                                        </p:tgtEl>
                                        <p:attrNameLst>
                                          <p:attrName>style.visibility</p:attrName>
                                        </p:attrNameLst>
                                      </p:cBhvr>
                                      <p:to>
                                        <p:strVal val="visible"/>
                                      </p:to>
                                    </p:set>
                                    <p:animEffect transition="in" filter="fade">
                                      <p:cBhvr>
                                        <p:cTn id="206" dur="225"/>
                                        <p:tgtEl>
                                          <p:spTgt spid="42"/>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xit" presetSubtype="0" fill="hold" nodeType="clickEffect">
                                  <p:stCondLst>
                                    <p:cond delay="0"/>
                                  </p:stCondLst>
                                  <p:childTnLst>
                                    <p:animEffect transition="out" filter="fade">
                                      <p:cBhvr>
                                        <p:cTn id="210" dur="175"/>
                                        <p:tgtEl>
                                          <p:spTgt spid="27"/>
                                        </p:tgtEl>
                                      </p:cBhvr>
                                    </p:animEffect>
                                    <p:set>
                                      <p:cBhvr>
                                        <p:cTn id="211" dur="1" fill="hold">
                                          <p:stCondLst>
                                            <p:cond delay="174"/>
                                          </p:stCondLst>
                                        </p:cTn>
                                        <p:tgtEl>
                                          <p:spTgt spid="27"/>
                                        </p:tgtEl>
                                        <p:attrNameLst>
                                          <p:attrName>style.visibility</p:attrName>
                                        </p:attrNameLst>
                                      </p:cBhvr>
                                      <p:to>
                                        <p:strVal val="hidden"/>
                                      </p:to>
                                    </p:set>
                                  </p:childTnLst>
                                </p:cTn>
                              </p:par>
                              <p:par>
                                <p:cTn id="212" presetID="10" presetClass="exit" presetSubtype="0" fill="hold" nodeType="withEffect">
                                  <p:stCondLst>
                                    <p:cond delay="0"/>
                                  </p:stCondLst>
                                  <p:childTnLst>
                                    <p:animEffect transition="out" filter="fade">
                                      <p:cBhvr>
                                        <p:cTn id="213" dur="175"/>
                                        <p:tgtEl>
                                          <p:spTgt spid="28"/>
                                        </p:tgtEl>
                                      </p:cBhvr>
                                    </p:animEffect>
                                    <p:set>
                                      <p:cBhvr>
                                        <p:cTn id="214" dur="1" fill="hold">
                                          <p:stCondLst>
                                            <p:cond delay="174"/>
                                          </p:stCondLst>
                                        </p:cTn>
                                        <p:tgtEl>
                                          <p:spTgt spid="28"/>
                                        </p:tgtEl>
                                        <p:attrNameLst>
                                          <p:attrName>style.visibility</p:attrName>
                                        </p:attrNameLst>
                                      </p:cBhvr>
                                      <p:to>
                                        <p:strVal val="hidden"/>
                                      </p:to>
                                    </p:set>
                                  </p:childTnLst>
                                </p:cTn>
                              </p:par>
                              <p:par>
                                <p:cTn id="215" presetID="10" presetClass="exit" presetSubtype="0" fill="hold" nodeType="withEffect">
                                  <p:stCondLst>
                                    <p:cond delay="0"/>
                                  </p:stCondLst>
                                  <p:childTnLst>
                                    <p:animEffect transition="out" filter="fade">
                                      <p:cBhvr>
                                        <p:cTn id="216" dur="175"/>
                                        <p:tgtEl>
                                          <p:spTgt spid="29"/>
                                        </p:tgtEl>
                                      </p:cBhvr>
                                    </p:animEffect>
                                    <p:set>
                                      <p:cBhvr>
                                        <p:cTn id="217" dur="1" fill="hold">
                                          <p:stCondLst>
                                            <p:cond delay="174"/>
                                          </p:stCondLst>
                                        </p:cTn>
                                        <p:tgtEl>
                                          <p:spTgt spid="29"/>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175"/>
                                        <p:tgtEl>
                                          <p:spTgt spid="30"/>
                                        </p:tgtEl>
                                      </p:cBhvr>
                                    </p:animEffect>
                                    <p:set>
                                      <p:cBhvr>
                                        <p:cTn id="220" dur="1" fill="hold">
                                          <p:stCondLst>
                                            <p:cond delay="174"/>
                                          </p:stCondLst>
                                        </p:cTn>
                                        <p:tgtEl>
                                          <p:spTgt spid="30"/>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175"/>
                                        <p:tgtEl>
                                          <p:spTgt spid="31">
                                            <p:txEl>
                                              <p:pRg st="0" end="0"/>
                                            </p:txEl>
                                          </p:spTgt>
                                        </p:tgtEl>
                                      </p:cBhvr>
                                    </p:animEffect>
                                    <p:set>
                                      <p:cBhvr>
                                        <p:cTn id="223" dur="1" fill="hold">
                                          <p:stCondLst>
                                            <p:cond delay="174"/>
                                          </p:stCondLst>
                                        </p:cTn>
                                        <p:tgtEl>
                                          <p:spTgt spid="31">
                                            <p:txEl>
                                              <p:pRg st="0" end="0"/>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175"/>
                                        <p:tgtEl>
                                          <p:spTgt spid="31">
                                            <p:txEl>
                                              <p:pRg st="1" end="1"/>
                                            </p:txEl>
                                          </p:spTgt>
                                        </p:tgtEl>
                                      </p:cBhvr>
                                    </p:animEffect>
                                    <p:set>
                                      <p:cBhvr>
                                        <p:cTn id="226" dur="1" fill="hold">
                                          <p:stCondLst>
                                            <p:cond delay="174"/>
                                          </p:stCondLst>
                                        </p:cTn>
                                        <p:tgtEl>
                                          <p:spTgt spid="31">
                                            <p:txEl>
                                              <p:pRg st="1" end="1"/>
                                            </p:txEl>
                                          </p:spTgt>
                                        </p:tgtEl>
                                        <p:attrNameLst>
                                          <p:attrName>style.visibility</p:attrName>
                                        </p:attrNameLst>
                                      </p:cBhvr>
                                      <p:to>
                                        <p:strVal val="hidden"/>
                                      </p:to>
                                    </p:set>
                                  </p:childTnLst>
                                </p:cTn>
                              </p:par>
                              <p:par>
                                <p:cTn id="227" presetID="10" presetClass="exit" presetSubtype="0" grpId="0" fill="hold" nodeType="withEffect">
                                  <p:stCondLst>
                                    <p:cond delay="0"/>
                                  </p:stCondLst>
                                  <p:childTnLst>
                                    <p:animEffect transition="out" filter="fade">
                                      <p:cBhvr>
                                        <p:cTn id="228" dur="175"/>
                                        <p:tgtEl>
                                          <p:spTgt spid="31">
                                            <p:txEl>
                                              <p:pRg st="2" end="2"/>
                                            </p:txEl>
                                          </p:spTgt>
                                        </p:tgtEl>
                                      </p:cBhvr>
                                    </p:animEffect>
                                    <p:set>
                                      <p:cBhvr>
                                        <p:cTn id="229" dur="1" fill="hold">
                                          <p:stCondLst>
                                            <p:cond delay="174"/>
                                          </p:stCondLst>
                                        </p:cTn>
                                        <p:tgtEl>
                                          <p:spTgt spid="31">
                                            <p:txEl>
                                              <p:pRg st="2" end="2"/>
                                            </p:txEl>
                                          </p:spTgt>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175"/>
                                        <p:tgtEl>
                                          <p:spTgt spid="32"/>
                                        </p:tgtEl>
                                      </p:cBhvr>
                                    </p:animEffect>
                                    <p:set>
                                      <p:cBhvr>
                                        <p:cTn id="232" dur="1" fill="hold">
                                          <p:stCondLst>
                                            <p:cond delay="174"/>
                                          </p:stCondLst>
                                        </p:cTn>
                                        <p:tgtEl>
                                          <p:spTgt spid="32"/>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175"/>
                                        <p:tgtEl>
                                          <p:spTgt spid="33"/>
                                        </p:tgtEl>
                                      </p:cBhvr>
                                    </p:animEffect>
                                    <p:set>
                                      <p:cBhvr>
                                        <p:cTn id="235" dur="1" fill="hold">
                                          <p:stCondLst>
                                            <p:cond delay="174"/>
                                          </p:stCondLst>
                                        </p:cTn>
                                        <p:tgtEl>
                                          <p:spTgt spid="33"/>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175"/>
                                        <p:tgtEl>
                                          <p:spTgt spid="34"/>
                                        </p:tgtEl>
                                      </p:cBhvr>
                                    </p:animEffect>
                                    <p:set>
                                      <p:cBhvr>
                                        <p:cTn id="238" dur="1" fill="hold">
                                          <p:stCondLst>
                                            <p:cond delay="174"/>
                                          </p:stCondLst>
                                        </p:cTn>
                                        <p:tgtEl>
                                          <p:spTgt spid="34"/>
                                        </p:tgtEl>
                                        <p:attrNameLst>
                                          <p:attrName>style.visibility</p:attrName>
                                        </p:attrNameLst>
                                      </p:cBhvr>
                                      <p:to>
                                        <p:strVal val="hidden"/>
                                      </p:to>
                                    </p:set>
                                  </p:childTnLst>
                                </p:cTn>
                              </p:par>
                              <p:par>
                                <p:cTn id="239" presetID="10" presetClass="exit" presetSubtype="0" grpId="0" fill="hold" nodeType="withEffect">
                                  <p:stCondLst>
                                    <p:cond delay="0"/>
                                  </p:stCondLst>
                                  <p:childTnLst>
                                    <p:animEffect transition="out" filter="fade">
                                      <p:cBhvr>
                                        <p:cTn id="240" dur="175"/>
                                        <p:tgtEl>
                                          <p:spTgt spid="35">
                                            <p:txEl>
                                              <p:pRg st="0" end="0"/>
                                            </p:txEl>
                                          </p:spTgt>
                                        </p:tgtEl>
                                      </p:cBhvr>
                                    </p:animEffect>
                                    <p:set>
                                      <p:cBhvr>
                                        <p:cTn id="241" dur="1" fill="hold">
                                          <p:stCondLst>
                                            <p:cond delay="174"/>
                                          </p:stCondLst>
                                        </p:cTn>
                                        <p:tgtEl>
                                          <p:spTgt spid="35">
                                            <p:txEl>
                                              <p:pRg st="0" end="0"/>
                                            </p:txEl>
                                          </p:spTgt>
                                        </p:tgtEl>
                                        <p:attrNameLst>
                                          <p:attrName>style.visibility</p:attrName>
                                        </p:attrNameLst>
                                      </p:cBhvr>
                                      <p:to>
                                        <p:strVal val="hidden"/>
                                      </p:to>
                                    </p:set>
                                  </p:childTnLst>
                                </p:cTn>
                              </p:par>
                              <p:par>
                                <p:cTn id="242" presetID="10" presetClass="exit" presetSubtype="0" grpId="0" fill="hold" nodeType="withEffect">
                                  <p:stCondLst>
                                    <p:cond delay="0"/>
                                  </p:stCondLst>
                                  <p:childTnLst>
                                    <p:animEffect transition="out" filter="fade">
                                      <p:cBhvr>
                                        <p:cTn id="243" dur="175"/>
                                        <p:tgtEl>
                                          <p:spTgt spid="35">
                                            <p:txEl>
                                              <p:pRg st="1" end="1"/>
                                            </p:txEl>
                                          </p:spTgt>
                                        </p:tgtEl>
                                      </p:cBhvr>
                                    </p:animEffect>
                                    <p:set>
                                      <p:cBhvr>
                                        <p:cTn id="244" dur="1" fill="hold">
                                          <p:stCondLst>
                                            <p:cond delay="174"/>
                                          </p:stCondLst>
                                        </p:cTn>
                                        <p:tgtEl>
                                          <p:spTgt spid="35">
                                            <p:txEl>
                                              <p:pRg st="1" end="1"/>
                                            </p:txEl>
                                          </p:spTgt>
                                        </p:tgtEl>
                                        <p:attrNameLst>
                                          <p:attrName>style.visibility</p:attrName>
                                        </p:attrNameLst>
                                      </p:cBhvr>
                                      <p:to>
                                        <p:strVal val="hidden"/>
                                      </p:to>
                                    </p:set>
                                  </p:childTnLst>
                                </p:cTn>
                              </p:par>
                              <p:par>
                                <p:cTn id="245" presetID="10" presetClass="exit" presetSubtype="0" grpId="0" fill="hold" nodeType="withEffect">
                                  <p:stCondLst>
                                    <p:cond delay="0"/>
                                  </p:stCondLst>
                                  <p:childTnLst>
                                    <p:animEffect transition="out" filter="fade">
                                      <p:cBhvr>
                                        <p:cTn id="246" dur="175"/>
                                        <p:tgtEl>
                                          <p:spTgt spid="35">
                                            <p:txEl>
                                              <p:pRg st="2" end="2"/>
                                            </p:txEl>
                                          </p:spTgt>
                                        </p:tgtEl>
                                      </p:cBhvr>
                                    </p:animEffect>
                                    <p:set>
                                      <p:cBhvr>
                                        <p:cTn id="247" dur="1" fill="hold">
                                          <p:stCondLst>
                                            <p:cond delay="174"/>
                                          </p:stCondLst>
                                        </p:cTn>
                                        <p:tgtEl>
                                          <p:spTgt spid="35">
                                            <p:txEl>
                                              <p:pRg st="2" end="2"/>
                                            </p:txEl>
                                          </p:spTgt>
                                        </p:tgtEl>
                                        <p:attrNameLst>
                                          <p:attrName>style.visibility</p:attrName>
                                        </p:attrNameLst>
                                      </p:cBhvr>
                                      <p:to>
                                        <p:strVal val="hidden"/>
                                      </p:to>
                                    </p:set>
                                  </p:childTnLst>
                                </p:cTn>
                              </p:par>
                              <p:par>
                                <p:cTn id="248" presetID="10" presetClass="exit" presetSubtype="0" fill="hold" nodeType="withEffect">
                                  <p:stCondLst>
                                    <p:cond delay="0"/>
                                  </p:stCondLst>
                                  <p:childTnLst>
                                    <p:animEffect transition="out" filter="fade">
                                      <p:cBhvr>
                                        <p:cTn id="249" dur="175"/>
                                        <p:tgtEl>
                                          <p:spTgt spid="36"/>
                                        </p:tgtEl>
                                      </p:cBhvr>
                                    </p:animEffect>
                                    <p:set>
                                      <p:cBhvr>
                                        <p:cTn id="250" dur="1" fill="hold">
                                          <p:stCondLst>
                                            <p:cond delay="174"/>
                                          </p:stCondLst>
                                        </p:cTn>
                                        <p:tgtEl>
                                          <p:spTgt spid="36"/>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175"/>
                                        <p:tgtEl>
                                          <p:spTgt spid="37"/>
                                        </p:tgtEl>
                                      </p:cBhvr>
                                    </p:animEffect>
                                    <p:set>
                                      <p:cBhvr>
                                        <p:cTn id="253" dur="1" fill="hold">
                                          <p:stCondLst>
                                            <p:cond delay="174"/>
                                          </p:stCondLst>
                                        </p:cTn>
                                        <p:tgtEl>
                                          <p:spTgt spid="37"/>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175"/>
                                        <p:tgtEl>
                                          <p:spTgt spid="38"/>
                                        </p:tgtEl>
                                      </p:cBhvr>
                                    </p:animEffect>
                                    <p:set>
                                      <p:cBhvr>
                                        <p:cTn id="256" dur="1" fill="hold">
                                          <p:stCondLst>
                                            <p:cond delay="174"/>
                                          </p:stCondLst>
                                        </p:cTn>
                                        <p:tgtEl>
                                          <p:spTgt spid="38"/>
                                        </p:tgtEl>
                                        <p:attrNameLst>
                                          <p:attrName>style.visibility</p:attrName>
                                        </p:attrNameLst>
                                      </p:cBhvr>
                                      <p:to>
                                        <p:strVal val="hidden"/>
                                      </p:to>
                                    </p:set>
                                  </p:childTnLst>
                                </p:cTn>
                              </p:par>
                              <p:par>
                                <p:cTn id="257" presetID="10" presetClass="exit" presetSubtype="0" grpId="0" fill="hold" nodeType="withEffect">
                                  <p:stCondLst>
                                    <p:cond delay="0"/>
                                  </p:stCondLst>
                                  <p:childTnLst>
                                    <p:animEffect transition="out" filter="fade">
                                      <p:cBhvr>
                                        <p:cTn id="258" dur="175"/>
                                        <p:tgtEl>
                                          <p:spTgt spid="39">
                                            <p:txEl>
                                              <p:pRg st="0" end="0"/>
                                            </p:txEl>
                                          </p:spTgt>
                                        </p:tgtEl>
                                      </p:cBhvr>
                                    </p:animEffect>
                                    <p:set>
                                      <p:cBhvr>
                                        <p:cTn id="259" dur="1" fill="hold">
                                          <p:stCondLst>
                                            <p:cond delay="174"/>
                                          </p:stCondLst>
                                        </p:cTn>
                                        <p:tgtEl>
                                          <p:spTgt spid="39">
                                            <p:txEl>
                                              <p:pRg st="0" end="0"/>
                                            </p:txEl>
                                          </p:spTgt>
                                        </p:tgtEl>
                                        <p:attrNameLst>
                                          <p:attrName>style.visibility</p:attrName>
                                        </p:attrNameLst>
                                      </p:cBhvr>
                                      <p:to>
                                        <p:strVal val="hidden"/>
                                      </p:to>
                                    </p:set>
                                  </p:childTnLst>
                                </p:cTn>
                              </p:par>
                              <p:par>
                                <p:cTn id="260" presetID="10" presetClass="exit" presetSubtype="0" grpId="0" fill="hold" nodeType="withEffect">
                                  <p:stCondLst>
                                    <p:cond delay="0"/>
                                  </p:stCondLst>
                                  <p:childTnLst>
                                    <p:animEffect transition="out" filter="fade">
                                      <p:cBhvr>
                                        <p:cTn id="261" dur="175"/>
                                        <p:tgtEl>
                                          <p:spTgt spid="39">
                                            <p:txEl>
                                              <p:pRg st="1" end="1"/>
                                            </p:txEl>
                                          </p:spTgt>
                                        </p:tgtEl>
                                      </p:cBhvr>
                                    </p:animEffect>
                                    <p:set>
                                      <p:cBhvr>
                                        <p:cTn id="262" dur="1" fill="hold">
                                          <p:stCondLst>
                                            <p:cond delay="174"/>
                                          </p:stCondLst>
                                        </p:cTn>
                                        <p:tgtEl>
                                          <p:spTgt spid="39">
                                            <p:txEl>
                                              <p:pRg st="1" end="1"/>
                                            </p:txEl>
                                          </p:spTgt>
                                        </p:tgtEl>
                                        <p:attrNameLst>
                                          <p:attrName>style.visibility</p:attrName>
                                        </p:attrNameLst>
                                      </p:cBhvr>
                                      <p:to>
                                        <p:strVal val="hidden"/>
                                      </p:to>
                                    </p:set>
                                  </p:childTnLst>
                                </p:cTn>
                              </p:par>
                              <p:par>
                                <p:cTn id="263" presetID="10" presetClass="exit" presetSubtype="0" grpId="0" fill="hold" nodeType="withEffect">
                                  <p:stCondLst>
                                    <p:cond delay="0"/>
                                  </p:stCondLst>
                                  <p:childTnLst>
                                    <p:animEffect transition="out" filter="fade">
                                      <p:cBhvr>
                                        <p:cTn id="264" dur="175"/>
                                        <p:tgtEl>
                                          <p:spTgt spid="39">
                                            <p:txEl>
                                              <p:pRg st="2" end="2"/>
                                            </p:txEl>
                                          </p:spTgt>
                                        </p:tgtEl>
                                      </p:cBhvr>
                                    </p:animEffect>
                                    <p:set>
                                      <p:cBhvr>
                                        <p:cTn id="265" dur="1" fill="hold">
                                          <p:stCondLst>
                                            <p:cond delay="174"/>
                                          </p:stCondLst>
                                        </p:cTn>
                                        <p:tgtEl>
                                          <p:spTgt spid="39">
                                            <p:txEl>
                                              <p:pRg st="2" end="2"/>
                                            </p:txEl>
                                          </p:spTgt>
                                        </p:tgtEl>
                                        <p:attrNameLst>
                                          <p:attrName>style.visibility</p:attrName>
                                        </p:attrNameLst>
                                      </p:cBhvr>
                                      <p:to>
                                        <p:strVal val="hidden"/>
                                      </p:to>
                                    </p:set>
                                  </p:childTnLst>
                                </p:cTn>
                              </p:par>
                              <p:par>
                                <p:cTn id="266" presetID="10" presetClass="exit" presetSubtype="0" fill="hold" nodeType="withEffect">
                                  <p:stCondLst>
                                    <p:cond delay="0"/>
                                  </p:stCondLst>
                                  <p:childTnLst>
                                    <p:animEffect transition="out" filter="fade">
                                      <p:cBhvr>
                                        <p:cTn id="267" dur="175"/>
                                        <p:tgtEl>
                                          <p:spTgt spid="40"/>
                                        </p:tgtEl>
                                      </p:cBhvr>
                                    </p:animEffect>
                                    <p:set>
                                      <p:cBhvr>
                                        <p:cTn id="268" dur="1" fill="hold">
                                          <p:stCondLst>
                                            <p:cond delay="174"/>
                                          </p:stCondLst>
                                        </p:cTn>
                                        <p:tgtEl>
                                          <p:spTgt spid="40"/>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175"/>
                                        <p:tgtEl>
                                          <p:spTgt spid="41"/>
                                        </p:tgtEl>
                                      </p:cBhvr>
                                    </p:animEffect>
                                    <p:set>
                                      <p:cBhvr>
                                        <p:cTn id="271" dur="1" fill="hold">
                                          <p:stCondLst>
                                            <p:cond delay="174"/>
                                          </p:stCondLst>
                                        </p:cTn>
                                        <p:tgtEl>
                                          <p:spTgt spid="41"/>
                                        </p:tgtEl>
                                        <p:attrNameLst>
                                          <p:attrName>style.visibility</p:attrName>
                                        </p:attrNameLst>
                                      </p:cBhvr>
                                      <p:to>
                                        <p:strVal val="hidden"/>
                                      </p:to>
                                    </p:set>
                                  </p:childTnLst>
                                </p:cTn>
                              </p:par>
                              <p:par>
                                <p:cTn id="272" presetID="10" presetClass="exit" presetSubtype="0" fill="hold" nodeType="withEffect">
                                  <p:stCondLst>
                                    <p:cond delay="0"/>
                                  </p:stCondLst>
                                  <p:childTnLst>
                                    <p:animEffect transition="out" filter="fade">
                                      <p:cBhvr>
                                        <p:cTn id="273" dur="175"/>
                                        <p:tgtEl>
                                          <p:spTgt spid="42"/>
                                        </p:tgtEl>
                                      </p:cBhvr>
                                    </p:animEffect>
                                    <p:set>
                                      <p:cBhvr>
                                        <p:cTn id="274" dur="1" fill="hold">
                                          <p:stCondLst>
                                            <p:cond delay="174"/>
                                          </p:stCondLst>
                                        </p:cTn>
                                        <p:tgtEl>
                                          <p:spTgt spid="42"/>
                                        </p:tgtEl>
                                        <p:attrNameLst>
                                          <p:attrName>style.visibility</p:attrName>
                                        </p:attrNameLst>
                                      </p:cBhvr>
                                      <p:to>
                                        <p:strVal val="hidden"/>
                                      </p:to>
                                    </p:set>
                                  </p:childTnLst>
                                </p:cTn>
                              </p:par>
                              <p:par>
                                <p:cTn id="275" presetID="10" presetClass="entr" presetSubtype="0" fill="hold" nodeType="withEffect">
                                  <p:stCondLst>
                                    <p:cond delay="225"/>
                                  </p:stCondLst>
                                  <p:childTnLst>
                                    <p:set>
                                      <p:cBhvr>
                                        <p:cTn id="276" dur="1" fill="hold">
                                          <p:stCondLst>
                                            <p:cond delay="0"/>
                                          </p:stCondLst>
                                        </p:cTn>
                                        <p:tgtEl>
                                          <p:spTgt spid="43"/>
                                        </p:tgtEl>
                                        <p:attrNameLst>
                                          <p:attrName>style.visibility</p:attrName>
                                        </p:attrNameLst>
                                      </p:cBhvr>
                                      <p:to>
                                        <p:strVal val="visible"/>
                                      </p:to>
                                    </p:set>
                                    <p:animEffect transition="in" filter="fade">
                                      <p:cBhvr>
                                        <p:cTn id="277" dur="225"/>
                                        <p:tgtEl>
                                          <p:spTgt spid="43"/>
                                        </p:tgtEl>
                                      </p:cBhvr>
                                    </p:animEffect>
                                  </p:childTnLst>
                                </p:cTn>
                              </p:par>
                              <p:par>
                                <p:cTn id="278" presetID="10" presetClass="entr" presetSubtype="0" fill="hold" nodeType="withEffect">
                                  <p:stCondLst>
                                    <p:cond delay="260"/>
                                  </p:stCondLst>
                                  <p:childTnLst>
                                    <p:set>
                                      <p:cBhvr>
                                        <p:cTn id="279" dur="1" fill="hold">
                                          <p:stCondLst>
                                            <p:cond delay="0"/>
                                          </p:stCondLst>
                                        </p:cTn>
                                        <p:tgtEl>
                                          <p:spTgt spid="44"/>
                                        </p:tgtEl>
                                        <p:attrNameLst>
                                          <p:attrName>style.visibility</p:attrName>
                                        </p:attrNameLst>
                                      </p:cBhvr>
                                      <p:to>
                                        <p:strVal val="visible"/>
                                      </p:to>
                                    </p:set>
                                    <p:animEffect transition="in" filter="fade">
                                      <p:cBhvr>
                                        <p:cTn id="280" dur="225"/>
                                        <p:tgtEl>
                                          <p:spTgt spid="44"/>
                                        </p:tgtEl>
                                      </p:cBhvr>
                                    </p:animEffect>
                                  </p:childTnLst>
                                </p:cTn>
                              </p:par>
                              <p:par>
                                <p:cTn id="281" presetID="22" presetClass="entr" presetSubtype="4" fill="hold" nodeType="withEffect">
                                  <p:stCondLst>
                                    <p:cond delay="260"/>
                                  </p:stCondLst>
                                  <p:childTnLst>
                                    <p:set>
                                      <p:cBhvr>
                                        <p:cTn id="282" dur="1" fill="hold">
                                          <p:stCondLst>
                                            <p:cond delay="0"/>
                                          </p:stCondLst>
                                        </p:cTn>
                                        <p:tgtEl>
                                          <p:spTgt spid="45"/>
                                        </p:tgtEl>
                                        <p:attrNameLst>
                                          <p:attrName>style.visibility</p:attrName>
                                        </p:attrNameLst>
                                      </p:cBhvr>
                                      <p:to>
                                        <p:strVal val="visible"/>
                                      </p:to>
                                    </p:set>
                                    <p:animEffect transition="in" filter="wipe(down)">
                                      <p:cBhvr>
                                        <p:cTn id="283" dur="250"/>
                                        <p:tgtEl>
                                          <p:spTgt spid="45"/>
                                        </p:tgtEl>
                                      </p:cBhvr>
                                    </p:animEffect>
                                  </p:childTnLst>
                                </p:cTn>
                              </p:par>
                              <p:par>
                                <p:cTn id="284" presetID="22" presetClass="entr" presetSubtype="4" fill="hold" nodeType="withEffect">
                                  <p:stCondLst>
                                    <p:cond delay="295"/>
                                  </p:stCondLst>
                                  <p:childTnLst>
                                    <p:set>
                                      <p:cBhvr>
                                        <p:cTn id="285" dur="1" fill="hold">
                                          <p:stCondLst>
                                            <p:cond delay="0"/>
                                          </p:stCondLst>
                                        </p:cTn>
                                        <p:tgtEl>
                                          <p:spTgt spid="46"/>
                                        </p:tgtEl>
                                        <p:attrNameLst>
                                          <p:attrName>style.visibility</p:attrName>
                                        </p:attrNameLst>
                                      </p:cBhvr>
                                      <p:to>
                                        <p:strVal val="visible"/>
                                      </p:to>
                                    </p:set>
                                    <p:animEffect transition="in" filter="wipe(down)">
                                      <p:cBhvr>
                                        <p:cTn id="286" dur="250"/>
                                        <p:tgtEl>
                                          <p:spTgt spid="46"/>
                                        </p:tgtEl>
                                      </p:cBhvr>
                                    </p:animEffect>
                                  </p:childTnLst>
                                </p:cTn>
                              </p:par>
                              <p:par>
                                <p:cTn id="287" presetID="10" presetClass="entr" presetSubtype="0" grpId="0" fill="hold" nodeType="withEffect">
                                  <p:stCondLst>
                                    <p:cond delay="330"/>
                                  </p:stCondLst>
                                  <p:childTnLst>
                                    <p:set>
                                      <p:cBhvr>
                                        <p:cTn id="288" dur="1" fill="hold">
                                          <p:stCondLst>
                                            <p:cond delay="0"/>
                                          </p:stCondLst>
                                        </p:cTn>
                                        <p:tgtEl>
                                          <p:spTgt spid="47">
                                            <p:txEl>
                                              <p:pRg st="0" end="0"/>
                                            </p:txEl>
                                          </p:spTgt>
                                        </p:tgtEl>
                                        <p:attrNameLst>
                                          <p:attrName>style.visibility</p:attrName>
                                        </p:attrNameLst>
                                      </p:cBhvr>
                                      <p:to>
                                        <p:strVal val="visible"/>
                                      </p:to>
                                    </p:set>
                                    <p:animEffect transition="in" filter="fade">
                                      <p:cBhvr>
                                        <p:cTn id="289" dur="225"/>
                                        <p:tgtEl>
                                          <p:spTgt spid="47">
                                            <p:txEl>
                                              <p:pRg st="0" end="0"/>
                                            </p:txEl>
                                          </p:spTgt>
                                        </p:tgtEl>
                                      </p:cBhvr>
                                    </p:animEffect>
                                  </p:childTnLst>
                                </p:cTn>
                              </p:par>
                              <p:par>
                                <p:cTn id="290" presetID="10" presetClass="entr" presetSubtype="0" grpId="0" fill="hold" nodeType="withEffect">
                                  <p:stCondLst>
                                    <p:cond delay="520"/>
                                  </p:stCondLst>
                                  <p:childTnLst>
                                    <p:set>
                                      <p:cBhvr>
                                        <p:cTn id="291" dur="1" fill="hold">
                                          <p:stCondLst>
                                            <p:cond delay="0"/>
                                          </p:stCondLst>
                                        </p:cTn>
                                        <p:tgtEl>
                                          <p:spTgt spid="47">
                                            <p:txEl>
                                              <p:pRg st="1" end="1"/>
                                            </p:txEl>
                                          </p:spTgt>
                                        </p:tgtEl>
                                        <p:attrNameLst>
                                          <p:attrName>style.visibility</p:attrName>
                                        </p:attrNameLst>
                                      </p:cBhvr>
                                      <p:to>
                                        <p:strVal val="visible"/>
                                      </p:to>
                                    </p:set>
                                    <p:animEffect transition="in" filter="fade">
                                      <p:cBhvr>
                                        <p:cTn id="292" dur="225"/>
                                        <p:tgtEl>
                                          <p:spTgt spid="47">
                                            <p:txEl>
                                              <p:pRg st="1" end="1"/>
                                            </p:txEl>
                                          </p:spTgt>
                                        </p:tgtEl>
                                      </p:cBhvr>
                                    </p:animEffect>
                                  </p:childTnLst>
                                </p:cTn>
                              </p:par>
                              <p:par>
                                <p:cTn id="293" presetID="10" presetClass="entr" presetSubtype="0" grpId="0" fill="hold" nodeType="withEffect">
                                  <p:stCondLst>
                                    <p:cond delay="710"/>
                                  </p:stCondLst>
                                  <p:childTnLst>
                                    <p:set>
                                      <p:cBhvr>
                                        <p:cTn id="294" dur="1" fill="hold">
                                          <p:stCondLst>
                                            <p:cond delay="0"/>
                                          </p:stCondLst>
                                        </p:cTn>
                                        <p:tgtEl>
                                          <p:spTgt spid="47">
                                            <p:txEl>
                                              <p:pRg st="2" end="2"/>
                                            </p:txEl>
                                          </p:spTgt>
                                        </p:tgtEl>
                                        <p:attrNameLst>
                                          <p:attrName>style.visibility</p:attrName>
                                        </p:attrNameLst>
                                      </p:cBhvr>
                                      <p:to>
                                        <p:strVal val="visible"/>
                                      </p:to>
                                    </p:set>
                                    <p:animEffect transition="in" filter="fade">
                                      <p:cBhvr>
                                        <p:cTn id="295" dur="225"/>
                                        <p:tgtEl>
                                          <p:spTgt spid="47">
                                            <p:txEl>
                                              <p:pRg st="2" end="2"/>
                                            </p:txEl>
                                          </p:spTgt>
                                        </p:tgtEl>
                                      </p:cBhvr>
                                    </p:animEffect>
                                  </p:childTnLst>
                                </p:cTn>
                              </p:par>
                              <p:par>
                                <p:cTn id="296" presetID="10" presetClass="entr" presetSubtype="0" fill="hold" nodeType="withEffect">
                                  <p:stCondLst>
                                    <p:cond delay="365"/>
                                  </p:stCondLst>
                                  <p:childTnLst>
                                    <p:set>
                                      <p:cBhvr>
                                        <p:cTn id="297" dur="1" fill="hold">
                                          <p:stCondLst>
                                            <p:cond delay="0"/>
                                          </p:stCondLst>
                                        </p:cTn>
                                        <p:tgtEl>
                                          <p:spTgt spid="49"/>
                                        </p:tgtEl>
                                        <p:attrNameLst>
                                          <p:attrName>style.visibility</p:attrName>
                                        </p:attrNameLst>
                                      </p:cBhvr>
                                      <p:to>
                                        <p:strVal val="visible"/>
                                      </p:to>
                                    </p:set>
                                    <p:animEffect transition="in" filter="fade">
                                      <p:cBhvr>
                                        <p:cTn id="298" dur="225"/>
                                        <p:tgtEl>
                                          <p:spTgt spid="49"/>
                                        </p:tgtEl>
                                      </p:cBhvr>
                                    </p:animEffect>
                                  </p:childTnLst>
                                </p:cTn>
                              </p:par>
                              <p:par>
                                <p:cTn id="299" presetID="22" presetClass="entr" presetSubtype="4" fill="hold" nodeType="withEffect">
                                  <p:stCondLst>
                                    <p:cond delay="400"/>
                                  </p:stCondLst>
                                  <p:childTnLst>
                                    <p:set>
                                      <p:cBhvr>
                                        <p:cTn id="300" dur="1" fill="hold">
                                          <p:stCondLst>
                                            <p:cond delay="0"/>
                                          </p:stCondLst>
                                        </p:cTn>
                                        <p:tgtEl>
                                          <p:spTgt spid="50"/>
                                        </p:tgtEl>
                                        <p:attrNameLst>
                                          <p:attrName>style.visibility</p:attrName>
                                        </p:attrNameLst>
                                      </p:cBhvr>
                                      <p:to>
                                        <p:strVal val="visible"/>
                                      </p:to>
                                    </p:set>
                                    <p:animEffect transition="in" filter="wipe(down)">
                                      <p:cBhvr>
                                        <p:cTn id="301" dur="250"/>
                                        <p:tgtEl>
                                          <p:spTgt spid="50"/>
                                        </p:tgtEl>
                                      </p:cBhvr>
                                    </p:animEffect>
                                  </p:childTnLst>
                                </p:cTn>
                              </p:par>
                              <p:par>
                                <p:cTn id="302" presetID="10" presetClass="entr" presetSubtype="0" fill="hold" nodeType="withEffect">
                                  <p:stCondLst>
                                    <p:cond delay="435"/>
                                  </p:stCondLst>
                                  <p:childTnLst>
                                    <p:set>
                                      <p:cBhvr>
                                        <p:cTn id="303" dur="1" fill="hold">
                                          <p:stCondLst>
                                            <p:cond delay="0"/>
                                          </p:stCondLst>
                                        </p:cTn>
                                        <p:tgtEl>
                                          <p:spTgt spid="51"/>
                                        </p:tgtEl>
                                        <p:attrNameLst>
                                          <p:attrName>style.visibility</p:attrName>
                                        </p:attrNameLst>
                                      </p:cBhvr>
                                      <p:to>
                                        <p:strVal val="visible"/>
                                      </p:to>
                                    </p:set>
                                    <p:animEffect transition="in" filter="fade">
                                      <p:cBhvr>
                                        <p:cTn id="304" dur="225"/>
                                        <p:tgtEl>
                                          <p:spTgt spid="51"/>
                                        </p:tgtEl>
                                      </p:cBhvr>
                                    </p:animEffect>
                                  </p:childTnLst>
                                </p:cTn>
                              </p:par>
                              <p:par>
                                <p:cTn id="305" presetID="22" presetClass="entr" presetSubtype="4" fill="hold" nodeType="withEffect">
                                  <p:stCondLst>
                                    <p:cond delay="470"/>
                                  </p:stCondLst>
                                  <p:childTnLst>
                                    <p:set>
                                      <p:cBhvr>
                                        <p:cTn id="306" dur="1" fill="hold">
                                          <p:stCondLst>
                                            <p:cond delay="0"/>
                                          </p:stCondLst>
                                        </p:cTn>
                                        <p:tgtEl>
                                          <p:spTgt spid="52"/>
                                        </p:tgtEl>
                                        <p:attrNameLst>
                                          <p:attrName>style.visibility</p:attrName>
                                        </p:attrNameLst>
                                      </p:cBhvr>
                                      <p:to>
                                        <p:strVal val="visible"/>
                                      </p:to>
                                    </p:set>
                                    <p:animEffect transition="in" filter="wipe(down)">
                                      <p:cBhvr>
                                        <p:cTn id="307" dur="250"/>
                                        <p:tgtEl>
                                          <p:spTgt spid="52"/>
                                        </p:tgtEl>
                                      </p:cBhvr>
                                    </p:animEffect>
                                  </p:childTnLst>
                                </p:cTn>
                              </p:par>
                              <p:par>
                                <p:cTn id="308" presetID="10" presetClass="entr" presetSubtype="0" fill="hold" nodeType="withEffect">
                                  <p:stCondLst>
                                    <p:cond delay="505"/>
                                  </p:stCondLst>
                                  <p:childTnLst>
                                    <p:set>
                                      <p:cBhvr>
                                        <p:cTn id="309" dur="1" fill="hold">
                                          <p:stCondLst>
                                            <p:cond delay="0"/>
                                          </p:stCondLst>
                                        </p:cTn>
                                        <p:tgtEl>
                                          <p:spTgt spid="53"/>
                                        </p:tgtEl>
                                        <p:attrNameLst>
                                          <p:attrName>style.visibility</p:attrName>
                                        </p:attrNameLst>
                                      </p:cBhvr>
                                      <p:to>
                                        <p:strVal val="visible"/>
                                      </p:to>
                                    </p:set>
                                    <p:animEffect transition="in" filter="fade">
                                      <p:cBhvr>
                                        <p:cTn id="310" dur="225"/>
                                        <p:tgtEl>
                                          <p:spTgt spid="53"/>
                                        </p:tgtEl>
                                      </p:cBhvr>
                                    </p:animEffect>
                                  </p:childTnLst>
                                </p:cTn>
                              </p:par>
                              <p:par>
                                <p:cTn id="311" presetID="22" presetClass="entr" presetSubtype="4" fill="hold" nodeType="withEffect">
                                  <p:stCondLst>
                                    <p:cond delay="540"/>
                                  </p:stCondLst>
                                  <p:childTnLst>
                                    <p:set>
                                      <p:cBhvr>
                                        <p:cTn id="312" dur="1" fill="hold">
                                          <p:stCondLst>
                                            <p:cond delay="0"/>
                                          </p:stCondLst>
                                        </p:cTn>
                                        <p:tgtEl>
                                          <p:spTgt spid="54"/>
                                        </p:tgtEl>
                                        <p:attrNameLst>
                                          <p:attrName>style.visibility</p:attrName>
                                        </p:attrNameLst>
                                      </p:cBhvr>
                                      <p:to>
                                        <p:strVal val="visible"/>
                                      </p:to>
                                    </p:set>
                                    <p:animEffect transition="in" filter="wipe(down)">
                                      <p:cBhvr>
                                        <p:cTn id="313" dur="250"/>
                                        <p:tgtEl>
                                          <p:spTgt spid="54"/>
                                        </p:tgtEl>
                                      </p:cBhvr>
                                    </p:animEffect>
                                  </p:childTnLst>
                                </p:cTn>
                              </p:par>
                              <p:par>
                                <p:cTn id="314" presetID="10" presetClass="entr" presetSubtype="0" fill="hold" nodeType="withEffect">
                                  <p:stCondLst>
                                    <p:cond delay="290"/>
                                  </p:stCondLst>
                                  <p:childTnLst>
                                    <p:set>
                                      <p:cBhvr>
                                        <p:cTn id="315" dur="1" fill="hold">
                                          <p:stCondLst>
                                            <p:cond delay="0"/>
                                          </p:stCondLst>
                                        </p:cTn>
                                        <p:tgtEl>
                                          <p:spTgt spid="55"/>
                                        </p:tgtEl>
                                        <p:attrNameLst>
                                          <p:attrName>style.visibility</p:attrName>
                                        </p:attrNameLst>
                                      </p:cBhvr>
                                      <p:to>
                                        <p:strVal val="visible"/>
                                      </p:to>
                                    </p:set>
                                    <p:animEffect transition="in" filter="fade">
                                      <p:cBhvr>
                                        <p:cTn id="316" dur="225"/>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20" grpId="0" build="p"/>
      <p:bldP spid="31" grpId="0" build="p"/>
      <p:bldP spid="35" grpId="0" build="p"/>
      <p:bldP spid="39" grpId="0" build="p"/>
      <p:bldP spid="4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 la captura al registro espacio–tiempo y al servidor</a:t>
            </a:r>
            <a:endParaRPr lang="en-US" sz="2200" dirty="0"/>
          </a:p>
        </p:txBody>
      </p:sp>
      <p:sp>
        <p:nvSpPr>
          <p:cNvPr id="3" name="Obj [o85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captura real: el impacto del HAMMER marca el tiempo y el geófono lo sigue</a:t>
            </a:r>
            <a:endParaRPr lang="en-US" sz="1400" dirty="0"/>
          </a:p>
        </p:txBody>
      </p:sp>
      <p:pic>
        <p:nvPicPr>
          <p:cNvPr id="4" name="Obj [o853]"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886005" y="1561458"/>
            <a:ext cx="4647558" cy="2828514"/>
          </a:xfrm>
          <a:prstGeom prst="rect">
            <a:avLst/>
          </a:prstGeom>
        </p:spPr>
      </p:pic>
      <p:sp>
        <p:nvSpPr>
          <p:cNvPr id="5" name="Obj [o854]"/>
          <p:cNvSpPr txBox="1"/>
          <p:nvPr/>
        </p:nvSpPr>
        <p:spPr>
          <a:xfrm>
            <a:off x="5693824" y="1561458"/>
            <a:ext cx="2484040"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Arriba: el HAMMER; su pico fija el instante del impacto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Medio: el geófono crudo, con su nivel de continua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Abajo: la vista de trabajo, centrada y filtrada, para alinear</a:t>
            </a:r>
            <a:endParaRPr lang="en-US" sz="1260" dirty="0"/>
          </a:p>
        </p:txBody>
      </p:sp>
      <p:sp>
        <p:nvSpPr>
          <p:cNvPr id="6" name="Obj [o85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06_metodologia_validacion.tex (ejemplo de adquisición real, 24 m). Figura del repo; no está en el resumen firmado.</a:t>
            </a:r>
            <a:endParaRPr lang="en-US" sz="800" dirty="0"/>
          </a:p>
        </p:txBody>
      </p:sp>
      <p:sp>
        <p:nvSpPr>
          <p:cNvPr id="7" name="Obj [o85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posición se alinea con el HAMMER y se promedia traza por traza</a:t>
            </a:r>
            <a:endParaRPr lang="en-US" sz="1400" dirty="0"/>
          </a:p>
        </p:txBody>
      </p:sp>
      <p:pic>
        <p:nvPicPr>
          <p:cNvPr id="8" name="Obj [o857]"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2"/>
          <a:stretch>
            <a:fillRect/>
          </a:stretch>
        </p:blipFill>
        <p:spPr>
          <a:xfrm>
            <a:off x="365760" y="1557362"/>
            <a:ext cx="3725683" cy="2334761"/>
          </a:xfrm>
          <a:prstGeom prst="rect">
            <a:avLst/>
          </a:prstGeom>
        </p:spPr>
      </p:pic>
      <p:sp>
        <p:nvSpPr>
          <p:cNvPr id="9" name="Obj [o858]"/>
          <p:cNvSpPr txBox="1"/>
          <p:nvPr/>
        </p:nvSpPr>
        <p:spPr>
          <a:xfrm>
            <a:off x="4319546" y="1557362"/>
            <a:ext cx="2965340" cy="1976893"/>
          </a:xfrm>
          <a:prstGeom prst="rect">
            <a:avLst/>
          </a:prstGeom>
          <a:noFill/>
          <a:ln/>
        </p:spPr>
        <p:txBody>
          <a:bodyPr wrap="square" lIns="0" tIns="0" rIns="0" bIns="0" rtlCol="0" anchor="t"/>
          <a:lstStyle/>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aceptan las capturas revisadas</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alinean con el impacto del HAMMER</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294" i="1">
                            <a:latin typeface="Cambria Math" panose="02040503050406030204" pitchFamily="18" charset="0"/>
                          </a:rPr>
                        </m:ctrlPr>
                      </m:sSubPr>
                      <m:e>
                        <m:r>
                          <a:rPr lang="es-ES" sz="1294" i="1">
                            <a:solidFill>
                              <a:srgbClr val="2D2D2D"/>
                            </a:solidFill>
                            <a:latin typeface="Cambria Math" panose="02040503050406030204" pitchFamily="18" charset="0"/>
                          </a:rPr>
                          <m:t xml:space="preserve">f</m:t>
                        </m:r>
                      </m:e>
                      <m:sub>
                        <m:r>
                          <a:rPr lang="es-ES" sz="1294" i="1">
                            <a:solidFill>
                              <a:srgbClr val="2D2D2D"/>
                            </a:solidFill>
                            <a:latin typeface="Cambria Math" panose="02040503050406030204" pitchFamily="18" charset="0"/>
                          </a:rPr>
                          <m:t xml:space="preserve">s</m:t>
                        </m:r>
                      </m:sub>
                    </m:sSub>
                  </m:oMath>
                </a14:m>
              </mc:Choice>
              <mc:Fallback>
                <a:r>
                  <a:rPr lang="en-US" sz="1294" dirty="0">
                    <a:solidFill>
                      <a:srgbClr val="2D2D2D"/>
                    </a:solidFill>
                    <a:latin typeface="Arial" pitchFamily="34" charset="0"/>
                    <a:ea typeface="Arial" pitchFamily="34" charset="-122"/>
                    <a:cs typeface="Arial" pitchFamily="34" charset="-120"/>
                  </a:rPr>
                  <a:t>fs</a:t>
                </a:r>
              </mc:Fallback>
            </mc:AlternateContent>
            <a:r>
              <a:rPr lang="en-US" sz="1294" dirty="0">
                <a:solidFill>
                  <a:srgbClr val="2D2D2D"/>
                </a:solidFill>
                <a:latin typeface="Arial" pitchFamily="34" charset="0"/>
                <a:ea typeface="Arial" pitchFamily="34" charset="-122"/>
                <a:cs typeface="Arial" pitchFamily="34" charset="-120"/>
              </a:rPr>
              <a:t> común</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promedian muestra a muestra</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ordenan por distancia</a:t>
            </a:r>
            <a:endParaRPr lang="en-US" sz="1294" dirty="0"/>
          </a:p>
        </p:txBody>
      </p:sp>
      <p:sp>
        <p:nvSpPr>
          <p:cNvPr id="11" name="Obj [o859]"/>
          <p:cNvSpPr/>
          <p:nvPr/>
        </p:nvSpPr>
        <p:spPr>
          <a:xfrm>
            <a:off x="441794" y="3914427"/>
            <a:ext cx="6843091" cy="342155"/>
          </a:xfrm>
          <a:prstGeom prst="rect">
            <a:avLst/>
          </a:prstGeom>
          <a:solidFill>
            <a:srgbClr val="EAF1F8"/>
          </a:solidFill>
          <a:ln w="6350">
            <a:solidFill>
              <a:srgbClr val="EAF1F8"/>
            </a:solidFill>
            <a:prstDash val="solid"/>
          </a:ln>
        </p:spPr>
      </p:sp>
      <p:sp>
        <p:nvSpPr>
          <p:cNvPr id="12" name="Obj [o860]"/>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208" dirty="0"/>
          </a:p>
        </p:txBody>
      </p:sp>
      <p:sp>
        <p:nvSpPr>
          <p:cNvPr id="13" name="Obj [o8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4.10.2, fig. 16; documento de tesis, 04_validacion.tex (607 candidatos, 598 procesados, mediana de ~30 golpes).</a:t>
            </a:r>
            <a:endParaRPr lang="en-US" sz="800" dirty="0"/>
          </a:p>
        </p:txBody>
      </p:sp>
      <p:sp>
        <p:nvSpPr>
          <p:cNvPr id="14" name="Obj [o86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resultado: un registro espacio–tiempo de 21 trazas promediadas</a:t>
            </a:r>
            <a:endParaRPr lang="en-US" sz="1400" dirty="0"/>
          </a:p>
        </p:txBody>
      </p:sp>
      <p:pic>
        <p:nvPicPr>
          <p:cNvPr id="15" name="Obj [o863]" descr="Registro espacio tiempo con 21 trazas entre 10 y 50 metros, primeros 4 segundos después del impacto, cada traza normalizada">    </p:cNvPr>
          <p:cNvPicPr>
            <a:picLocks noChangeAspect="1"/>
          </p:cNvPicPr>
          <p:nvPr/>
        </p:nvPicPr>
        <p:blipFill>
          <a:blip r:embed="rId3"/>
          <a:stretch>
            <a:fillRect/>
          </a:stretch>
        </p:blipFill>
        <p:spPr>
          <a:xfrm>
            <a:off x="365760" y="1557362"/>
            <a:ext cx="4181889" cy="2311422"/>
          </a:xfrm>
          <a:prstGeom prst="rect">
            <a:avLst/>
          </a:prstGeom>
        </p:spPr>
      </p:pic>
      <p:sp>
        <p:nvSpPr>
          <p:cNvPr id="16" name="Obj [o864]"/>
          <p:cNvSpPr txBox="1"/>
          <p:nvPr/>
        </p:nvSpPr>
        <p:spPr>
          <a:xfrm>
            <a:off x="4699718"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El tren de ondas llega más tarde al aumentar la distancia</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Primeros 4 s tras el impacto</a:t>
            </a:r>
            <a:endParaRPr lang="en-US" sz="1208" dirty="0"/>
          </a:p>
        </p:txBody>
      </p:sp>
      <p:sp>
        <p:nvSpPr>
          <p:cNvPr id="17" name="Obj [o865]"/>
          <p:cNvSpPr/>
          <p:nvPr/>
        </p:nvSpPr>
        <p:spPr>
          <a:xfrm>
            <a:off x="441794" y="3914427"/>
            <a:ext cx="6843091" cy="342155"/>
          </a:xfrm>
          <a:prstGeom prst="rect">
            <a:avLst/>
          </a:prstGeom>
          <a:solidFill>
            <a:srgbClr val="EAF1F8"/>
          </a:solidFill>
          <a:ln w="6350">
            <a:solidFill>
              <a:srgbClr val="EAF1F8"/>
            </a:solidFill>
            <a:prstDash val="solid"/>
          </a:ln>
        </p:spPr>
      </p:sp>
      <p:sp>
        <p:nvSpPr>
          <p:cNvPr id="18" name="Obj [o866]"/>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208" dirty="0"/>
          </a:p>
        </p:txBody>
      </p:sp>
      <p:sp>
        <p:nvSpPr>
          <p:cNvPr id="19" name="Obj [o8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y fig. 17b.</a:t>
            </a:r>
            <a:endParaRPr lang="en-US" sz="800" dirty="0"/>
          </a:p>
        </p:txBody>
      </p:sp>
      <p:sp>
        <p:nvSpPr>
          <p:cNvPr id="20" name="Obj [o86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servidor conserva el original y procesa copias derivadas</a:t>
            </a:r>
            <a:endParaRPr lang="en-US" sz="1400" dirty="0"/>
          </a:p>
        </p:txBody>
      </p:sp>
      <p:pic>
        <p:nvPicPr>
          <p:cNvPr id="21" name="Obj [o869]" descr="Pipeline del servidor: ZIP v4, validación de ingesta, SHA-256, raw inmutable, AnalysisJob, preprocesamiento, organización de trazas, productos intermedios y picking con inversión">    </p:cNvPr>
          <p:cNvPicPr>
            <a:picLocks noChangeAspect="1"/>
          </p:cNvPicPr>
          <p:nvPr/>
        </p:nvPicPr>
        <p:blipFill>
          <a:blip r:embed="rId4"/>
          <a:stretch>
            <a:fillRect/>
          </a:stretch>
        </p:blipFill>
        <p:spPr>
          <a:xfrm>
            <a:off x="821966" y="1519345"/>
            <a:ext cx="6082748" cy="2053110"/>
          </a:xfrm>
          <a:prstGeom prst="rect">
            <a:avLst/>
          </a:prstGeom>
        </p:spPr>
      </p:pic>
      <p:sp>
        <p:nvSpPr>
          <p:cNvPr id="22" name="Obj [o870]"/>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El procesamiento corre en una cola independiente, sobre copias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Picking e inversión: por hacer</a:t>
            </a:r>
            <a:endParaRPr lang="en-US" sz="1122" dirty="0"/>
          </a:p>
        </p:txBody>
      </p:sp>
      <p:sp>
        <p:nvSpPr>
          <p:cNvPr id="23" name="Obj [o8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documento de tesis, 03_diseno.tex (fig. d_servidor_ingesta); drawio, p. 20. Los detalles SHA-256 y AnalysisJob no están en el resumen.</a:t>
            </a:r>
            <a:endParaRPr lang="en-US" sz="800" dirty="0"/>
          </a:p>
        </p:txBody>
      </p:sp>
      <p:sp>
        <p:nvSpPr>
          <p:cNvPr id="2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53" presetClass="entr" presetSubtype="16"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 calcmode="lin" valueType="num">
                                      <p:cBhvr>
                                        <p:cTn id="10" dur="300" fill="hold"/>
                                        <p:tgtEl>
                                          <p:spTgt spid="4"/>
                                        </p:tgtEl>
                                        <p:attrNameLst>
                                          <p:attrName>ppt_w</p:attrName>
                                        </p:attrNameLst>
                                      </p:cBhvr>
                                      <p:tavLst>
                                        <p:tav tm="0">
                                          <p:val>
                                            <p:fltVal val="0"/>
                                          </p:val>
                                        </p:tav>
                                        <p:tav tm="100000">
                                          <p:val>
                                            <p:strVal val="#ppt_w"/>
                                          </p:val>
                                        </p:tav>
                                      </p:tavLst>
                                    </p:anim>
                                    <p:anim calcmode="lin" valueType="num">
                                      <p:cBhvr>
                                        <p:cTn id="11" dur="300" fill="hold"/>
                                        <p:tgtEl>
                                          <p:spTgt spid="4"/>
                                        </p:tgtEl>
                                        <p:attrNameLst>
                                          <p:attrName>ppt_h</p:attrName>
                                        </p:attrNameLst>
                                      </p:cBhvr>
                                      <p:tavLst>
                                        <p:tav tm="0">
                                          <p:val>
                                            <p:fltVal val="0"/>
                                          </p:val>
                                        </p:tav>
                                        <p:tav tm="100000">
                                          <p:val>
                                            <p:strVal val="#ppt_h"/>
                                          </p:val>
                                        </p:tav>
                                      </p:tavLst>
                                    </p:anim>
                                    <p:animEffect transition="in" filter="fade">
                                      <p:cBhvr>
                                        <p:cTn id="12" dur="300"/>
                                        <p:tgtEl>
                                          <p:spTgt spid="4"/>
                                        </p:tgtEl>
                                      </p:cBhvr>
                                    </p:animEffect>
                                  </p:childTnLst>
                                </p:cTn>
                              </p:par>
                              <p:par>
                                <p:cTn id="13" presetID="10" presetClass="entr" presetSubtype="0" grpId="0" fill="hold" nodeType="withEffect">
                                  <p:stCondLst>
                                    <p:cond delay="205"/>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25"/>
                                        <p:tgtEl>
                                          <p:spTgt spid="5">
                                            <p:txEl>
                                              <p:pRg st="0" end="0"/>
                                            </p:txEl>
                                          </p:spTgt>
                                        </p:tgtEl>
                                      </p:cBhvr>
                                    </p:animEffect>
                                  </p:childTnLst>
                                </p:cTn>
                              </p:par>
                              <p:par>
                                <p:cTn id="16" presetID="10" presetClass="entr" presetSubtype="0" grpId="0" fill="hold" nodeType="withEffect">
                                  <p:stCondLst>
                                    <p:cond delay="39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25"/>
                                        <p:tgtEl>
                                          <p:spTgt spid="5">
                                            <p:txEl>
                                              <p:pRg st="1" end="1"/>
                                            </p:txEl>
                                          </p:spTgt>
                                        </p:tgtEl>
                                      </p:cBhvr>
                                    </p:animEffect>
                                  </p:childTnLst>
                                </p:cTn>
                              </p:par>
                              <p:par>
                                <p:cTn id="19" presetID="10" presetClass="entr" presetSubtype="0" grpId="0" fill="hold" nodeType="withEffect">
                                  <p:stCondLst>
                                    <p:cond delay="585"/>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25"/>
                                        <p:tgtEl>
                                          <p:spTgt spid="5">
                                            <p:txEl>
                                              <p:pRg st="2" end="2"/>
                                            </p:txEl>
                                          </p:spTgt>
                                        </p:tgtEl>
                                      </p:cBhvr>
                                    </p:animEffect>
                                  </p:childTnLst>
                                </p:cTn>
                              </p:par>
                              <p:par>
                                <p:cTn id="22" presetID="10" presetClass="entr" presetSubtype="0" fill="hold" nodeType="withEffect">
                                  <p:stCondLst>
                                    <p:cond delay="2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25"/>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175"/>
                                        <p:tgtEl>
                                          <p:spTgt spid="3"/>
                                        </p:tgtEl>
                                      </p:cBhvr>
                                    </p:animEffect>
                                    <p:set>
                                      <p:cBhvr>
                                        <p:cTn id="29" dur="1" fill="hold">
                                          <p:stCondLst>
                                            <p:cond delay="174"/>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175"/>
                                        <p:tgtEl>
                                          <p:spTgt spid="5">
                                            <p:txEl>
                                              <p:pRg st="0" end="0"/>
                                            </p:txEl>
                                          </p:spTgt>
                                        </p:tgtEl>
                                      </p:cBhvr>
                                    </p:animEffect>
                                    <p:set>
                                      <p:cBhvr>
                                        <p:cTn id="32" dur="1" fill="hold">
                                          <p:stCondLst>
                                            <p:cond delay="174"/>
                                          </p:stCondLst>
                                        </p:cTn>
                                        <p:tgtEl>
                                          <p:spTgt spid="5">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175"/>
                                        <p:tgtEl>
                                          <p:spTgt spid="5">
                                            <p:txEl>
                                              <p:pRg st="1" end="1"/>
                                            </p:txEl>
                                          </p:spTgt>
                                        </p:tgtEl>
                                      </p:cBhvr>
                                    </p:animEffect>
                                    <p:set>
                                      <p:cBhvr>
                                        <p:cTn id="35" dur="1" fill="hold">
                                          <p:stCondLst>
                                            <p:cond delay="174"/>
                                          </p:stCondLst>
                                        </p:cTn>
                                        <p:tgtEl>
                                          <p:spTgt spid="5">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175"/>
                                        <p:tgtEl>
                                          <p:spTgt spid="5">
                                            <p:txEl>
                                              <p:pRg st="2" end="2"/>
                                            </p:txEl>
                                          </p:spTgt>
                                        </p:tgtEl>
                                      </p:cBhvr>
                                    </p:animEffect>
                                    <p:set>
                                      <p:cBhvr>
                                        <p:cTn id="38" dur="1" fill="hold">
                                          <p:stCondLst>
                                            <p:cond delay="174"/>
                                          </p:stCondLst>
                                        </p:cTn>
                                        <p:tgtEl>
                                          <p:spTgt spid="5">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75"/>
                                        <p:tgtEl>
                                          <p:spTgt spid="6"/>
                                        </p:tgtEl>
                                      </p:cBhvr>
                                    </p:animEffect>
                                    <p:set>
                                      <p:cBhvr>
                                        <p:cTn id="41" dur="1" fill="hold">
                                          <p:stCondLst>
                                            <p:cond delay="174"/>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54147 -0.22121 E" pathEditMode="relative" rAng="0" ptsTypes="AA">
                                      <p:cBhvr>
                                        <p:cTn id="43" dur="375" fill="hold"/>
                                        <p:tgtEl>
                                          <p:spTgt spid="4"/>
                                        </p:tgtEl>
                                        <p:attrNameLst>
                                          <p:attrName>ppt_x</p:attrName>
                                          <p:attrName>ppt_y</p:attrName>
                                        </p:attrNameLst>
                                      </p:cBhvr>
                                      <p:rCtr x="27073" y="-11060"/>
                                    </p:animMotion>
                                  </p:childTnLst>
                                </p:cTn>
                              </p:par>
                              <p:par>
                                <p:cTn id="44" presetID="6" presetClass="emph" presetSubtype="0" accel="50000" decel="50000" fill="hold" nodeType="withEffect">
                                  <p:stCondLst>
                                    <p:cond delay="0"/>
                                  </p:stCondLst>
                                  <p:childTnLst>
                                    <p:animScale>
                                      <p:cBhvr>
                                        <p:cTn id="45" dur="375" fill="hold"/>
                                        <p:tgtEl>
                                          <p:spTgt spid="4"/>
                                        </p:tgtEl>
                                      </p:cBhvr>
                                      <p:by x="25216" y="25216"/>
                                    </p:animScale>
                                  </p:childTnLst>
                                </p:cTn>
                              </p:par>
                              <p:par>
                                <p:cTn id="46" presetID="10" presetClass="entr" presetSubtype="0" fill="hold" nodeType="withEffect">
                                  <p:stCondLst>
                                    <p:cond delay="225"/>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225"/>
                                        <p:tgtEl>
                                          <p:spTgt spid="7"/>
                                        </p:tgtEl>
                                      </p:cBhvr>
                                    </p:animEffect>
                                  </p:childTnLst>
                                </p:cTn>
                              </p:par>
                              <p:par>
                                <p:cTn id="49" presetID="53" presetClass="entr" presetSubtype="16" fill="hold" nodeType="withEffect">
                                  <p:stCondLst>
                                    <p:cond delay="260"/>
                                  </p:stCondLst>
                                  <p:childTnLst>
                                    <p:set>
                                      <p:cBhvr>
                                        <p:cTn id="50" dur="1" fill="hold">
                                          <p:stCondLst>
                                            <p:cond delay="0"/>
                                          </p:stCondLst>
                                        </p:cTn>
                                        <p:tgtEl>
                                          <p:spTgt spid="8"/>
                                        </p:tgtEl>
                                        <p:attrNameLst>
                                          <p:attrName>style.visibility</p:attrName>
                                        </p:attrNameLst>
                                      </p:cBhvr>
                                      <p:to>
                                        <p:strVal val="visible"/>
                                      </p:to>
                                    </p:set>
                                    <p:anim calcmode="lin" valueType="num">
                                      <p:cBhvr>
                                        <p:cTn id="51" dur="300" fill="hold"/>
                                        <p:tgtEl>
                                          <p:spTgt spid="8"/>
                                        </p:tgtEl>
                                        <p:attrNameLst>
                                          <p:attrName>ppt_w</p:attrName>
                                        </p:attrNameLst>
                                      </p:cBhvr>
                                      <p:tavLst>
                                        <p:tav tm="0">
                                          <p:val>
                                            <p:fltVal val="0"/>
                                          </p:val>
                                        </p:tav>
                                        <p:tav tm="100000">
                                          <p:val>
                                            <p:strVal val="#ppt_w"/>
                                          </p:val>
                                        </p:tav>
                                      </p:tavLst>
                                    </p:anim>
                                    <p:anim calcmode="lin" valueType="num">
                                      <p:cBhvr>
                                        <p:cTn id="52" dur="300" fill="hold"/>
                                        <p:tgtEl>
                                          <p:spTgt spid="8"/>
                                        </p:tgtEl>
                                        <p:attrNameLst>
                                          <p:attrName>ppt_h</p:attrName>
                                        </p:attrNameLst>
                                      </p:cBhvr>
                                      <p:tavLst>
                                        <p:tav tm="0">
                                          <p:val>
                                            <p:fltVal val="0"/>
                                          </p:val>
                                        </p:tav>
                                        <p:tav tm="100000">
                                          <p:val>
                                            <p:strVal val="#ppt_h"/>
                                          </p:val>
                                        </p:tav>
                                      </p:tavLst>
                                    </p:anim>
                                    <p:animEffect transition="in" filter="fade">
                                      <p:cBhvr>
                                        <p:cTn id="53" dur="300"/>
                                        <p:tgtEl>
                                          <p:spTgt spid="8"/>
                                        </p:tgtEl>
                                      </p:cBhvr>
                                    </p:animEffect>
                                  </p:childTnLst>
                                </p:cTn>
                              </p:par>
                              <p:par>
                                <p:cTn id="54" presetID="10" presetClass="entr" presetSubtype="0" grpId="0" fill="hold" nodeType="withEffect">
                                  <p:stCondLst>
                                    <p:cond delay="295"/>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fade">
                                      <p:cBhvr>
                                        <p:cTn id="56" dur="225"/>
                                        <p:tgtEl>
                                          <p:spTgt spid="9">
                                            <p:txEl>
                                              <p:pRg st="0" end="0"/>
                                            </p:txEl>
                                          </p:spTgt>
                                        </p:tgtEl>
                                      </p:cBhvr>
                                    </p:animEffect>
                                  </p:childTnLst>
                                </p:cTn>
                              </p:par>
                              <p:par>
                                <p:cTn id="57" presetID="10" presetClass="entr" presetSubtype="0" grpId="0" fill="hold" nodeType="withEffect">
                                  <p:stCondLst>
                                    <p:cond delay="425"/>
                                  </p:stCondLst>
                                  <p:childTnLst>
                                    <p:set>
                                      <p:cBhvr>
                                        <p:cTn id="58" dur="1" fill="hold">
                                          <p:stCondLst>
                                            <p:cond delay="0"/>
                                          </p:stCondLst>
                                        </p:cTn>
                                        <p:tgtEl>
                                          <p:spTgt spid="9">
                                            <p:txEl>
                                              <p:pRg st="1" end="1"/>
                                            </p:txEl>
                                          </p:spTgt>
                                        </p:tgtEl>
                                        <p:attrNameLst>
                                          <p:attrName>style.visibility</p:attrName>
                                        </p:attrNameLst>
                                      </p:cBhvr>
                                      <p:to>
                                        <p:strVal val="visible"/>
                                      </p:to>
                                    </p:set>
                                    <p:animEffect transition="in" filter="fade">
                                      <p:cBhvr>
                                        <p:cTn id="59" dur="225"/>
                                        <p:tgtEl>
                                          <p:spTgt spid="9">
                                            <p:txEl>
                                              <p:pRg st="1" end="1"/>
                                            </p:txEl>
                                          </p:spTgt>
                                        </p:tgtEl>
                                      </p:cBhvr>
                                    </p:animEffect>
                                  </p:childTnLst>
                                </p:cTn>
                              </p:par>
                              <p:par>
                                <p:cTn id="60" presetID="10" presetClass="entr" presetSubtype="0" grpId="0" fill="hold" nodeType="withEffect">
                                  <p:stCondLst>
                                    <p:cond delay="555"/>
                                  </p:stCondLst>
                                  <p:childTnLst>
                                    <p:set>
                                      <p:cBhvr>
                                        <p:cTn id="61" dur="1" fill="hold">
                                          <p:stCondLst>
                                            <p:cond delay="0"/>
                                          </p:stCondLst>
                                        </p:cTn>
                                        <p:tgtEl>
                                          <p:spTgt spid="9">
                                            <p:txEl>
                                              <p:pRg st="2" end="2"/>
                                            </p:txEl>
                                          </p:spTgt>
                                        </p:tgtEl>
                                        <p:attrNameLst>
                                          <p:attrName>style.visibility</p:attrName>
                                        </p:attrNameLst>
                                      </p:cBhvr>
                                      <p:to>
                                        <p:strVal val="visible"/>
                                      </p:to>
                                    </p:set>
                                    <p:animEffect transition="in" filter="fade">
                                      <p:cBhvr>
                                        <p:cTn id="62" dur="225"/>
                                        <p:tgtEl>
                                          <p:spTgt spid="9">
                                            <p:txEl>
                                              <p:pRg st="2" end="2"/>
                                            </p:txEl>
                                          </p:spTgt>
                                        </p:tgtEl>
                                      </p:cBhvr>
                                    </p:animEffect>
                                  </p:childTnLst>
                                </p:cTn>
                              </p:par>
                              <p:par>
                                <p:cTn id="63" presetID="10" presetClass="entr" presetSubtype="0" grpId="0" fill="hold" nodeType="withEffect">
                                  <p:stCondLst>
                                    <p:cond delay="685"/>
                                  </p:stCondLst>
                                  <p:childTnLst>
                                    <p:set>
                                      <p:cBhvr>
                                        <p:cTn id="64" dur="1" fill="hold">
                                          <p:stCondLst>
                                            <p:cond delay="0"/>
                                          </p:stCondLst>
                                        </p:cTn>
                                        <p:tgtEl>
                                          <p:spTgt spid="9">
                                            <p:txEl>
                                              <p:pRg st="3" end="3"/>
                                            </p:txEl>
                                          </p:spTgt>
                                        </p:tgtEl>
                                        <p:attrNameLst>
                                          <p:attrName>style.visibility</p:attrName>
                                        </p:attrNameLst>
                                      </p:cBhvr>
                                      <p:to>
                                        <p:strVal val="visible"/>
                                      </p:to>
                                    </p:set>
                                    <p:animEffect transition="in" filter="fade">
                                      <p:cBhvr>
                                        <p:cTn id="65" dur="225"/>
                                        <p:tgtEl>
                                          <p:spTgt spid="9">
                                            <p:txEl>
                                              <p:pRg st="3" end="3"/>
                                            </p:txEl>
                                          </p:spTgt>
                                        </p:tgtEl>
                                      </p:cBhvr>
                                    </p:animEffect>
                                  </p:childTnLst>
                                </p:cTn>
                              </p:par>
                              <p:par>
                                <p:cTn id="66" presetID="10" presetClass="entr" presetSubtype="0" grpId="0" fill="hold" nodeType="withEffect">
                                  <p:stCondLst>
                                    <p:cond delay="815"/>
                                  </p:stCondLst>
                                  <p:childTnLst>
                                    <p:set>
                                      <p:cBhvr>
                                        <p:cTn id="67" dur="1" fill="hold">
                                          <p:stCondLst>
                                            <p:cond delay="0"/>
                                          </p:stCondLst>
                                        </p:cTn>
                                        <p:tgtEl>
                                          <p:spTgt spid="9">
                                            <p:txEl>
                                              <p:pRg st="4" end="4"/>
                                            </p:txEl>
                                          </p:spTgt>
                                        </p:tgtEl>
                                        <p:attrNameLst>
                                          <p:attrName>style.visibility</p:attrName>
                                        </p:attrNameLst>
                                      </p:cBhvr>
                                      <p:to>
                                        <p:strVal val="visible"/>
                                      </p:to>
                                    </p:set>
                                    <p:animEffect transition="in" filter="fade">
                                      <p:cBhvr>
                                        <p:cTn id="68" dur="225"/>
                                        <p:tgtEl>
                                          <p:spTgt spid="9">
                                            <p:txEl>
                                              <p:pRg st="4" end="4"/>
                                            </p:txEl>
                                          </p:spTgt>
                                        </p:tgtEl>
                                      </p:cBhvr>
                                    </p:animEffect>
                                  </p:childTnLst>
                                </p:cTn>
                              </p:par>
                              <p:par>
                                <p:cTn id="69" presetID="10" presetClass="entr" presetSubtype="0" fill="hold" nodeType="withEffect">
                                  <p:stCondLst>
                                    <p:cond delay="33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225"/>
                                        <p:tgtEl>
                                          <p:spTgt spid="11"/>
                                        </p:tgtEl>
                                      </p:cBhvr>
                                    </p:animEffect>
                                  </p:childTnLst>
                                </p:cTn>
                              </p:par>
                              <p:par>
                                <p:cTn id="72" presetID="22" presetClass="entr" presetSubtype="4" fill="hold" nodeType="withEffect">
                                  <p:stCondLst>
                                    <p:cond delay="365"/>
                                  </p:stCondLst>
                                  <p:childTnLst>
                                    <p:set>
                                      <p:cBhvr>
                                        <p:cTn id="73" dur="1" fill="hold">
                                          <p:stCondLst>
                                            <p:cond delay="0"/>
                                          </p:stCondLst>
                                        </p:cTn>
                                        <p:tgtEl>
                                          <p:spTgt spid="12"/>
                                        </p:tgtEl>
                                        <p:attrNameLst>
                                          <p:attrName>style.visibility</p:attrName>
                                        </p:attrNameLst>
                                      </p:cBhvr>
                                      <p:to>
                                        <p:strVal val="visible"/>
                                      </p:to>
                                    </p:set>
                                    <p:animEffect transition="in" filter="wipe(down)">
                                      <p:cBhvr>
                                        <p:cTn id="74" dur="250"/>
                                        <p:tgtEl>
                                          <p:spTgt spid="12"/>
                                        </p:tgtEl>
                                      </p:cBhvr>
                                    </p:animEffect>
                                  </p:childTnLst>
                                </p:cTn>
                              </p:par>
                              <p:par>
                                <p:cTn id="75" presetID="10" presetClass="entr" presetSubtype="0" fill="hold" nodeType="withEffect">
                                  <p:stCondLst>
                                    <p:cond delay="29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225"/>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175"/>
                                        <p:tgtEl>
                                          <p:spTgt spid="7"/>
                                        </p:tgtEl>
                                      </p:cBhvr>
                                    </p:animEffect>
                                    <p:set>
                                      <p:cBhvr>
                                        <p:cTn id="82" dur="1" fill="hold">
                                          <p:stCondLst>
                                            <p:cond delay="174"/>
                                          </p:stCondLst>
                                        </p:cTn>
                                        <p:tgtEl>
                                          <p:spTgt spid="7"/>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175"/>
                                        <p:tgtEl>
                                          <p:spTgt spid="9">
                                            <p:txEl>
                                              <p:pRg st="0" end="0"/>
                                            </p:txEl>
                                          </p:spTgt>
                                        </p:tgtEl>
                                      </p:cBhvr>
                                    </p:animEffect>
                                    <p:set>
                                      <p:cBhvr>
                                        <p:cTn id="85" dur="1" fill="hold">
                                          <p:stCondLst>
                                            <p:cond delay="174"/>
                                          </p:stCondLst>
                                        </p:cTn>
                                        <p:tgtEl>
                                          <p:spTgt spid="9">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175"/>
                                        <p:tgtEl>
                                          <p:spTgt spid="9">
                                            <p:txEl>
                                              <p:pRg st="1" end="1"/>
                                            </p:txEl>
                                          </p:spTgt>
                                        </p:tgtEl>
                                      </p:cBhvr>
                                    </p:animEffect>
                                    <p:set>
                                      <p:cBhvr>
                                        <p:cTn id="88" dur="1" fill="hold">
                                          <p:stCondLst>
                                            <p:cond delay="174"/>
                                          </p:stCondLst>
                                        </p:cTn>
                                        <p:tgtEl>
                                          <p:spTgt spid="9">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175"/>
                                        <p:tgtEl>
                                          <p:spTgt spid="9">
                                            <p:txEl>
                                              <p:pRg st="2" end="2"/>
                                            </p:txEl>
                                          </p:spTgt>
                                        </p:tgtEl>
                                      </p:cBhvr>
                                    </p:animEffect>
                                    <p:set>
                                      <p:cBhvr>
                                        <p:cTn id="91" dur="1" fill="hold">
                                          <p:stCondLst>
                                            <p:cond delay="174"/>
                                          </p:stCondLst>
                                        </p:cTn>
                                        <p:tgtEl>
                                          <p:spTgt spid="9">
                                            <p:txEl>
                                              <p:pRg st="2" end="2"/>
                                            </p:txEl>
                                          </p:spTgt>
                                        </p:tgtEl>
                                        <p:attrNameLst>
                                          <p:attrName>style.visibility</p:attrName>
                                        </p:attrNameLst>
                                      </p:cBhvr>
                                      <p:to>
                                        <p:strVal val="hidden"/>
                                      </p:to>
                                    </p:set>
                                  </p:childTnLst>
                                </p:cTn>
                              </p:par>
                              <p:par>
                                <p:cTn id="92" presetID="10" presetClass="exit" presetSubtype="0" grpId="0" fill="hold" nodeType="withEffect">
                                  <p:stCondLst>
                                    <p:cond delay="0"/>
                                  </p:stCondLst>
                                  <p:childTnLst>
                                    <p:animEffect transition="out" filter="fade">
                                      <p:cBhvr>
                                        <p:cTn id="93" dur="175"/>
                                        <p:tgtEl>
                                          <p:spTgt spid="9">
                                            <p:txEl>
                                              <p:pRg st="3" end="3"/>
                                            </p:txEl>
                                          </p:spTgt>
                                        </p:tgtEl>
                                      </p:cBhvr>
                                    </p:animEffect>
                                    <p:set>
                                      <p:cBhvr>
                                        <p:cTn id="94" dur="1" fill="hold">
                                          <p:stCondLst>
                                            <p:cond delay="174"/>
                                          </p:stCondLst>
                                        </p:cTn>
                                        <p:tgtEl>
                                          <p:spTgt spid="9">
                                            <p:txEl>
                                              <p:pRg st="3" end="3"/>
                                            </p:txEl>
                                          </p:spTgt>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175"/>
                                        <p:tgtEl>
                                          <p:spTgt spid="9">
                                            <p:txEl>
                                              <p:pRg st="4" end="4"/>
                                            </p:txEl>
                                          </p:spTgt>
                                        </p:tgtEl>
                                      </p:cBhvr>
                                    </p:animEffect>
                                    <p:set>
                                      <p:cBhvr>
                                        <p:cTn id="97" dur="1" fill="hold">
                                          <p:stCondLst>
                                            <p:cond delay="174"/>
                                          </p:stCondLst>
                                        </p:cTn>
                                        <p:tgtEl>
                                          <p:spTgt spid="9">
                                            <p:txEl>
                                              <p:pRg st="4" end="4"/>
                                            </p:txEl>
                                          </p:spTgt>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175"/>
                                        <p:tgtEl>
                                          <p:spTgt spid="11"/>
                                        </p:tgtEl>
                                      </p:cBhvr>
                                    </p:animEffect>
                                    <p:set>
                                      <p:cBhvr>
                                        <p:cTn id="100" dur="1" fill="hold">
                                          <p:stCondLst>
                                            <p:cond delay="174"/>
                                          </p:stCondLst>
                                        </p:cTn>
                                        <p:tgtEl>
                                          <p:spTgt spid="11"/>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175"/>
                                        <p:tgtEl>
                                          <p:spTgt spid="12"/>
                                        </p:tgtEl>
                                      </p:cBhvr>
                                    </p:animEffect>
                                    <p:set>
                                      <p:cBhvr>
                                        <p:cTn id="103" dur="1" fill="hold">
                                          <p:stCondLst>
                                            <p:cond delay="174"/>
                                          </p:stCondLst>
                                        </p:cTn>
                                        <p:tgtEl>
                                          <p:spTgt spid="12"/>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175"/>
                                        <p:tgtEl>
                                          <p:spTgt spid="13"/>
                                        </p:tgtEl>
                                      </p:cBhvr>
                                    </p:animEffect>
                                    <p:set>
                                      <p:cBhvr>
                                        <p:cTn id="106" dur="1" fill="hold">
                                          <p:stCondLst>
                                            <p:cond delay="174"/>
                                          </p:stCondLst>
                                        </p:cTn>
                                        <p:tgtEl>
                                          <p:spTgt spid="13"/>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4878 -0.02308 E" pathEditMode="relative" rAng="0" ptsTypes="AA">
                                      <p:cBhvr>
                                        <p:cTn id="108" dur="375" fill="hold"/>
                                        <p:tgtEl>
                                          <p:spTgt spid="8"/>
                                        </p:tgtEl>
                                        <p:attrNameLst>
                                          <p:attrName>ppt_x</p:attrName>
                                          <p:attrName>ppt_y</p:attrName>
                                        </p:attrNameLst>
                                      </p:cBhvr>
                                      <p:rCtr x="32438" y="-1153"/>
                                    </p:animMotion>
                                  </p:childTnLst>
                                </p:cTn>
                              </p:par>
                              <p:par>
                                <p:cTn id="109" presetID="6" presetClass="emph" presetSubtype="0" accel="50000" decel="50000" fill="hold" nodeType="withEffect">
                                  <p:stCondLst>
                                    <p:cond delay="0"/>
                                  </p:stCondLst>
                                  <p:childTnLst>
                                    <p:animScale>
                                      <p:cBhvr>
                                        <p:cTn id="110" dur="375" fill="hold"/>
                                        <p:tgtEl>
                                          <p:spTgt spid="8"/>
                                        </p:tgtEl>
                                      </p:cBhvr>
                                      <p:by x="30548" y="30548"/>
                                    </p:animScale>
                                  </p:childTnLst>
                                </p:cTn>
                              </p:par>
                              <p:par>
                                <p:cTn id="111" presetID="10" presetClass="entr" presetSubtype="0" fill="hold" nodeType="withEffect">
                                  <p:stCondLst>
                                    <p:cond delay="225"/>
                                  </p:stCondLst>
                                  <p:childTnLst>
                                    <p:set>
                                      <p:cBhvr>
                                        <p:cTn id="112" dur="1" fill="hold">
                                          <p:stCondLst>
                                            <p:cond delay="0"/>
                                          </p:stCondLst>
                                        </p:cTn>
                                        <p:tgtEl>
                                          <p:spTgt spid="14"/>
                                        </p:tgtEl>
                                        <p:attrNameLst>
                                          <p:attrName>style.visibility</p:attrName>
                                        </p:attrNameLst>
                                      </p:cBhvr>
                                      <p:to>
                                        <p:strVal val="visible"/>
                                      </p:to>
                                    </p:set>
                                    <p:animEffect transition="in" filter="fade">
                                      <p:cBhvr>
                                        <p:cTn id="113" dur="225"/>
                                        <p:tgtEl>
                                          <p:spTgt spid="14"/>
                                        </p:tgtEl>
                                      </p:cBhvr>
                                    </p:animEffect>
                                  </p:childTnLst>
                                </p:cTn>
                              </p:par>
                              <p:par>
                                <p:cTn id="114" presetID="53" presetClass="entr" presetSubtype="16" fill="hold" nodeType="withEffect">
                                  <p:stCondLst>
                                    <p:cond delay="260"/>
                                  </p:stCondLst>
                                  <p:childTnLst>
                                    <p:set>
                                      <p:cBhvr>
                                        <p:cTn id="115" dur="1" fill="hold">
                                          <p:stCondLst>
                                            <p:cond delay="0"/>
                                          </p:stCondLst>
                                        </p:cTn>
                                        <p:tgtEl>
                                          <p:spTgt spid="15"/>
                                        </p:tgtEl>
                                        <p:attrNameLst>
                                          <p:attrName>style.visibility</p:attrName>
                                        </p:attrNameLst>
                                      </p:cBhvr>
                                      <p:to>
                                        <p:strVal val="visible"/>
                                      </p:to>
                                    </p:set>
                                    <p:anim calcmode="lin" valueType="num">
                                      <p:cBhvr>
                                        <p:cTn id="116" dur="300" fill="hold"/>
                                        <p:tgtEl>
                                          <p:spTgt spid="15"/>
                                        </p:tgtEl>
                                        <p:attrNameLst>
                                          <p:attrName>ppt_w</p:attrName>
                                        </p:attrNameLst>
                                      </p:cBhvr>
                                      <p:tavLst>
                                        <p:tav tm="0">
                                          <p:val>
                                            <p:fltVal val="0"/>
                                          </p:val>
                                        </p:tav>
                                        <p:tav tm="100000">
                                          <p:val>
                                            <p:strVal val="#ppt_w"/>
                                          </p:val>
                                        </p:tav>
                                      </p:tavLst>
                                    </p:anim>
                                    <p:anim calcmode="lin" valueType="num">
                                      <p:cBhvr>
                                        <p:cTn id="117" dur="300" fill="hold"/>
                                        <p:tgtEl>
                                          <p:spTgt spid="15"/>
                                        </p:tgtEl>
                                        <p:attrNameLst>
                                          <p:attrName>ppt_h</p:attrName>
                                        </p:attrNameLst>
                                      </p:cBhvr>
                                      <p:tavLst>
                                        <p:tav tm="0">
                                          <p:val>
                                            <p:fltVal val="0"/>
                                          </p:val>
                                        </p:tav>
                                        <p:tav tm="100000">
                                          <p:val>
                                            <p:strVal val="#ppt_h"/>
                                          </p:val>
                                        </p:tav>
                                      </p:tavLst>
                                    </p:anim>
                                    <p:animEffect transition="in" filter="fade">
                                      <p:cBhvr>
                                        <p:cTn id="118" dur="300"/>
                                        <p:tgtEl>
                                          <p:spTgt spid="15"/>
                                        </p:tgtEl>
                                      </p:cBhvr>
                                    </p:animEffect>
                                  </p:childTnLst>
                                </p:cTn>
                              </p:par>
                              <p:par>
                                <p:cTn id="119" presetID="10" presetClass="entr" presetSubtype="0" grpId="0" fill="hold" nodeType="withEffect">
                                  <p:stCondLst>
                                    <p:cond delay="295"/>
                                  </p:stCondLst>
                                  <p:childTnLst>
                                    <p:set>
                                      <p:cBhvr>
                                        <p:cTn id="120" dur="1" fill="hold">
                                          <p:stCondLst>
                                            <p:cond delay="0"/>
                                          </p:stCondLst>
                                        </p:cTn>
                                        <p:tgtEl>
                                          <p:spTgt spid="16">
                                            <p:txEl>
                                              <p:pRg st="0" end="0"/>
                                            </p:txEl>
                                          </p:spTgt>
                                        </p:tgtEl>
                                        <p:attrNameLst>
                                          <p:attrName>style.visibility</p:attrName>
                                        </p:attrNameLst>
                                      </p:cBhvr>
                                      <p:to>
                                        <p:strVal val="visible"/>
                                      </p:to>
                                    </p:set>
                                    <p:animEffect transition="in" filter="fade">
                                      <p:cBhvr>
                                        <p:cTn id="121" dur="225"/>
                                        <p:tgtEl>
                                          <p:spTgt spid="16">
                                            <p:txEl>
                                              <p:pRg st="0" end="0"/>
                                            </p:txEl>
                                          </p:spTgt>
                                        </p:tgtEl>
                                      </p:cBhvr>
                                    </p:animEffect>
                                  </p:childTnLst>
                                </p:cTn>
                              </p:par>
                              <p:par>
                                <p:cTn id="122" presetID="10" presetClass="entr" presetSubtype="0" grpId="0" fill="hold" nodeType="withEffect">
                                  <p:stCondLst>
                                    <p:cond delay="485"/>
                                  </p:stCondLst>
                                  <p:childTnLst>
                                    <p:set>
                                      <p:cBhvr>
                                        <p:cTn id="123" dur="1" fill="hold">
                                          <p:stCondLst>
                                            <p:cond delay="0"/>
                                          </p:stCondLst>
                                        </p:cTn>
                                        <p:tgtEl>
                                          <p:spTgt spid="16">
                                            <p:txEl>
                                              <p:pRg st="1" end="1"/>
                                            </p:txEl>
                                          </p:spTgt>
                                        </p:tgtEl>
                                        <p:attrNameLst>
                                          <p:attrName>style.visibility</p:attrName>
                                        </p:attrNameLst>
                                      </p:cBhvr>
                                      <p:to>
                                        <p:strVal val="visible"/>
                                      </p:to>
                                    </p:set>
                                    <p:animEffect transition="in" filter="fade">
                                      <p:cBhvr>
                                        <p:cTn id="124" dur="225"/>
                                        <p:tgtEl>
                                          <p:spTgt spid="16">
                                            <p:txEl>
                                              <p:pRg st="1" end="1"/>
                                            </p:txEl>
                                          </p:spTgt>
                                        </p:tgtEl>
                                      </p:cBhvr>
                                    </p:animEffect>
                                  </p:childTnLst>
                                </p:cTn>
                              </p:par>
                              <p:par>
                                <p:cTn id="125" presetID="10" presetClass="entr" presetSubtype="0" grpId="0" fill="hold" nodeType="withEffect">
                                  <p:stCondLst>
                                    <p:cond delay="675"/>
                                  </p:stCondLst>
                                  <p:childTnLst>
                                    <p:set>
                                      <p:cBhvr>
                                        <p:cTn id="126" dur="1" fill="hold">
                                          <p:stCondLst>
                                            <p:cond delay="0"/>
                                          </p:stCondLst>
                                        </p:cTn>
                                        <p:tgtEl>
                                          <p:spTgt spid="16">
                                            <p:txEl>
                                              <p:pRg st="2" end="2"/>
                                            </p:txEl>
                                          </p:spTgt>
                                        </p:tgtEl>
                                        <p:attrNameLst>
                                          <p:attrName>style.visibility</p:attrName>
                                        </p:attrNameLst>
                                      </p:cBhvr>
                                      <p:to>
                                        <p:strVal val="visible"/>
                                      </p:to>
                                    </p:set>
                                    <p:animEffect transition="in" filter="fade">
                                      <p:cBhvr>
                                        <p:cTn id="127" dur="225"/>
                                        <p:tgtEl>
                                          <p:spTgt spid="16">
                                            <p:txEl>
                                              <p:pRg st="2" end="2"/>
                                            </p:txEl>
                                          </p:spTgt>
                                        </p:tgtEl>
                                      </p:cBhvr>
                                    </p:animEffect>
                                  </p:childTnLst>
                                </p:cTn>
                              </p:par>
                              <p:par>
                                <p:cTn id="128" presetID="10" presetClass="entr" presetSubtype="0" fill="hold" nodeType="withEffect">
                                  <p:stCondLst>
                                    <p:cond delay="33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225"/>
                                        <p:tgtEl>
                                          <p:spTgt spid="17"/>
                                        </p:tgtEl>
                                      </p:cBhvr>
                                    </p:animEffect>
                                  </p:childTnLst>
                                </p:cTn>
                              </p:par>
                              <p:par>
                                <p:cTn id="131" presetID="22" presetClass="entr" presetSubtype="8" fill="hold" nodeType="withEffect">
                                  <p:stCondLst>
                                    <p:cond delay="365"/>
                                  </p:stCondLst>
                                  <p:childTnLst>
                                    <p:set>
                                      <p:cBhvr>
                                        <p:cTn id="132" dur="1" fill="hold">
                                          <p:stCondLst>
                                            <p:cond delay="0"/>
                                          </p:stCondLst>
                                        </p:cTn>
                                        <p:tgtEl>
                                          <p:spTgt spid="18"/>
                                        </p:tgtEl>
                                        <p:attrNameLst>
                                          <p:attrName>style.visibility</p:attrName>
                                        </p:attrNameLst>
                                      </p:cBhvr>
                                      <p:to>
                                        <p:strVal val="visible"/>
                                      </p:to>
                                    </p:set>
                                    <p:animEffect transition="in" filter="wipe(left)">
                                      <p:cBhvr>
                                        <p:cTn id="133" dur="250"/>
                                        <p:tgtEl>
                                          <p:spTgt spid="18"/>
                                        </p:tgtEl>
                                      </p:cBhvr>
                                    </p:animEffect>
                                  </p:childTnLst>
                                </p:cTn>
                              </p:par>
                              <p:par>
                                <p:cTn id="134" presetID="10" presetClass="entr" presetSubtype="0" fill="hold" nodeType="withEffect">
                                  <p:stCondLst>
                                    <p:cond delay="290"/>
                                  </p:stCondLst>
                                  <p:childTnLst>
                                    <p:set>
                                      <p:cBhvr>
                                        <p:cTn id="135" dur="1" fill="hold">
                                          <p:stCondLst>
                                            <p:cond delay="0"/>
                                          </p:stCondLst>
                                        </p:cTn>
                                        <p:tgtEl>
                                          <p:spTgt spid="19"/>
                                        </p:tgtEl>
                                        <p:attrNameLst>
                                          <p:attrName>style.visibility</p:attrName>
                                        </p:attrNameLst>
                                      </p:cBhvr>
                                      <p:to>
                                        <p:strVal val="visible"/>
                                      </p:to>
                                    </p:set>
                                    <p:animEffect transition="in" filter="fade">
                                      <p:cBhvr>
                                        <p:cTn id="136" dur="225"/>
                                        <p:tgtEl>
                                          <p:spTgt spid="19"/>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nodeType="clickEffect">
                                  <p:stCondLst>
                                    <p:cond delay="0"/>
                                  </p:stCondLst>
                                  <p:childTnLst>
                                    <p:animEffect transition="out" filter="fade">
                                      <p:cBhvr>
                                        <p:cTn id="140" dur="175"/>
                                        <p:tgtEl>
                                          <p:spTgt spid="14"/>
                                        </p:tgtEl>
                                      </p:cBhvr>
                                    </p:animEffect>
                                    <p:set>
                                      <p:cBhvr>
                                        <p:cTn id="141" dur="1" fill="hold">
                                          <p:stCondLst>
                                            <p:cond delay="174"/>
                                          </p:stCondLst>
                                        </p:cTn>
                                        <p:tgtEl>
                                          <p:spTgt spid="14"/>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175"/>
                                        <p:tgtEl>
                                          <p:spTgt spid="16">
                                            <p:txEl>
                                              <p:pRg st="0" end="0"/>
                                            </p:txEl>
                                          </p:spTgt>
                                        </p:tgtEl>
                                      </p:cBhvr>
                                    </p:animEffect>
                                    <p:set>
                                      <p:cBhvr>
                                        <p:cTn id="144" dur="1" fill="hold">
                                          <p:stCondLst>
                                            <p:cond delay="174"/>
                                          </p:stCondLst>
                                        </p:cTn>
                                        <p:tgtEl>
                                          <p:spTgt spid="16">
                                            <p:txEl>
                                              <p:pRg st="0" end="0"/>
                                            </p:txEl>
                                          </p:spTgt>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175"/>
                                        <p:tgtEl>
                                          <p:spTgt spid="16">
                                            <p:txEl>
                                              <p:pRg st="1" end="1"/>
                                            </p:txEl>
                                          </p:spTgt>
                                        </p:tgtEl>
                                      </p:cBhvr>
                                    </p:animEffect>
                                    <p:set>
                                      <p:cBhvr>
                                        <p:cTn id="147" dur="1" fill="hold">
                                          <p:stCondLst>
                                            <p:cond delay="174"/>
                                          </p:stCondLst>
                                        </p:cTn>
                                        <p:tgtEl>
                                          <p:spTgt spid="16">
                                            <p:txEl>
                                              <p:pRg st="1" end="1"/>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175"/>
                                        <p:tgtEl>
                                          <p:spTgt spid="16">
                                            <p:txEl>
                                              <p:pRg st="2" end="2"/>
                                            </p:txEl>
                                          </p:spTgt>
                                        </p:tgtEl>
                                      </p:cBhvr>
                                    </p:animEffect>
                                    <p:set>
                                      <p:cBhvr>
                                        <p:cTn id="150" dur="1" fill="hold">
                                          <p:stCondLst>
                                            <p:cond delay="174"/>
                                          </p:stCondLst>
                                        </p:cTn>
                                        <p:tgtEl>
                                          <p:spTgt spid="16">
                                            <p:txEl>
                                              <p:pRg st="2" end="2"/>
                                            </p:txEl>
                                          </p:spTgt>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175"/>
                                        <p:tgtEl>
                                          <p:spTgt spid="17"/>
                                        </p:tgtEl>
                                      </p:cBhvr>
                                    </p:animEffect>
                                    <p:set>
                                      <p:cBhvr>
                                        <p:cTn id="153" dur="1" fill="hold">
                                          <p:stCondLst>
                                            <p:cond delay="174"/>
                                          </p:stCondLst>
                                        </p:cTn>
                                        <p:tgtEl>
                                          <p:spTgt spid="17"/>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175"/>
                                        <p:tgtEl>
                                          <p:spTgt spid="18"/>
                                        </p:tgtEl>
                                      </p:cBhvr>
                                    </p:animEffect>
                                    <p:set>
                                      <p:cBhvr>
                                        <p:cTn id="156" dur="1" fill="hold">
                                          <p:stCondLst>
                                            <p:cond delay="174"/>
                                          </p:stCondLst>
                                        </p:cTn>
                                        <p:tgtEl>
                                          <p:spTgt spid="18"/>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175"/>
                                        <p:tgtEl>
                                          <p:spTgt spid="19"/>
                                        </p:tgtEl>
                                      </p:cBhvr>
                                    </p:animEffect>
                                    <p:set>
                                      <p:cBhvr>
                                        <p:cTn id="159" dur="1" fill="hold">
                                          <p:stCondLst>
                                            <p:cond delay="174"/>
                                          </p:stCondLst>
                                        </p:cTn>
                                        <p:tgtEl>
                                          <p:spTgt spid="19"/>
                                        </p:tgtEl>
                                        <p:attrNameLst>
                                          <p:attrName>style.visibility</p:attrName>
                                        </p:attrNameLst>
                                      </p:cBhvr>
                                      <p:to>
                                        <p:strVal val="hidden"/>
                                      </p:to>
                                    </p:set>
                                  </p:childTnLst>
                                </p:cTn>
                              </p:par>
                              <p:par>
                                <p:cTn id="160" presetID="0" presetClass="path" presetSubtype="0" accel="50000" decel="50000" fill="hold" nodeType="withEffect">
                                  <p:stCondLst>
                                    <p:cond delay="0"/>
                                  </p:stCondLst>
                                  <p:childTnLst>
                                    <p:animMotion origin="layout" path="M 0 0 L 0.62383 0.12852 E" pathEditMode="relative" rAng="0" ptsTypes="AA">
                                      <p:cBhvr>
                                        <p:cTn id="161" dur="375" fill="hold"/>
                                        <p:tgtEl>
                                          <p:spTgt spid="15"/>
                                        </p:tgtEl>
                                        <p:attrNameLst>
                                          <p:attrName>ppt_x</p:attrName>
                                          <p:attrName>ppt_y</p:attrName>
                                        </p:attrNameLst>
                                      </p:cBhvr>
                                      <p:rCtr x="31191" y="6426"/>
                                    </p:animMotion>
                                  </p:childTnLst>
                                </p:cTn>
                              </p:par>
                              <p:par>
                                <p:cTn id="162" presetID="6" presetClass="emph" presetSubtype="0" accel="50000" decel="50000" fill="hold" nodeType="withEffect">
                                  <p:stCondLst>
                                    <p:cond delay="0"/>
                                  </p:stCondLst>
                                  <p:childTnLst>
                                    <p:animScale>
                                      <p:cBhvr>
                                        <p:cTn id="163" dur="375" fill="hold"/>
                                        <p:tgtEl>
                                          <p:spTgt spid="15"/>
                                        </p:tgtEl>
                                      </p:cBhvr>
                                      <p:by x="29519" y="29519"/>
                                    </p:animScale>
                                  </p:childTnLst>
                                </p:cTn>
                              </p:par>
                              <p:par>
                                <p:cTn id="164" presetID="10" presetClass="entr" presetSubtype="0" fill="hold" nodeType="withEffect">
                                  <p:stCondLst>
                                    <p:cond delay="225"/>
                                  </p:stCondLst>
                                  <p:childTnLst>
                                    <p:set>
                                      <p:cBhvr>
                                        <p:cTn id="165" dur="1" fill="hold">
                                          <p:stCondLst>
                                            <p:cond delay="0"/>
                                          </p:stCondLst>
                                        </p:cTn>
                                        <p:tgtEl>
                                          <p:spTgt spid="20"/>
                                        </p:tgtEl>
                                        <p:attrNameLst>
                                          <p:attrName>style.visibility</p:attrName>
                                        </p:attrNameLst>
                                      </p:cBhvr>
                                      <p:to>
                                        <p:strVal val="visible"/>
                                      </p:to>
                                    </p:set>
                                    <p:animEffect transition="in" filter="fade">
                                      <p:cBhvr>
                                        <p:cTn id="166" dur="225"/>
                                        <p:tgtEl>
                                          <p:spTgt spid="20"/>
                                        </p:tgtEl>
                                      </p:cBhvr>
                                    </p:animEffect>
                                  </p:childTnLst>
                                </p:cTn>
                              </p:par>
                              <p:par>
                                <p:cTn id="167" presetID="53" presetClass="entr" presetSubtype="16" fill="hold" nodeType="withEffect">
                                  <p:stCondLst>
                                    <p:cond delay="260"/>
                                  </p:stCondLst>
                                  <p:childTnLst>
                                    <p:set>
                                      <p:cBhvr>
                                        <p:cTn id="168" dur="1" fill="hold">
                                          <p:stCondLst>
                                            <p:cond delay="0"/>
                                          </p:stCondLst>
                                        </p:cTn>
                                        <p:tgtEl>
                                          <p:spTgt spid="21"/>
                                        </p:tgtEl>
                                        <p:attrNameLst>
                                          <p:attrName>style.visibility</p:attrName>
                                        </p:attrNameLst>
                                      </p:cBhvr>
                                      <p:to>
                                        <p:strVal val="visible"/>
                                      </p:to>
                                    </p:set>
                                    <p:anim calcmode="lin" valueType="num">
                                      <p:cBhvr>
                                        <p:cTn id="169" dur="300" fill="hold"/>
                                        <p:tgtEl>
                                          <p:spTgt spid="21"/>
                                        </p:tgtEl>
                                        <p:attrNameLst>
                                          <p:attrName>ppt_w</p:attrName>
                                        </p:attrNameLst>
                                      </p:cBhvr>
                                      <p:tavLst>
                                        <p:tav tm="0">
                                          <p:val>
                                            <p:fltVal val="0"/>
                                          </p:val>
                                        </p:tav>
                                        <p:tav tm="100000">
                                          <p:val>
                                            <p:strVal val="#ppt_w"/>
                                          </p:val>
                                        </p:tav>
                                      </p:tavLst>
                                    </p:anim>
                                    <p:anim calcmode="lin" valueType="num">
                                      <p:cBhvr>
                                        <p:cTn id="170" dur="300" fill="hold"/>
                                        <p:tgtEl>
                                          <p:spTgt spid="21"/>
                                        </p:tgtEl>
                                        <p:attrNameLst>
                                          <p:attrName>ppt_h</p:attrName>
                                        </p:attrNameLst>
                                      </p:cBhvr>
                                      <p:tavLst>
                                        <p:tav tm="0">
                                          <p:val>
                                            <p:fltVal val="0"/>
                                          </p:val>
                                        </p:tav>
                                        <p:tav tm="100000">
                                          <p:val>
                                            <p:strVal val="#ppt_h"/>
                                          </p:val>
                                        </p:tav>
                                      </p:tavLst>
                                    </p:anim>
                                    <p:animEffect transition="in" filter="fade">
                                      <p:cBhvr>
                                        <p:cTn id="171" dur="300"/>
                                        <p:tgtEl>
                                          <p:spTgt spid="21"/>
                                        </p:tgtEl>
                                      </p:cBhvr>
                                    </p:animEffect>
                                  </p:childTnLst>
                                </p:cTn>
                              </p:par>
                              <p:par>
                                <p:cTn id="172" presetID="10" presetClass="entr" presetSubtype="0" grpId="0" fill="hold" nodeType="withEffect">
                                  <p:stCondLst>
                                    <p:cond delay="295"/>
                                  </p:stCondLst>
                                  <p:childTnLst>
                                    <p:set>
                                      <p:cBhvr>
                                        <p:cTn id="173" dur="1" fill="hold">
                                          <p:stCondLst>
                                            <p:cond delay="0"/>
                                          </p:stCondLst>
                                        </p:cTn>
                                        <p:tgtEl>
                                          <p:spTgt spid="22">
                                            <p:txEl>
                                              <p:pRg st="0" end="0"/>
                                            </p:txEl>
                                          </p:spTgt>
                                        </p:tgtEl>
                                        <p:attrNameLst>
                                          <p:attrName>style.visibility</p:attrName>
                                        </p:attrNameLst>
                                      </p:cBhvr>
                                      <p:to>
                                        <p:strVal val="visible"/>
                                      </p:to>
                                    </p:set>
                                    <p:animEffect transition="in" filter="fade">
                                      <p:cBhvr>
                                        <p:cTn id="174" dur="225"/>
                                        <p:tgtEl>
                                          <p:spTgt spid="22">
                                            <p:txEl>
                                              <p:pRg st="0" end="0"/>
                                            </p:txEl>
                                          </p:spTgt>
                                        </p:tgtEl>
                                      </p:cBhvr>
                                    </p:animEffect>
                                  </p:childTnLst>
                                </p:cTn>
                              </p:par>
                              <p:par>
                                <p:cTn id="175" presetID="10" presetClass="entr" presetSubtype="0" grpId="0" fill="hold" nodeType="withEffect">
                                  <p:stCondLst>
                                    <p:cond delay="485"/>
                                  </p:stCondLst>
                                  <p:childTnLst>
                                    <p:set>
                                      <p:cBhvr>
                                        <p:cTn id="176" dur="1" fill="hold">
                                          <p:stCondLst>
                                            <p:cond delay="0"/>
                                          </p:stCondLst>
                                        </p:cTn>
                                        <p:tgtEl>
                                          <p:spTgt spid="22">
                                            <p:txEl>
                                              <p:pRg st="1" end="1"/>
                                            </p:txEl>
                                          </p:spTgt>
                                        </p:tgtEl>
                                        <p:attrNameLst>
                                          <p:attrName>style.visibility</p:attrName>
                                        </p:attrNameLst>
                                      </p:cBhvr>
                                      <p:to>
                                        <p:strVal val="visible"/>
                                      </p:to>
                                    </p:set>
                                    <p:animEffect transition="in" filter="fade">
                                      <p:cBhvr>
                                        <p:cTn id="177" dur="225"/>
                                        <p:tgtEl>
                                          <p:spTgt spid="22">
                                            <p:txEl>
                                              <p:pRg st="1" end="1"/>
                                            </p:txEl>
                                          </p:spTgt>
                                        </p:tgtEl>
                                      </p:cBhvr>
                                    </p:animEffect>
                                  </p:childTnLst>
                                </p:cTn>
                              </p:par>
                              <p:par>
                                <p:cTn id="178" presetID="10" presetClass="entr" presetSubtype="0" grpId="0" fill="hold" nodeType="withEffect">
                                  <p:stCondLst>
                                    <p:cond delay="675"/>
                                  </p:stCondLst>
                                  <p:childTnLst>
                                    <p:set>
                                      <p:cBhvr>
                                        <p:cTn id="179" dur="1" fill="hold">
                                          <p:stCondLst>
                                            <p:cond delay="0"/>
                                          </p:stCondLst>
                                        </p:cTn>
                                        <p:tgtEl>
                                          <p:spTgt spid="22">
                                            <p:txEl>
                                              <p:pRg st="2" end="2"/>
                                            </p:txEl>
                                          </p:spTgt>
                                        </p:tgtEl>
                                        <p:attrNameLst>
                                          <p:attrName>style.visibility</p:attrName>
                                        </p:attrNameLst>
                                      </p:cBhvr>
                                      <p:to>
                                        <p:strVal val="visible"/>
                                      </p:to>
                                    </p:set>
                                    <p:animEffect transition="in" filter="fade">
                                      <p:cBhvr>
                                        <p:cTn id="180" dur="225"/>
                                        <p:tgtEl>
                                          <p:spTgt spid="22">
                                            <p:txEl>
                                              <p:pRg st="2" end="2"/>
                                            </p:txEl>
                                          </p:spTgt>
                                        </p:tgtEl>
                                      </p:cBhvr>
                                    </p:animEffect>
                                  </p:childTnLst>
                                </p:cTn>
                              </p:par>
                              <p:par>
                                <p:cTn id="181" presetID="10" presetClass="entr" presetSubtype="0" fill="hold" nodeType="withEffect">
                                  <p:stCondLst>
                                    <p:cond delay="290"/>
                                  </p:stCondLst>
                                  <p:childTnLst>
                                    <p:set>
                                      <p:cBhvr>
                                        <p:cTn id="182" dur="1" fill="hold">
                                          <p:stCondLst>
                                            <p:cond delay="0"/>
                                          </p:stCondLst>
                                        </p:cTn>
                                        <p:tgtEl>
                                          <p:spTgt spid="23"/>
                                        </p:tgtEl>
                                        <p:attrNameLst>
                                          <p:attrName>style.visibility</p:attrName>
                                        </p:attrNameLst>
                                      </p:cBhvr>
                                      <p:to>
                                        <p:strVal val="visible"/>
                                      </p:to>
                                    </p:set>
                                    <p:animEffect transition="in" filter="fade">
                                      <p:cBhvr>
                                        <p:cTn id="183" dur="225"/>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6" grpId="0" build="p"/>
      <p:bldP spid="2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SNR aparente es alta sobre 10 Hz y no distingue señal de ruido bajo 10 Hz</a:t>
            </a:r>
            <a:endParaRPr lang="en-US" sz="2200" dirty="0"/>
          </a:p>
        </p:txBody>
      </p:sp>
      <p:sp>
        <p:nvSpPr>
          <p:cNvPr id="3" name="Obj [o87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SNR aparente compara la energía después del impacto con la de antes</a:t>
            </a:r>
            <a:endParaRPr lang="en-US" sz="1400" dirty="0"/>
          </a:p>
        </p:txBody>
      </p:sp>
      <p:sp>
        <p:nvSpPr>
          <p:cNvPr id="4" name="Obj [o873]"/>
          <p:cNvSpPr/>
          <p:nvPr/>
        </p:nvSpPr>
        <p:spPr>
          <a:xfrm>
            <a:off x="966136" y="1561458"/>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874]"/>
              <p:cNvSpPr txBox="1"/>
              <p:nvPr/>
            </p:nvSpPr>
            <p:spPr>
              <a:xfrm>
                <a:off x="966136" y="1561458"/>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SNR</m:t>
                          </m:r>
                        </m:e>
                        <m:sub>
                          <m:r>
                            <a:rPr lang="es-ES" sz="2300" i="1">
                              <a:solidFill>
                                <a:srgbClr val="1F4E79"/>
                              </a:solidFill>
                              <a:latin typeface="Cambria Math" panose="02040503050406030204" pitchFamily="18" charset="0"/>
                            </a:rPr>
                            <m:t xml:space="preserve">ap</m:t>
                          </m:r>
                        </m:sub>
                      </m:sSub>
                      <m:r>
                        <a:rPr lang="es-ES" sz="2300" i="1">
                          <a:solidFill>
                            <a:srgbClr val="1F4E79"/>
                          </a:solidFill>
                          <a:latin typeface="Cambria Math" panose="02040503050406030204" pitchFamily="18" charset="0"/>
                        </a:rPr>
                        <m:t xml:space="preserve">(f)=10·log</m:t>
                      </m:r>
                      <m:r>
                        <a:rPr lang="es-ES" sz="2300" i="1">
                          <a:solidFill>
                            <a:srgbClr val="1F4E79"/>
                          </a:solidFill>
                          <a:latin typeface="Cambria Math" panose="02040503050406030204" pitchFamily="18" charset="0"/>
                        </a:rPr>
                        <m:t xml:space="preserve">(</m:t>
                      </m:r>
                      <m:f>
                        <m:fPr>
                          <m:ctrlPr>
                            <a:rPr lang="es-ES" sz="2300" i="1">
                              <a:latin typeface="Cambria Math" panose="02040503050406030204" pitchFamily="18" charset="0"/>
                            </a:rPr>
                          </m:ctrlPr>
                        </m:fPr>
                        <m:num>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post</m:t>
                              </m:r>
                            </m:sub>
                          </m:sSub>
                          <m:r>
                            <a:rPr lang="es-ES" sz="2300" i="1">
                              <a:solidFill>
                                <a:srgbClr val="1F4E79"/>
                              </a:solidFill>
                              <a:latin typeface="Cambria Math" panose="02040503050406030204" pitchFamily="18" charset="0"/>
                            </a:rPr>
                            <m:t xml:space="preserve">(f)</m:t>
                          </m:r>
                        </m:num>
                        <m:den>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pre</m:t>
                              </m:r>
                            </m:sub>
                          </m:sSub>
                          <m:r>
                            <a:rPr lang="es-ES" sz="2300" i="1">
                              <a:solidFill>
                                <a:srgbClr val="1F4E79"/>
                              </a:solidFill>
                              <a:latin typeface="Cambria Math" panose="02040503050406030204" pitchFamily="18" charset="0"/>
                            </a:rPr>
                            <m:t xml:space="preserve">(f)</m:t>
                          </m:r>
                        </m:den>
                      </m:f>
                      <m:r>
                        <a:rPr lang="es-ES" sz="2300" i="1">
                          <a:solidFill>
                            <a:srgbClr val="1F4E79"/>
                          </a:solidFill>
                          <a:latin typeface="Cambria Math" panose="02040503050406030204" pitchFamily="18" charset="0"/>
                        </a:rPr>
                        <m:t xml:space="preserve">)</m:t>
                      </m:r>
                    </m:oMath>
                  </m:oMathPara>
                </a14:m>
                <a:endParaRPr lang="es-ES"/>
              </a:p>
            </p:txBody>
          </p:sp>
        </mc:Choice>
        <mc:Fallback>
          <p:sp>
            <p:nvSpPr>
              <p:cNvPr id="5" name="Obj [o874]"/>
              <p:cNvSpPr txBox="1"/>
              <p:nvPr/>
            </p:nvSpPr>
            <p:spPr>
              <a:xfrm>
                <a:off x="966136" y="1561458"/>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SNRap(f) = 10·log10( Ppost(f) / Ppre(f) )</a:t>
                </a:r>
                <a:endParaRPr lang="en-US" sz="2159" dirty="0"/>
              </a:p>
            </p:txBody>
          </p:sp>
        </mc:Fallback>
      </mc:AlternateContent>
      <p:sp>
        <p:nvSpPr>
          <p:cNvPr id="6" name="Obj [o875]"/>
          <p:cNvSpPr txBox="1"/>
          <p:nvPr/>
        </p:nvSpPr>
        <p:spPr>
          <a:xfrm>
            <a:off x="966136" y="2523022"/>
            <a:ext cx="7211728" cy="1442346"/>
          </a:xfrm>
          <a:prstGeom prst="rect">
            <a:avLst/>
          </a:prstGeom>
          <a:noFill/>
          <a:ln/>
        </p:spPr>
        <p:txBody>
          <a:bodyPr wrap="square" lIns="0" tIns="0" rIns="0" bIns="0" rtlCol="0" anchor="t"/>
          <a:lstStyle/>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350" dirty="0"/>
          </a:p>
        </p:txBody>
      </p:sp>
      <p:sp>
        <p:nvSpPr>
          <p:cNvPr id="7" name="Obj [o876]"/>
          <p:cNvSpPr/>
          <p:nvPr/>
        </p:nvSpPr>
        <p:spPr>
          <a:xfrm>
            <a:off x="966136" y="4045498"/>
            <a:ext cx="7211728" cy="360586"/>
          </a:xfrm>
          <a:prstGeom prst="rect">
            <a:avLst/>
          </a:prstGeom>
          <a:solidFill>
            <a:srgbClr val="EAF1F8"/>
          </a:solidFill>
          <a:ln w="6350">
            <a:solidFill>
              <a:srgbClr val="EAF1F8"/>
            </a:solidFill>
            <a:prstDash val="solid"/>
          </a:ln>
        </p:spPr>
      </p:sp>
      <p:sp>
        <p:nvSpPr>
          <p:cNvPr id="8" name="Obj [o877]"/>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260" dirty="0"/>
          </a:p>
        </p:txBody>
      </p:sp>
      <p:sp>
        <p:nvSpPr>
          <p:cNvPr id="9" name="Obj [o87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ec. 19.</a:t>
            </a:r>
            <a:endParaRPr lang="en-US" sz="800" dirty="0"/>
          </a:p>
        </p:txBody>
      </p:sp>
      <p:sp>
        <p:nvSpPr>
          <p:cNvPr id="10" name="Obj [o87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10 Hz la señal apenas se distingue del ruido; arriba, la SNR es alta</a:t>
            </a:r>
            <a:endParaRPr lang="en-US" sz="1400" dirty="0"/>
          </a:p>
        </p:txBody>
      </p:sp>
      <p:pic>
        <p:nvPicPr>
          <p:cNvPr id="11" name="Obj [o880]"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886005" y="1561458"/>
            <a:ext cx="3766125" cy="2720604"/>
          </a:xfrm>
          <a:prstGeom prst="rect">
            <a:avLst/>
          </a:prstGeom>
        </p:spPr>
      </p:pic>
      <p:graphicFrame>
        <p:nvGraphicFramePr>
          <p:cNvPr id="12" name="Obj [o881]"/>
          <p:cNvGraphicFramePr>
            <a:graphicFrameLocks noGrp="1"/>
          </p:cNvGraphicFramePr>
          <p:nvPr>
            <p:extLst>
              <p:ext uri="{D42A27DB-BD31-4B8C-83A1-F6EECF244321}">
                <p14:modId xmlns:p14="http://schemas.microsoft.com/office/powerpoint/2010/main" val="1579011935"/>
              </p:ext>
            </p:extLst>
          </p:nvPr>
        </p:nvGraphicFramePr>
        <p:xfrm>
          <a:off x="4892521" y="1561458"/>
          <a:ext cx="3285343" cy="914400"/>
        </p:xfrm>
        <a:graphic>
          <a:graphicData uri="http://schemas.openxmlformats.org/drawingml/2006/table">
            <a:tbl>
              <a:tblPr/>
              <a:tblGrid>
                <a:gridCol w="1282085"/>
                <a:gridCol w="2003258"/>
              </a:tblGrid>
              <a:tr h="272443">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Banda</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SNR aparente (mediana)</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2443">
                <a:tc>
                  <a:txBody>
                    <a:bodyPr/>
                    <a:lstStyle/>
                    <a:p>
                      <a:pPr algn="ctr" indent="0" marL="0">
                        <a:buNone/>
                      </a:pPr>
                      <a:r>
                        <a:rPr lang="en-US" sz="964" dirty="0">
                          <a:solidFill>
                            <a:srgbClr val="2D2D2D"/>
                          </a:solidFill>
                          <a:latin typeface="Arial" pitchFamily="34" charset="0"/>
                          <a:ea typeface="Arial" pitchFamily="34" charset="-122"/>
                          <a:cs typeface="Arial" pitchFamily="34" charset="-120"/>
                        </a:rPr>
                        <a:t>1–5 Hz</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64" b="1" dirty="0">
                          <a:solidFill>
                            <a:srgbClr val="C55A11"/>
                          </a:solidFill>
                          <a:latin typeface="Arial" pitchFamily="34" charset="0"/>
                          <a:ea typeface="Arial" pitchFamily="34" charset="-122"/>
                          <a:cs typeface="Arial" pitchFamily="34" charset="-120"/>
                        </a:rPr>
                        <a:t>0,5 dB</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64" dirty="0">
                          <a:solidFill>
                            <a:srgbClr val="2D2D2D"/>
                          </a:solidFill>
                          <a:latin typeface="Arial" pitchFamily="34" charset="0"/>
                          <a:ea typeface="Arial" pitchFamily="34" charset="-122"/>
                          <a:cs typeface="Arial" pitchFamily="34" charset="-120"/>
                        </a:rPr>
                        <a:t>5–10 Hz</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64" b="1" dirty="0">
                          <a:solidFill>
                            <a:srgbClr val="C55A11"/>
                          </a:solidFill>
                          <a:latin typeface="Arial" pitchFamily="34" charset="0"/>
                          <a:ea typeface="Arial" pitchFamily="34" charset="-122"/>
                          <a:cs typeface="Arial" pitchFamily="34" charset="-120"/>
                        </a:rPr>
                        <a:t>2,1 dB</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64" dirty="0">
                          <a:solidFill>
                            <a:srgbClr val="2D2D2D"/>
                          </a:solidFill>
                          <a:latin typeface="Arial" pitchFamily="34" charset="0"/>
                          <a:ea typeface="Arial" pitchFamily="34" charset="-122"/>
                          <a:cs typeface="Arial" pitchFamily="34" charset="-120"/>
                        </a:rPr>
                        <a:t>10–20 Hz</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64" b="1" dirty="0">
                          <a:solidFill>
                            <a:srgbClr val="1F4E79"/>
                          </a:solidFill>
                          <a:latin typeface="Arial" pitchFamily="34" charset="0"/>
                          <a:ea typeface="Arial" pitchFamily="34" charset="-122"/>
                          <a:cs typeface="Arial" pitchFamily="34" charset="-120"/>
                        </a:rPr>
                        <a:t>16,7 dB</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64" dirty="0">
                          <a:solidFill>
                            <a:srgbClr val="2D2D2D"/>
                          </a:solidFill>
                          <a:latin typeface="Arial" pitchFamily="34" charset="0"/>
                          <a:ea typeface="Arial" pitchFamily="34" charset="-122"/>
                          <a:cs typeface="Arial" pitchFamily="34" charset="-120"/>
                        </a:rPr>
                        <a:t>20–50 Hz</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64" b="1" dirty="0">
                          <a:solidFill>
                            <a:srgbClr val="1F4E79"/>
                          </a:solidFill>
                          <a:latin typeface="Arial" pitchFamily="34" charset="0"/>
                          <a:ea typeface="Arial" pitchFamily="34" charset="-122"/>
                          <a:cs typeface="Arial" pitchFamily="34" charset="-120"/>
                        </a:rPr>
                        <a:t>24,4 dB</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Obj [o882]"/>
          <p:cNvSpPr txBox="1"/>
          <p:nvPr/>
        </p:nvSpPr>
        <p:spPr>
          <a:xfrm>
            <a:off x="4892521" y="3083934"/>
            <a:ext cx="3285343" cy="1041694"/>
          </a:xfrm>
          <a:prstGeom prst="rect">
            <a:avLst/>
          </a:prstGeom>
          <a:noFill/>
          <a:ln/>
        </p:spPr>
        <p:txBody>
          <a:bodyPr wrap="square" lIns="0" tIns="0" rIns="0" bIns="0" rtlCol="0" anchor="t"/>
          <a:lstStyle/>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170" dirty="0"/>
          </a:p>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Ninguna distancia superó 10 dB de mediana bajo 10 Hz</a:t>
            </a:r>
            <a:endParaRPr lang="en-US" sz="1170" dirty="0"/>
          </a:p>
        </p:txBody>
      </p:sp>
      <p:sp>
        <p:nvSpPr>
          <p:cNvPr id="14" name="Obj [o88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fig. 17a.</a:t>
            </a:r>
            <a:endParaRPr lang="en-US" sz="800" dirty="0"/>
          </a:p>
        </p:txBody>
      </p:sp>
      <p:sp>
        <p:nvSpPr>
          <p:cNvPr id="15" name="Obj [o88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 se puede atribuir la baja SNR a un solo elemento: cómo separar las causas</a:t>
            </a:r>
            <a:endParaRPr lang="en-US" sz="1400" dirty="0"/>
          </a:p>
        </p:txBody>
      </p:sp>
      <p:sp>
        <p:nvSpPr>
          <p:cNvPr id="16" name="Obj [o885]"/>
          <p:cNvSpPr/>
          <p:nvPr/>
        </p:nvSpPr>
        <p:spPr>
          <a:xfrm>
            <a:off x="441794" y="1557362"/>
            <a:ext cx="2128962" cy="342155"/>
          </a:xfrm>
          <a:prstGeom prst="rect">
            <a:avLst/>
          </a:prstGeom>
          <a:solidFill>
            <a:srgbClr val="1F4E79"/>
          </a:solidFill>
          <a:ln w="6350">
            <a:solidFill>
              <a:srgbClr val="1F4E79"/>
            </a:solidFill>
            <a:prstDash val="solid"/>
          </a:ln>
        </p:spPr>
      </p:sp>
      <p:sp>
        <p:nvSpPr>
          <p:cNvPr id="17" name="Obj [o886]"/>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Fuente</a:t>
            </a:r>
            <a:endParaRPr lang="en-US" sz="1294" dirty="0"/>
          </a:p>
        </p:txBody>
      </p:sp>
      <p:sp>
        <p:nvSpPr>
          <p:cNvPr id="18" name="Obj [o887]"/>
          <p:cNvSpPr/>
          <p:nvPr/>
        </p:nvSpPr>
        <p:spPr>
          <a:xfrm>
            <a:off x="441794" y="1899517"/>
            <a:ext cx="2128962" cy="2052927"/>
          </a:xfrm>
          <a:prstGeom prst="rect">
            <a:avLst/>
          </a:prstGeom>
          <a:solidFill>
            <a:srgbClr val="FFFFFF"/>
          </a:solidFill>
          <a:ln w="15840">
            <a:solidFill>
              <a:srgbClr val="1F4E79"/>
            </a:solidFill>
            <a:prstDash val="solid"/>
          </a:ln>
        </p:spPr>
      </p:sp>
      <p:sp>
        <p:nvSpPr>
          <p:cNvPr id="19" name="Obj [o888]"/>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la maza manual entrega poca energía bajo 10 Hz</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078" dirty="0"/>
          </a:p>
        </p:txBody>
      </p:sp>
      <p:sp>
        <p:nvSpPr>
          <p:cNvPr id="20" name="Obj [o889]"/>
          <p:cNvSpPr/>
          <p:nvPr/>
        </p:nvSpPr>
        <p:spPr>
          <a:xfrm>
            <a:off x="2798859" y="1557362"/>
            <a:ext cx="2128962" cy="342155"/>
          </a:xfrm>
          <a:prstGeom prst="rect">
            <a:avLst/>
          </a:prstGeom>
          <a:solidFill>
            <a:srgbClr val="2E75B6"/>
          </a:solidFill>
          <a:ln w="6350">
            <a:solidFill>
              <a:srgbClr val="2E75B6"/>
            </a:solidFill>
            <a:prstDash val="solid"/>
          </a:ln>
        </p:spPr>
      </p:sp>
      <p:sp>
        <p:nvSpPr>
          <p:cNvPr id="21" name="Obj [o890]"/>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Acople y terreno</a:t>
            </a:r>
            <a:endParaRPr lang="en-US" sz="1294" dirty="0"/>
          </a:p>
        </p:txBody>
      </p:sp>
      <p:sp>
        <p:nvSpPr>
          <p:cNvPr id="22" name="Obj [o891]"/>
          <p:cNvSpPr/>
          <p:nvPr/>
        </p:nvSpPr>
        <p:spPr>
          <a:xfrm>
            <a:off x="2798859" y="1899517"/>
            <a:ext cx="2128962" cy="2052927"/>
          </a:xfrm>
          <a:prstGeom prst="rect">
            <a:avLst/>
          </a:prstGeom>
          <a:solidFill>
            <a:srgbClr val="FFFFFF"/>
          </a:solidFill>
          <a:ln w="15840">
            <a:solidFill>
              <a:srgbClr val="2E75B6"/>
            </a:solidFill>
            <a:prstDash val="solid"/>
          </a:ln>
        </p:spPr>
      </p:sp>
      <p:sp>
        <p:nvSpPr>
          <p:cNvPr id="23" name="Obj [o892]"/>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ruido ambiente o acople del geófono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078" dirty="0"/>
          </a:p>
        </p:txBody>
      </p:sp>
      <p:sp>
        <p:nvSpPr>
          <p:cNvPr id="24" name="Obj [o893]"/>
          <p:cNvSpPr/>
          <p:nvPr/>
        </p:nvSpPr>
        <p:spPr>
          <a:xfrm>
            <a:off x="5155924" y="1557362"/>
            <a:ext cx="2128962" cy="342155"/>
          </a:xfrm>
          <a:prstGeom prst="rect">
            <a:avLst/>
          </a:prstGeom>
          <a:solidFill>
            <a:srgbClr val="C55A11"/>
          </a:solidFill>
          <a:ln w="6350">
            <a:solidFill>
              <a:srgbClr val="C55A11"/>
            </a:solidFill>
            <a:prstDash val="solid"/>
          </a:ln>
        </p:spPr>
      </p:sp>
      <p:sp>
        <p:nvSpPr>
          <p:cNvPr id="25" name="Obj [o894]"/>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Geófono y electrónica</a:t>
            </a:r>
            <a:endParaRPr lang="en-US" sz="1294" dirty="0"/>
          </a:p>
        </p:txBody>
      </p:sp>
      <p:sp>
        <p:nvSpPr>
          <p:cNvPr id="26" name="Obj [o895]"/>
          <p:cNvSpPr/>
          <p:nvPr/>
        </p:nvSpPr>
        <p:spPr>
          <a:xfrm>
            <a:off x="5155924" y="1899517"/>
            <a:ext cx="2128962" cy="2052927"/>
          </a:xfrm>
          <a:prstGeom prst="rect">
            <a:avLst/>
          </a:prstGeom>
          <a:solidFill>
            <a:srgbClr val="FFFFFF"/>
          </a:solidFill>
          <a:ln w="15840">
            <a:solidFill>
              <a:srgbClr val="C55A11"/>
            </a:solidFill>
            <a:prstDash val="solid"/>
          </a:ln>
        </p:spPr>
      </p:sp>
      <p:sp>
        <p:nvSpPr>
          <p:cNvPr id="27" name="Obj [o896]"/>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078" dirty="0"/>
          </a:p>
        </p:txBody>
      </p:sp>
      <p:sp>
        <p:nvSpPr>
          <p:cNvPr id="28" name="Obj [o897]"/>
          <p:cNvSpPr/>
          <p:nvPr/>
        </p:nvSpPr>
        <p:spPr>
          <a:xfrm>
            <a:off x="441794" y="4028479"/>
            <a:ext cx="6843091" cy="342155"/>
          </a:xfrm>
          <a:prstGeom prst="rect">
            <a:avLst/>
          </a:prstGeom>
          <a:solidFill>
            <a:srgbClr val="EAF1F8"/>
          </a:solidFill>
          <a:ln w="6350">
            <a:solidFill>
              <a:srgbClr val="EAF1F8"/>
            </a:solidFill>
            <a:prstDash val="solid"/>
          </a:ln>
        </p:spPr>
      </p:sp>
      <p:sp>
        <p:nvSpPr>
          <p:cNvPr id="29" name="Obj [o898]"/>
          <p:cNvSpPr txBox="1"/>
          <p:nvPr/>
        </p:nvSpPr>
        <p:spPr>
          <a:xfrm>
            <a:off x="555846" y="4028479"/>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208" dirty="0"/>
          </a:p>
        </p:txBody>
      </p:sp>
      <p:sp>
        <p:nvSpPr>
          <p:cNvPr id="30" name="Obj [o8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y 5. Las pruebas de acople y de entrada terminada son propuestas propias.</a:t>
            </a:r>
            <a:endParaRPr lang="en-US" sz="800" dirty="0"/>
          </a:p>
        </p:txBody>
      </p:sp>
      <p:sp>
        <p:nvSpPr>
          <p:cNvPr id="31"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fill="hold"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25"/>
                                        <p:tgtEl>
                                          <p:spTgt spid="4"/>
                                        </p:tgtEl>
                                      </p:cBhvr>
                                    </p:animEffect>
                                  </p:childTnLst>
                                </p:cTn>
                              </p:par>
                              <p:par>
                                <p:cTn id="11" presetID="22" presetClass="entr" presetSubtype="8" fill="hold" nodeType="withEffect">
                                  <p:stCondLst>
                                    <p:cond delay="17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50"/>
                                        <p:tgtEl>
                                          <p:spTgt spid="5"/>
                                        </p:tgtEl>
                                      </p:cBhvr>
                                    </p:animEffect>
                                  </p:childTnLst>
                                </p:cTn>
                              </p:par>
                              <p:par>
                                <p:cTn id="14" presetID="10" presetClass="entr" presetSubtype="0" grpId="0" fill="hold" nodeType="withEffect">
                                  <p:stCondLst>
                                    <p:cond delay="205"/>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225"/>
                                        <p:tgtEl>
                                          <p:spTgt spid="6">
                                            <p:txEl>
                                              <p:pRg st="0" end="0"/>
                                            </p:txEl>
                                          </p:spTgt>
                                        </p:tgtEl>
                                      </p:cBhvr>
                                    </p:animEffect>
                                  </p:childTnLst>
                                </p:cTn>
                              </p:par>
                              <p:par>
                                <p:cTn id="17" presetID="10" presetClass="entr" presetSubtype="0" grpId="0" fill="hold" nodeType="withEffect">
                                  <p:stCondLst>
                                    <p:cond delay="367"/>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225"/>
                                        <p:tgtEl>
                                          <p:spTgt spid="6">
                                            <p:txEl>
                                              <p:pRg st="1" end="1"/>
                                            </p:txEl>
                                          </p:spTgt>
                                        </p:tgtEl>
                                      </p:cBhvr>
                                    </p:animEffect>
                                  </p:childTnLst>
                                </p:cTn>
                              </p:par>
                              <p:par>
                                <p:cTn id="20" presetID="10" presetClass="entr" presetSubtype="0" grpId="0" fill="hold" nodeType="withEffect">
                                  <p:stCondLst>
                                    <p:cond delay="529"/>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225"/>
                                        <p:tgtEl>
                                          <p:spTgt spid="6">
                                            <p:txEl>
                                              <p:pRg st="2" end="2"/>
                                            </p:txEl>
                                          </p:spTgt>
                                        </p:tgtEl>
                                      </p:cBhvr>
                                    </p:animEffect>
                                  </p:childTnLst>
                                </p:cTn>
                              </p:par>
                              <p:par>
                                <p:cTn id="23" presetID="10" presetClass="entr" presetSubtype="0" grpId="0" fill="hold" nodeType="withEffect">
                                  <p:stCondLst>
                                    <p:cond delay="691"/>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225"/>
                                        <p:tgtEl>
                                          <p:spTgt spid="6">
                                            <p:txEl>
                                              <p:pRg st="3" end="3"/>
                                            </p:txEl>
                                          </p:spTgt>
                                        </p:tgtEl>
                                      </p:cBhvr>
                                    </p:animEffect>
                                  </p:childTnLst>
                                </p:cTn>
                              </p:par>
                              <p:par>
                                <p:cTn id="26" presetID="10" presetClass="entr" presetSubtype="0" fill="hold" nodeType="withEffect">
                                  <p:stCondLst>
                                    <p:cond delay="24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25"/>
                                        <p:tgtEl>
                                          <p:spTgt spid="7"/>
                                        </p:tgtEl>
                                      </p:cBhvr>
                                    </p:animEffect>
                                  </p:childTnLst>
                                </p:cTn>
                              </p:par>
                              <p:par>
                                <p:cTn id="29" presetID="22" presetClass="entr" presetSubtype="8" fill="hold" nodeType="withEffect">
                                  <p:stCondLst>
                                    <p:cond delay="275"/>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250"/>
                                        <p:tgtEl>
                                          <p:spTgt spid="8"/>
                                        </p:tgtEl>
                                      </p:cBhvr>
                                    </p:animEffect>
                                  </p:childTnLst>
                                </p:cTn>
                              </p:par>
                              <p:par>
                                <p:cTn id="32" presetID="10" presetClass="entr" presetSubtype="0" fill="hold" nodeType="withEffect">
                                  <p:stCondLst>
                                    <p:cond delay="2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5"/>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175"/>
                                        <p:tgtEl>
                                          <p:spTgt spid="3"/>
                                        </p:tgtEl>
                                      </p:cBhvr>
                                    </p:animEffect>
                                    <p:set>
                                      <p:cBhvr>
                                        <p:cTn id="39" dur="1" fill="hold">
                                          <p:stCondLst>
                                            <p:cond delay="174"/>
                                          </p:stCondLst>
                                        </p:cTn>
                                        <p:tgtEl>
                                          <p:spTgt spid="3"/>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175"/>
                                        <p:tgtEl>
                                          <p:spTgt spid="4"/>
                                        </p:tgtEl>
                                      </p:cBhvr>
                                    </p:animEffect>
                                    <p:set>
                                      <p:cBhvr>
                                        <p:cTn id="42" dur="1" fill="hold">
                                          <p:stCondLst>
                                            <p:cond delay="174"/>
                                          </p:stCondLst>
                                        </p:cTn>
                                        <p:tgtEl>
                                          <p:spTgt spid="4"/>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175"/>
                                        <p:tgtEl>
                                          <p:spTgt spid="5"/>
                                        </p:tgtEl>
                                      </p:cBhvr>
                                    </p:animEffect>
                                    <p:set>
                                      <p:cBhvr>
                                        <p:cTn id="45" dur="1" fill="hold">
                                          <p:stCondLst>
                                            <p:cond delay="174"/>
                                          </p:stCondLst>
                                        </p:cTn>
                                        <p:tgtEl>
                                          <p:spTgt spid="5"/>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175"/>
                                        <p:tgtEl>
                                          <p:spTgt spid="6">
                                            <p:txEl>
                                              <p:pRg st="0" end="0"/>
                                            </p:txEl>
                                          </p:spTgt>
                                        </p:tgtEl>
                                      </p:cBhvr>
                                    </p:animEffect>
                                    <p:set>
                                      <p:cBhvr>
                                        <p:cTn id="48" dur="1" fill="hold">
                                          <p:stCondLst>
                                            <p:cond delay="174"/>
                                          </p:stCondLst>
                                        </p:cTn>
                                        <p:tgtEl>
                                          <p:spTgt spid="6">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175"/>
                                        <p:tgtEl>
                                          <p:spTgt spid="6">
                                            <p:txEl>
                                              <p:pRg st="1" end="1"/>
                                            </p:txEl>
                                          </p:spTgt>
                                        </p:tgtEl>
                                      </p:cBhvr>
                                    </p:animEffect>
                                    <p:set>
                                      <p:cBhvr>
                                        <p:cTn id="51" dur="1" fill="hold">
                                          <p:stCondLst>
                                            <p:cond delay="174"/>
                                          </p:stCondLst>
                                        </p:cTn>
                                        <p:tgtEl>
                                          <p:spTgt spid="6">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175"/>
                                        <p:tgtEl>
                                          <p:spTgt spid="6">
                                            <p:txEl>
                                              <p:pRg st="2" end="2"/>
                                            </p:txEl>
                                          </p:spTgt>
                                        </p:tgtEl>
                                      </p:cBhvr>
                                    </p:animEffect>
                                    <p:set>
                                      <p:cBhvr>
                                        <p:cTn id="54" dur="1" fill="hold">
                                          <p:stCondLst>
                                            <p:cond delay="174"/>
                                          </p:stCondLst>
                                        </p:cTn>
                                        <p:tgtEl>
                                          <p:spTgt spid="6">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175"/>
                                        <p:tgtEl>
                                          <p:spTgt spid="6">
                                            <p:txEl>
                                              <p:pRg st="3" end="3"/>
                                            </p:txEl>
                                          </p:spTgt>
                                        </p:tgtEl>
                                      </p:cBhvr>
                                    </p:animEffect>
                                    <p:set>
                                      <p:cBhvr>
                                        <p:cTn id="57" dur="1" fill="hold">
                                          <p:stCondLst>
                                            <p:cond delay="174"/>
                                          </p:stCondLst>
                                        </p:cTn>
                                        <p:tgtEl>
                                          <p:spTgt spid="6">
                                            <p:txEl>
                                              <p:pRg st="3" end="3"/>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175"/>
                                        <p:tgtEl>
                                          <p:spTgt spid="7"/>
                                        </p:tgtEl>
                                      </p:cBhvr>
                                    </p:animEffect>
                                    <p:set>
                                      <p:cBhvr>
                                        <p:cTn id="60" dur="1" fill="hold">
                                          <p:stCondLst>
                                            <p:cond delay="174"/>
                                          </p:stCondLst>
                                        </p:cTn>
                                        <p:tgtEl>
                                          <p:spTgt spid="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175"/>
                                        <p:tgtEl>
                                          <p:spTgt spid="8"/>
                                        </p:tgtEl>
                                      </p:cBhvr>
                                    </p:animEffect>
                                    <p:set>
                                      <p:cBhvr>
                                        <p:cTn id="63" dur="1" fill="hold">
                                          <p:stCondLst>
                                            <p:cond delay="174"/>
                                          </p:stCondLst>
                                        </p:cTn>
                                        <p:tgtEl>
                                          <p:spTgt spid="8"/>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175"/>
                                        <p:tgtEl>
                                          <p:spTgt spid="9"/>
                                        </p:tgtEl>
                                      </p:cBhvr>
                                    </p:animEffect>
                                    <p:set>
                                      <p:cBhvr>
                                        <p:cTn id="66" dur="1" fill="hold">
                                          <p:stCondLst>
                                            <p:cond delay="174"/>
                                          </p:stCondLst>
                                        </p:cTn>
                                        <p:tgtEl>
                                          <p:spTgt spid="9"/>
                                        </p:tgtEl>
                                        <p:attrNameLst>
                                          <p:attrName>style.visibility</p:attrName>
                                        </p:attrNameLst>
                                      </p:cBhvr>
                                      <p:to>
                                        <p:strVal val="hidden"/>
                                      </p:to>
                                    </p:set>
                                  </p:childTnLst>
                                </p:cTn>
                              </p:par>
                              <p:par>
                                <p:cTn id="67" presetID="10" presetClass="entr" presetSubtype="0" fill="hold" nodeType="withEffect">
                                  <p:stCondLst>
                                    <p:cond delay="225"/>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225"/>
                                        <p:tgtEl>
                                          <p:spTgt spid="10"/>
                                        </p:tgtEl>
                                      </p:cBhvr>
                                    </p:animEffect>
                                  </p:childTnLst>
                                </p:cTn>
                              </p:par>
                              <p:par>
                                <p:cTn id="70" presetID="53" presetClass="entr" presetSubtype="16" fill="hold" nodeType="withEffect">
                                  <p:stCondLst>
                                    <p:cond delay="260"/>
                                  </p:stCondLst>
                                  <p:childTnLst>
                                    <p:set>
                                      <p:cBhvr>
                                        <p:cTn id="71" dur="1" fill="hold">
                                          <p:stCondLst>
                                            <p:cond delay="0"/>
                                          </p:stCondLst>
                                        </p:cTn>
                                        <p:tgtEl>
                                          <p:spTgt spid="11"/>
                                        </p:tgtEl>
                                        <p:attrNameLst>
                                          <p:attrName>style.visibility</p:attrName>
                                        </p:attrNameLst>
                                      </p:cBhvr>
                                      <p:to>
                                        <p:strVal val="visible"/>
                                      </p:to>
                                    </p:set>
                                    <p:anim calcmode="lin" valueType="num">
                                      <p:cBhvr>
                                        <p:cTn id="72" dur="300" fill="hold"/>
                                        <p:tgtEl>
                                          <p:spTgt spid="11"/>
                                        </p:tgtEl>
                                        <p:attrNameLst>
                                          <p:attrName>ppt_w</p:attrName>
                                        </p:attrNameLst>
                                      </p:cBhvr>
                                      <p:tavLst>
                                        <p:tav tm="0">
                                          <p:val>
                                            <p:fltVal val="0"/>
                                          </p:val>
                                        </p:tav>
                                        <p:tav tm="100000">
                                          <p:val>
                                            <p:strVal val="#ppt_w"/>
                                          </p:val>
                                        </p:tav>
                                      </p:tavLst>
                                    </p:anim>
                                    <p:anim calcmode="lin" valueType="num">
                                      <p:cBhvr>
                                        <p:cTn id="73" dur="300" fill="hold"/>
                                        <p:tgtEl>
                                          <p:spTgt spid="11"/>
                                        </p:tgtEl>
                                        <p:attrNameLst>
                                          <p:attrName>ppt_h</p:attrName>
                                        </p:attrNameLst>
                                      </p:cBhvr>
                                      <p:tavLst>
                                        <p:tav tm="0">
                                          <p:val>
                                            <p:fltVal val="0"/>
                                          </p:val>
                                        </p:tav>
                                        <p:tav tm="100000">
                                          <p:val>
                                            <p:strVal val="#ppt_h"/>
                                          </p:val>
                                        </p:tav>
                                      </p:tavLst>
                                    </p:anim>
                                    <p:animEffect transition="in" filter="fade">
                                      <p:cBhvr>
                                        <p:cTn id="74" dur="300"/>
                                        <p:tgtEl>
                                          <p:spTgt spid="11"/>
                                        </p:tgtEl>
                                      </p:cBhvr>
                                    </p:animEffect>
                                  </p:childTnLst>
                                </p:cTn>
                              </p:par>
                              <p:par>
                                <p:cTn id="75" presetID="10" presetClass="entr" presetSubtype="0" grpId="0" fill="hold" nodeType="withEffect">
                                  <p:stCondLst>
                                    <p:cond delay="295"/>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225"/>
                                        <p:tgtEl>
                                          <p:spTgt spid="13">
                                            <p:txEl>
                                              <p:pRg st="0" end="0"/>
                                            </p:txEl>
                                          </p:spTgt>
                                        </p:tgtEl>
                                      </p:cBhvr>
                                    </p:animEffect>
                                  </p:childTnLst>
                                </p:cTn>
                              </p:par>
                              <p:par>
                                <p:cTn id="78" presetID="10" presetClass="entr" presetSubtype="0" grpId="0" fill="hold" nodeType="withEffect">
                                  <p:stCondLst>
                                    <p:cond delay="485"/>
                                  </p:stCondLst>
                                  <p:childTnLst>
                                    <p:set>
                                      <p:cBhvr>
                                        <p:cTn id="79" dur="1" fill="hold">
                                          <p:stCondLst>
                                            <p:cond delay="0"/>
                                          </p:stCondLst>
                                        </p:cTn>
                                        <p:tgtEl>
                                          <p:spTgt spid="13">
                                            <p:txEl>
                                              <p:pRg st="1" end="1"/>
                                            </p:txEl>
                                          </p:spTgt>
                                        </p:tgtEl>
                                        <p:attrNameLst>
                                          <p:attrName>style.visibility</p:attrName>
                                        </p:attrNameLst>
                                      </p:cBhvr>
                                      <p:to>
                                        <p:strVal val="visible"/>
                                      </p:to>
                                    </p:set>
                                    <p:animEffect transition="in" filter="fade">
                                      <p:cBhvr>
                                        <p:cTn id="80" dur="225"/>
                                        <p:tgtEl>
                                          <p:spTgt spid="13">
                                            <p:txEl>
                                              <p:pRg st="1" end="1"/>
                                            </p:txEl>
                                          </p:spTgt>
                                        </p:tgtEl>
                                      </p:cBhvr>
                                    </p:animEffect>
                                  </p:childTnLst>
                                </p:cTn>
                              </p:par>
                              <p:par>
                                <p:cTn id="81" presetID="22" presetClass="entr" presetSubtype="8" fill="hold" nodeType="withEffect">
                                  <p:stCondLst>
                                    <p:cond delay="330"/>
                                  </p:stCondLst>
                                  <p:childTnLst>
                                    <p:set>
                                      <p:cBhvr>
                                        <p:cTn id="82" dur="1" fill="hold">
                                          <p:stCondLst>
                                            <p:cond delay="0"/>
                                          </p:stCondLst>
                                        </p:cTn>
                                        <p:tgtEl>
                                          <p:spTgt spid="12"/>
                                        </p:tgtEl>
                                        <p:attrNameLst>
                                          <p:attrName>style.visibility</p:attrName>
                                        </p:attrNameLst>
                                      </p:cBhvr>
                                      <p:to>
                                        <p:strVal val="visible"/>
                                      </p:to>
                                    </p:set>
                                    <p:animEffect transition="in" filter="wipe(left)">
                                      <p:cBhvr>
                                        <p:cTn id="83" dur="250"/>
                                        <p:tgtEl>
                                          <p:spTgt spid="12"/>
                                        </p:tgtEl>
                                      </p:cBhvr>
                                    </p:animEffect>
                                  </p:childTnLst>
                                </p:cTn>
                              </p:par>
                              <p:par>
                                <p:cTn id="84" presetID="10" presetClass="entr" presetSubtype="0" fill="hold" nodeType="withEffect">
                                  <p:stCondLst>
                                    <p:cond delay="29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225"/>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175"/>
                                        <p:tgtEl>
                                          <p:spTgt spid="10"/>
                                        </p:tgtEl>
                                      </p:cBhvr>
                                    </p:animEffect>
                                    <p:set>
                                      <p:cBhvr>
                                        <p:cTn id="91" dur="1" fill="hold">
                                          <p:stCondLst>
                                            <p:cond delay="174"/>
                                          </p:stCondLst>
                                        </p:cTn>
                                        <p:tgtEl>
                                          <p:spTgt spid="1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175"/>
                                        <p:tgtEl>
                                          <p:spTgt spid="12"/>
                                        </p:tgtEl>
                                      </p:cBhvr>
                                    </p:animEffect>
                                    <p:set>
                                      <p:cBhvr>
                                        <p:cTn id="94" dur="1" fill="hold">
                                          <p:stCondLst>
                                            <p:cond delay="174"/>
                                          </p:stCondLst>
                                        </p:cTn>
                                        <p:tgtEl>
                                          <p:spTgt spid="12"/>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175"/>
                                        <p:tgtEl>
                                          <p:spTgt spid="13">
                                            <p:txEl>
                                              <p:pRg st="0" end="0"/>
                                            </p:txEl>
                                          </p:spTgt>
                                        </p:tgtEl>
                                      </p:cBhvr>
                                    </p:animEffect>
                                    <p:set>
                                      <p:cBhvr>
                                        <p:cTn id="97" dur="1" fill="hold">
                                          <p:stCondLst>
                                            <p:cond delay="174"/>
                                          </p:stCondLst>
                                        </p:cTn>
                                        <p:tgtEl>
                                          <p:spTgt spid="13">
                                            <p:txEl>
                                              <p:pRg st="0" end="0"/>
                                            </p:txEl>
                                          </p:spTgt>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175"/>
                                        <p:tgtEl>
                                          <p:spTgt spid="13">
                                            <p:txEl>
                                              <p:pRg st="1" end="1"/>
                                            </p:txEl>
                                          </p:spTgt>
                                        </p:tgtEl>
                                      </p:cBhvr>
                                    </p:animEffect>
                                    <p:set>
                                      <p:cBhvr>
                                        <p:cTn id="100" dur="1" fill="hold">
                                          <p:stCondLst>
                                            <p:cond delay="174"/>
                                          </p:stCondLst>
                                        </p:cTn>
                                        <p:tgtEl>
                                          <p:spTgt spid="13">
                                            <p:txEl>
                                              <p:pRg st="1" end="1"/>
                                            </p:txEl>
                                          </p:spTgt>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175"/>
                                        <p:tgtEl>
                                          <p:spTgt spid="14"/>
                                        </p:tgtEl>
                                      </p:cBhvr>
                                    </p:animEffect>
                                    <p:set>
                                      <p:cBhvr>
                                        <p:cTn id="103" dur="1" fill="hold">
                                          <p:stCondLst>
                                            <p:cond delay="174"/>
                                          </p:stCondLst>
                                        </p:cTn>
                                        <p:tgtEl>
                                          <p:spTgt spid="14"/>
                                        </p:tgtEl>
                                        <p:attrNameLst>
                                          <p:attrName>style.visibility</p:attrName>
                                        </p:attrNameLst>
                                      </p:cBhvr>
                                      <p:to>
                                        <p:strVal val="hidden"/>
                                      </p:to>
                                    </p:set>
                                  </p:childTnLst>
                                </p:cTn>
                              </p:par>
                              <p:par>
                                <p:cTn id="104" presetID="0" presetClass="path" presetSubtype="0" accel="50000" decel="50000" fill="hold" nodeType="withEffect">
                                  <p:stCondLst>
                                    <p:cond delay="0"/>
                                  </p:stCondLst>
                                  <p:childTnLst>
                                    <p:animMotion origin="layout" path="M 0 0 L 0.58967 -0.21072 E" pathEditMode="relative" rAng="0" ptsTypes="AA">
                                      <p:cBhvr>
                                        <p:cTn id="105" dur="375" fill="hold"/>
                                        <p:tgtEl>
                                          <p:spTgt spid="11"/>
                                        </p:tgtEl>
                                        <p:attrNameLst>
                                          <p:attrName>ppt_x</p:attrName>
                                          <p:attrName>ppt_y</p:attrName>
                                        </p:attrNameLst>
                                      </p:cBhvr>
                                      <p:rCtr x="29483" y="-10535"/>
                                    </p:animMotion>
                                  </p:childTnLst>
                                </p:cTn>
                              </p:par>
                              <p:par>
                                <p:cTn id="106" presetID="6" presetClass="emph" presetSubtype="0" accel="50000" decel="50000" fill="hold" nodeType="withEffect">
                                  <p:stCondLst>
                                    <p:cond delay="0"/>
                                  </p:stCondLst>
                                  <p:childTnLst>
                                    <p:animScale>
                                      <p:cBhvr>
                                        <p:cTn id="107" dur="375" fill="hold"/>
                                        <p:tgtEl>
                                          <p:spTgt spid="11"/>
                                        </p:tgtEl>
                                      </p:cBhvr>
                                      <p:by x="26216" y="26216"/>
                                    </p:animScale>
                                  </p:childTnLst>
                                </p:cTn>
                              </p:par>
                              <p:par>
                                <p:cTn id="108" presetID="10" presetClass="entr" presetSubtype="0" fill="hold" nodeType="withEffect">
                                  <p:stCondLst>
                                    <p:cond delay="225"/>
                                  </p:stCondLst>
                                  <p:childTnLst>
                                    <p:set>
                                      <p:cBhvr>
                                        <p:cTn id="109" dur="1" fill="hold">
                                          <p:stCondLst>
                                            <p:cond delay="0"/>
                                          </p:stCondLst>
                                        </p:cTn>
                                        <p:tgtEl>
                                          <p:spTgt spid="15"/>
                                        </p:tgtEl>
                                        <p:attrNameLst>
                                          <p:attrName>style.visibility</p:attrName>
                                        </p:attrNameLst>
                                      </p:cBhvr>
                                      <p:to>
                                        <p:strVal val="visible"/>
                                      </p:to>
                                    </p:set>
                                    <p:animEffect transition="in" filter="fade">
                                      <p:cBhvr>
                                        <p:cTn id="110" dur="225"/>
                                        <p:tgtEl>
                                          <p:spTgt spid="15"/>
                                        </p:tgtEl>
                                      </p:cBhvr>
                                    </p:animEffect>
                                  </p:childTnLst>
                                </p:cTn>
                              </p:par>
                              <p:par>
                                <p:cTn id="111" presetID="10" presetClass="entr" presetSubtype="0" fill="hold" nodeType="withEffect">
                                  <p:stCondLst>
                                    <p:cond delay="260"/>
                                  </p:stCondLst>
                                  <p:childTnLst>
                                    <p:set>
                                      <p:cBhvr>
                                        <p:cTn id="112" dur="1" fill="hold">
                                          <p:stCondLst>
                                            <p:cond delay="0"/>
                                          </p:stCondLst>
                                        </p:cTn>
                                        <p:tgtEl>
                                          <p:spTgt spid="16"/>
                                        </p:tgtEl>
                                        <p:attrNameLst>
                                          <p:attrName>style.visibility</p:attrName>
                                        </p:attrNameLst>
                                      </p:cBhvr>
                                      <p:to>
                                        <p:strVal val="visible"/>
                                      </p:to>
                                    </p:set>
                                    <p:animEffect transition="in" filter="fade">
                                      <p:cBhvr>
                                        <p:cTn id="113" dur="225"/>
                                        <p:tgtEl>
                                          <p:spTgt spid="16"/>
                                        </p:tgtEl>
                                      </p:cBhvr>
                                    </p:animEffect>
                                  </p:childTnLst>
                                </p:cTn>
                              </p:par>
                              <p:par>
                                <p:cTn id="114" presetID="22" presetClass="entr" presetSubtype="8" fill="hold" nodeType="withEffect">
                                  <p:stCondLst>
                                    <p:cond delay="295"/>
                                  </p:stCondLst>
                                  <p:childTnLst>
                                    <p:set>
                                      <p:cBhvr>
                                        <p:cTn id="115" dur="1" fill="hold">
                                          <p:stCondLst>
                                            <p:cond delay="0"/>
                                          </p:stCondLst>
                                        </p:cTn>
                                        <p:tgtEl>
                                          <p:spTgt spid="17"/>
                                        </p:tgtEl>
                                        <p:attrNameLst>
                                          <p:attrName>style.visibility</p:attrName>
                                        </p:attrNameLst>
                                      </p:cBhvr>
                                      <p:to>
                                        <p:strVal val="visible"/>
                                      </p:to>
                                    </p:set>
                                    <p:animEffect transition="in" filter="wipe(left)">
                                      <p:cBhvr>
                                        <p:cTn id="116" dur="250"/>
                                        <p:tgtEl>
                                          <p:spTgt spid="17"/>
                                        </p:tgtEl>
                                      </p:cBhvr>
                                    </p:animEffect>
                                  </p:childTnLst>
                                </p:cTn>
                              </p:par>
                              <p:par>
                                <p:cTn id="117" presetID="10" presetClass="entr" presetSubtype="0" fill="hold" nodeType="withEffect">
                                  <p:stCondLst>
                                    <p:cond delay="330"/>
                                  </p:stCondLst>
                                  <p:childTnLst>
                                    <p:set>
                                      <p:cBhvr>
                                        <p:cTn id="118" dur="1" fill="hold">
                                          <p:stCondLst>
                                            <p:cond delay="0"/>
                                          </p:stCondLst>
                                        </p:cTn>
                                        <p:tgtEl>
                                          <p:spTgt spid="18"/>
                                        </p:tgtEl>
                                        <p:attrNameLst>
                                          <p:attrName>style.visibility</p:attrName>
                                        </p:attrNameLst>
                                      </p:cBhvr>
                                      <p:to>
                                        <p:strVal val="visible"/>
                                      </p:to>
                                    </p:set>
                                    <p:animEffect transition="in" filter="fade">
                                      <p:cBhvr>
                                        <p:cTn id="119" dur="225"/>
                                        <p:tgtEl>
                                          <p:spTgt spid="18"/>
                                        </p:tgtEl>
                                      </p:cBhvr>
                                    </p:animEffect>
                                  </p:childTnLst>
                                </p:cTn>
                              </p:par>
                              <p:par>
                                <p:cTn id="120" presetID="10" presetClass="entr" presetSubtype="0" grpId="0" fill="hold" nodeType="withEffect">
                                  <p:stCondLst>
                                    <p:cond delay="365"/>
                                  </p:stCondLst>
                                  <p:childTnLst>
                                    <p:set>
                                      <p:cBhvr>
                                        <p:cTn id="121" dur="1" fill="hold">
                                          <p:stCondLst>
                                            <p:cond delay="0"/>
                                          </p:stCondLst>
                                        </p:cTn>
                                        <p:tgtEl>
                                          <p:spTgt spid="19">
                                            <p:txEl>
                                              <p:pRg st="0" end="0"/>
                                            </p:txEl>
                                          </p:spTgt>
                                        </p:tgtEl>
                                        <p:attrNameLst>
                                          <p:attrName>style.visibility</p:attrName>
                                        </p:attrNameLst>
                                      </p:cBhvr>
                                      <p:to>
                                        <p:strVal val="visible"/>
                                      </p:to>
                                    </p:set>
                                    <p:animEffect transition="in" filter="fade">
                                      <p:cBhvr>
                                        <p:cTn id="122" dur="225"/>
                                        <p:tgtEl>
                                          <p:spTgt spid="19">
                                            <p:txEl>
                                              <p:pRg st="0" end="0"/>
                                            </p:txEl>
                                          </p:spTgt>
                                        </p:tgtEl>
                                      </p:cBhvr>
                                    </p:animEffect>
                                  </p:childTnLst>
                                </p:cTn>
                              </p:par>
                              <p:par>
                                <p:cTn id="123" presetID="10" presetClass="entr" presetSubtype="0" grpId="0" fill="hold" nodeType="withEffect">
                                  <p:stCondLst>
                                    <p:cond delay="555"/>
                                  </p:stCondLst>
                                  <p:childTnLst>
                                    <p:set>
                                      <p:cBhvr>
                                        <p:cTn id="124" dur="1" fill="hold">
                                          <p:stCondLst>
                                            <p:cond delay="0"/>
                                          </p:stCondLst>
                                        </p:cTn>
                                        <p:tgtEl>
                                          <p:spTgt spid="19">
                                            <p:txEl>
                                              <p:pRg st="1" end="1"/>
                                            </p:txEl>
                                          </p:spTgt>
                                        </p:tgtEl>
                                        <p:attrNameLst>
                                          <p:attrName>style.visibility</p:attrName>
                                        </p:attrNameLst>
                                      </p:cBhvr>
                                      <p:to>
                                        <p:strVal val="visible"/>
                                      </p:to>
                                    </p:set>
                                    <p:animEffect transition="in" filter="fade">
                                      <p:cBhvr>
                                        <p:cTn id="125" dur="225"/>
                                        <p:tgtEl>
                                          <p:spTgt spid="19">
                                            <p:txEl>
                                              <p:pRg st="1" end="1"/>
                                            </p:txEl>
                                          </p:spTgt>
                                        </p:tgtEl>
                                      </p:cBhvr>
                                    </p:animEffect>
                                  </p:childTnLst>
                                </p:cTn>
                              </p:par>
                              <p:par>
                                <p:cTn id="126" presetID="10" presetClass="entr" presetSubtype="0" fill="hold" nodeType="withEffect">
                                  <p:stCondLst>
                                    <p:cond delay="40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225"/>
                                        <p:tgtEl>
                                          <p:spTgt spid="20"/>
                                        </p:tgtEl>
                                      </p:cBhvr>
                                    </p:animEffect>
                                  </p:childTnLst>
                                </p:cTn>
                              </p:par>
                              <p:par>
                                <p:cTn id="129" presetID="22" presetClass="entr" presetSubtype="8" fill="hold" nodeType="withEffect">
                                  <p:stCondLst>
                                    <p:cond delay="435"/>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250"/>
                                        <p:tgtEl>
                                          <p:spTgt spid="21"/>
                                        </p:tgtEl>
                                      </p:cBhvr>
                                    </p:animEffect>
                                  </p:childTnLst>
                                </p:cTn>
                              </p:par>
                              <p:par>
                                <p:cTn id="132" presetID="10" presetClass="entr" presetSubtype="0" fill="hold" nodeType="withEffect">
                                  <p:stCondLst>
                                    <p:cond delay="470"/>
                                  </p:stCondLst>
                                  <p:childTnLst>
                                    <p:set>
                                      <p:cBhvr>
                                        <p:cTn id="133" dur="1" fill="hold">
                                          <p:stCondLst>
                                            <p:cond delay="0"/>
                                          </p:stCondLst>
                                        </p:cTn>
                                        <p:tgtEl>
                                          <p:spTgt spid="22"/>
                                        </p:tgtEl>
                                        <p:attrNameLst>
                                          <p:attrName>style.visibility</p:attrName>
                                        </p:attrNameLst>
                                      </p:cBhvr>
                                      <p:to>
                                        <p:strVal val="visible"/>
                                      </p:to>
                                    </p:set>
                                    <p:animEffect transition="in" filter="fade">
                                      <p:cBhvr>
                                        <p:cTn id="134" dur="225"/>
                                        <p:tgtEl>
                                          <p:spTgt spid="22"/>
                                        </p:tgtEl>
                                      </p:cBhvr>
                                    </p:animEffect>
                                  </p:childTnLst>
                                </p:cTn>
                              </p:par>
                              <p:par>
                                <p:cTn id="135" presetID="10" presetClass="entr" presetSubtype="0" grpId="0" fill="hold" nodeType="withEffect">
                                  <p:stCondLst>
                                    <p:cond delay="505"/>
                                  </p:stCondLst>
                                  <p:childTnLst>
                                    <p:set>
                                      <p:cBhvr>
                                        <p:cTn id="136" dur="1" fill="hold">
                                          <p:stCondLst>
                                            <p:cond delay="0"/>
                                          </p:stCondLst>
                                        </p:cTn>
                                        <p:tgtEl>
                                          <p:spTgt spid="23">
                                            <p:txEl>
                                              <p:pRg st="0" end="0"/>
                                            </p:txEl>
                                          </p:spTgt>
                                        </p:tgtEl>
                                        <p:attrNameLst>
                                          <p:attrName>style.visibility</p:attrName>
                                        </p:attrNameLst>
                                      </p:cBhvr>
                                      <p:to>
                                        <p:strVal val="visible"/>
                                      </p:to>
                                    </p:set>
                                    <p:animEffect transition="in" filter="fade">
                                      <p:cBhvr>
                                        <p:cTn id="137" dur="225"/>
                                        <p:tgtEl>
                                          <p:spTgt spid="23">
                                            <p:txEl>
                                              <p:pRg st="0" end="0"/>
                                            </p:txEl>
                                          </p:spTgt>
                                        </p:tgtEl>
                                      </p:cBhvr>
                                    </p:animEffect>
                                  </p:childTnLst>
                                </p:cTn>
                              </p:par>
                              <p:par>
                                <p:cTn id="138" presetID="10" presetClass="entr" presetSubtype="0" grpId="0" fill="hold" nodeType="withEffect">
                                  <p:stCondLst>
                                    <p:cond delay="695"/>
                                  </p:stCondLst>
                                  <p:childTnLst>
                                    <p:set>
                                      <p:cBhvr>
                                        <p:cTn id="139" dur="1" fill="hold">
                                          <p:stCondLst>
                                            <p:cond delay="0"/>
                                          </p:stCondLst>
                                        </p:cTn>
                                        <p:tgtEl>
                                          <p:spTgt spid="23">
                                            <p:txEl>
                                              <p:pRg st="1" end="1"/>
                                            </p:txEl>
                                          </p:spTgt>
                                        </p:tgtEl>
                                        <p:attrNameLst>
                                          <p:attrName>style.visibility</p:attrName>
                                        </p:attrNameLst>
                                      </p:cBhvr>
                                      <p:to>
                                        <p:strVal val="visible"/>
                                      </p:to>
                                    </p:set>
                                    <p:animEffect transition="in" filter="fade">
                                      <p:cBhvr>
                                        <p:cTn id="140" dur="225"/>
                                        <p:tgtEl>
                                          <p:spTgt spid="23">
                                            <p:txEl>
                                              <p:pRg st="1" end="1"/>
                                            </p:txEl>
                                          </p:spTgt>
                                        </p:tgtEl>
                                      </p:cBhvr>
                                    </p:animEffect>
                                  </p:childTnLst>
                                </p:cTn>
                              </p:par>
                              <p:par>
                                <p:cTn id="141" presetID="10" presetClass="entr" presetSubtype="0" fill="hold" nodeType="withEffect">
                                  <p:stCondLst>
                                    <p:cond delay="540"/>
                                  </p:stCondLst>
                                  <p:childTnLst>
                                    <p:set>
                                      <p:cBhvr>
                                        <p:cTn id="142" dur="1" fill="hold">
                                          <p:stCondLst>
                                            <p:cond delay="0"/>
                                          </p:stCondLst>
                                        </p:cTn>
                                        <p:tgtEl>
                                          <p:spTgt spid="24"/>
                                        </p:tgtEl>
                                        <p:attrNameLst>
                                          <p:attrName>style.visibility</p:attrName>
                                        </p:attrNameLst>
                                      </p:cBhvr>
                                      <p:to>
                                        <p:strVal val="visible"/>
                                      </p:to>
                                    </p:set>
                                    <p:animEffect transition="in" filter="fade">
                                      <p:cBhvr>
                                        <p:cTn id="143" dur="225"/>
                                        <p:tgtEl>
                                          <p:spTgt spid="24"/>
                                        </p:tgtEl>
                                      </p:cBhvr>
                                    </p:animEffect>
                                  </p:childTnLst>
                                </p:cTn>
                              </p:par>
                              <p:par>
                                <p:cTn id="144" presetID="22" presetClass="entr" presetSubtype="8" fill="hold" nodeType="withEffect">
                                  <p:stCondLst>
                                    <p:cond delay="575"/>
                                  </p:stCondLst>
                                  <p:childTnLst>
                                    <p:set>
                                      <p:cBhvr>
                                        <p:cTn id="145" dur="1" fill="hold">
                                          <p:stCondLst>
                                            <p:cond delay="0"/>
                                          </p:stCondLst>
                                        </p:cTn>
                                        <p:tgtEl>
                                          <p:spTgt spid="25"/>
                                        </p:tgtEl>
                                        <p:attrNameLst>
                                          <p:attrName>style.visibility</p:attrName>
                                        </p:attrNameLst>
                                      </p:cBhvr>
                                      <p:to>
                                        <p:strVal val="visible"/>
                                      </p:to>
                                    </p:set>
                                    <p:animEffect transition="in" filter="wipe(left)">
                                      <p:cBhvr>
                                        <p:cTn id="146" dur="250"/>
                                        <p:tgtEl>
                                          <p:spTgt spid="25"/>
                                        </p:tgtEl>
                                      </p:cBhvr>
                                    </p:animEffect>
                                  </p:childTnLst>
                                </p:cTn>
                              </p:par>
                              <p:par>
                                <p:cTn id="147" presetID="10" presetClass="entr" presetSubtype="0" fill="hold" nodeType="withEffect">
                                  <p:stCondLst>
                                    <p:cond delay="610"/>
                                  </p:stCondLst>
                                  <p:childTnLst>
                                    <p:set>
                                      <p:cBhvr>
                                        <p:cTn id="148" dur="1" fill="hold">
                                          <p:stCondLst>
                                            <p:cond delay="0"/>
                                          </p:stCondLst>
                                        </p:cTn>
                                        <p:tgtEl>
                                          <p:spTgt spid="26"/>
                                        </p:tgtEl>
                                        <p:attrNameLst>
                                          <p:attrName>style.visibility</p:attrName>
                                        </p:attrNameLst>
                                      </p:cBhvr>
                                      <p:to>
                                        <p:strVal val="visible"/>
                                      </p:to>
                                    </p:set>
                                    <p:animEffect transition="in" filter="fade">
                                      <p:cBhvr>
                                        <p:cTn id="149" dur="225"/>
                                        <p:tgtEl>
                                          <p:spTgt spid="26"/>
                                        </p:tgtEl>
                                      </p:cBhvr>
                                    </p:animEffect>
                                  </p:childTnLst>
                                </p:cTn>
                              </p:par>
                              <p:par>
                                <p:cTn id="150" presetID="10" presetClass="entr" presetSubtype="0" grpId="0" fill="hold" nodeType="withEffect">
                                  <p:stCondLst>
                                    <p:cond delay="645"/>
                                  </p:stCondLst>
                                  <p:childTnLst>
                                    <p:set>
                                      <p:cBhvr>
                                        <p:cTn id="151" dur="1" fill="hold">
                                          <p:stCondLst>
                                            <p:cond delay="0"/>
                                          </p:stCondLst>
                                        </p:cTn>
                                        <p:tgtEl>
                                          <p:spTgt spid="27">
                                            <p:txEl>
                                              <p:pRg st="0" end="0"/>
                                            </p:txEl>
                                          </p:spTgt>
                                        </p:tgtEl>
                                        <p:attrNameLst>
                                          <p:attrName>style.visibility</p:attrName>
                                        </p:attrNameLst>
                                      </p:cBhvr>
                                      <p:to>
                                        <p:strVal val="visible"/>
                                      </p:to>
                                    </p:set>
                                    <p:animEffect transition="in" filter="fade">
                                      <p:cBhvr>
                                        <p:cTn id="152" dur="225"/>
                                        <p:tgtEl>
                                          <p:spTgt spid="27">
                                            <p:txEl>
                                              <p:pRg st="0" end="0"/>
                                            </p:txEl>
                                          </p:spTgt>
                                        </p:tgtEl>
                                      </p:cBhvr>
                                    </p:animEffect>
                                  </p:childTnLst>
                                </p:cTn>
                              </p:par>
                              <p:par>
                                <p:cTn id="153" presetID="10" presetClass="entr" presetSubtype="0" grpId="0" fill="hold" nodeType="withEffect">
                                  <p:stCondLst>
                                    <p:cond delay="835"/>
                                  </p:stCondLst>
                                  <p:childTnLst>
                                    <p:set>
                                      <p:cBhvr>
                                        <p:cTn id="154" dur="1" fill="hold">
                                          <p:stCondLst>
                                            <p:cond delay="0"/>
                                          </p:stCondLst>
                                        </p:cTn>
                                        <p:tgtEl>
                                          <p:spTgt spid="27">
                                            <p:txEl>
                                              <p:pRg st="1" end="1"/>
                                            </p:txEl>
                                          </p:spTgt>
                                        </p:tgtEl>
                                        <p:attrNameLst>
                                          <p:attrName>style.visibility</p:attrName>
                                        </p:attrNameLst>
                                      </p:cBhvr>
                                      <p:to>
                                        <p:strVal val="visible"/>
                                      </p:to>
                                    </p:set>
                                    <p:animEffect transition="in" filter="fade">
                                      <p:cBhvr>
                                        <p:cTn id="155" dur="225"/>
                                        <p:tgtEl>
                                          <p:spTgt spid="27">
                                            <p:txEl>
                                              <p:pRg st="1" end="1"/>
                                            </p:txEl>
                                          </p:spTgt>
                                        </p:tgtEl>
                                      </p:cBhvr>
                                    </p:animEffect>
                                  </p:childTnLst>
                                </p:cTn>
                              </p:par>
                              <p:par>
                                <p:cTn id="156" presetID="10" presetClass="entr" presetSubtype="0" fill="hold" nodeType="withEffect">
                                  <p:stCondLst>
                                    <p:cond delay="680"/>
                                  </p:stCondLst>
                                  <p:childTnLst>
                                    <p:set>
                                      <p:cBhvr>
                                        <p:cTn id="157" dur="1" fill="hold">
                                          <p:stCondLst>
                                            <p:cond delay="0"/>
                                          </p:stCondLst>
                                        </p:cTn>
                                        <p:tgtEl>
                                          <p:spTgt spid="28"/>
                                        </p:tgtEl>
                                        <p:attrNameLst>
                                          <p:attrName>style.visibility</p:attrName>
                                        </p:attrNameLst>
                                      </p:cBhvr>
                                      <p:to>
                                        <p:strVal val="visible"/>
                                      </p:to>
                                    </p:set>
                                    <p:animEffect transition="in" filter="fade">
                                      <p:cBhvr>
                                        <p:cTn id="158" dur="225"/>
                                        <p:tgtEl>
                                          <p:spTgt spid="28"/>
                                        </p:tgtEl>
                                      </p:cBhvr>
                                    </p:animEffect>
                                  </p:childTnLst>
                                </p:cTn>
                              </p:par>
                              <p:par>
                                <p:cTn id="159" presetID="22" presetClass="entr" presetSubtype="8" fill="hold" nodeType="withEffect">
                                  <p:stCondLst>
                                    <p:cond delay="715"/>
                                  </p:stCondLst>
                                  <p:childTnLst>
                                    <p:set>
                                      <p:cBhvr>
                                        <p:cTn id="160" dur="1" fill="hold">
                                          <p:stCondLst>
                                            <p:cond delay="0"/>
                                          </p:stCondLst>
                                        </p:cTn>
                                        <p:tgtEl>
                                          <p:spTgt spid="29"/>
                                        </p:tgtEl>
                                        <p:attrNameLst>
                                          <p:attrName>style.visibility</p:attrName>
                                        </p:attrNameLst>
                                      </p:cBhvr>
                                      <p:to>
                                        <p:strVal val="visible"/>
                                      </p:to>
                                    </p:set>
                                    <p:animEffect transition="in" filter="wipe(left)">
                                      <p:cBhvr>
                                        <p:cTn id="161" dur="250"/>
                                        <p:tgtEl>
                                          <p:spTgt spid="29"/>
                                        </p:tgtEl>
                                      </p:cBhvr>
                                    </p:animEffect>
                                  </p:childTnLst>
                                </p:cTn>
                              </p:par>
                              <p:par>
                                <p:cTn id="162" presetID="10" presetClass="entr" presetSubtype="0" fill="hold" nodeType="withEffect">
                                  <p:stCondLst>
                                    <p:cond delay="290"/>
                                  </p:stCondLst>
                                  <p:childTnLst>
                                    <p:set>
                                      <p:cBhvr>
                                        <p:cTn id="163" dur="1" fill="hold">
                                          <p:stCondLst>
                                            <p:cond delay="0"/>
                                          </p:stCondLst>
                                        </p:cTn>
                                        <p:tgtEl>
                                          <p:spTgt spid="30"/>
                                        </p:tgtEl>
                                        <p:attrNameLst>
                                          <p:attrName>style.visibility</p:attrName>
                                        </p:attrNameLst>
                                      </p:cBhvr>
                                      <p:to>
                                        <p:strVal val="visible"/>
                                      </p:to>
                                    </p:set>
                                    <p:animEffect transition="in" filter="fade">
                                      <p:cBhvr>
                                        <p:cTn id="164" dur="225"/>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3" grpId="0" build="p"/>
      <p:bldP spid="19" grpId="0" build="p"/>
      <p:bldP spid="23" grpId="0" build="p"/>
      <p:bldP spid="2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Qué está demostrado, qué sigue y qué riesgos conocemos</a:t>
            </a:r>
            <a:endParaRPr lang="en-US" sz="2200" dirty="0"/>
          </a:p>
        </p:txBody>
      </p:sp>
      <p:sp>
        <p:nvSpPr>
          <p:cNvPr id="3" name="Obj [o90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Qué está demostrado y qué falta, por nivel de evidencia</a:t>
            </a:r>
            <a:endParaRPr lang="en-US" sz="1400" dirty="0"/>
          </a:p>
        </p:txBody>
      </p:sp>
      <p:graphicFrame>
        <p:nvGraphicFramePr>
          <p:cNvPr id="4" name="Obj [o901]"/>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1602606"/>
                <a:gridCol w="2884691"/>
                <a:gridCol w="2724431"/>
              </a:tblGrid>
              <a:tr h="336547">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Componente</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Evidencia</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Qué falta</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Geófono SM-24</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Modelo con parámetros nominales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Respuesta extremo a extremo en bajas frecuencias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AFE PGA–ADC</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Medido: barridos de magnitud y fase contra el modelo</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Extensión al conjunto con el geófono: hoy es predicción</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Calibración de offset</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Medido: converge, por configuración de ganancia</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Variación con el tiempo y las condiciones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Sincronización</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Parcial: flancos GPIO, 3 nodos, 200–400 µs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Inicio efectivo del ADC y deriva de relojes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Campo</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21 posiciones secuenciales con un receptor móvil</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Adquisición simultánea; fuente más repetible; SNR bajo 10 Hz</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Dispersión e inversión</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Sin hacer</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964" i="1">
                                      <a:latin typeface="Cambria Math" panose="02040503050406030204" pitchFamily="18" charset="0"/>
                                    </a:rPr>
                                  </m:ctrlPr>
                                </m:sSubPr>
                                <m:e>
                                  <m:r>
                                    <a:rPr lang="es-ES" sz="964" i="1">
                                      <a:solidFill>
                                        <a:srgbClr val="2D2D2D"/>
                                      </a:solidFill>
                                      <a:latin typeface="Cambria Math" panose="02040503050406030204" pitchFamily="18" charset="0"/>
                                    </a:rPr>
                                    <m:t xml:space="preserve">V</m:t>
                                  </m:r>
                                </m:e>
                                <m:sub>
                                  <m:r>
                                    <a:rPr lang="es-ES" sz="964" i="1">
                                      <a:solidFill>
                                        <a:srgbClr val="2D2D2D"/>
                                      </a:solidFill>
                                      <a:latin typeface="Cambria Math" panose="02040503050406030204" pitchFamily="18" charset="0"/>
                                    </a:rPr>
                                    <m:t xml:space="preserve">s</m:t>
                                  </m:r>
                                </m:sub>
                              </m:sSub>
                            </m:oMath>
                          </a14:m>
                        </mc:Choice>
                        <mc:Fallback>
                          <a:r>
                            <a:rPr lang="en-US" sz="964" dirty="0">
                              <a:solidFill>
                                <a:srgbClr val="2D2D2D"/>
                              </a:solidFill>
                              <a:latin typeface="Arial" pitchFamily="34" charset="0"/>
                              <a:ea typeface="Arial" pitchFamily="34" charset="-122"/>
                              <a:cs typeface="Arial" pitchFamily="34" charset="-120"/>
                            </a:rPr>
                            <a:t>Vs</a:t>
                          </a:r>
                        </mc:Fallback>
                      </mc:AlternateContent>
                      <a:r>
                        <a:rPr lang="en-US" sz="964" dirty="0">
                          <a:solidFill>
                            <a:srgbClr val="2D2D2D"/>
                          </a:solidFill>
                          <a:latin typeface="Arial" pitchFamily="34" charset="0"/>
                          <a:ea typeface="Arial" pitchFamily="34" charset="-122"/>
                          <a:cs typeface="Arial" pitchFamily="34" charset="-120"/>
                        </a:rPr>
                        <a:t> y contraste con SPT o con el SEV 01</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Obj [o902]"/>
          <p:cNvSpPr txBox="1"/>
          <p:nvPr/>
        </p:nvSpPr>
        <p:spPr>
          <a:xfrm>
            <a:off x="966136" y="4165694"/>
            <a:ext cx="7211728"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Verde: medido. Naranja: modelo o medición parcial. Rojo: pendiente.</a:t>
            </a:r>
            <a:endParaRPr lang="en-US" sz="1080" dirty="0"/>
          </a:p>
        </p:txBody>
      </p:sp>
      <p:sp>
        <p:nvSpPr>
          <p:cNvPr id="7" name="Obj [o9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4.10 y 5; documento de tesis, 08_trabajos_futuros.tex (SEV 01 y SPT).</a:t>
            </a:r>
            <a:endParaRPr lang="en-US" sz="800" dirty="0"/>
          </a:p>
        </p:txBody>
      </p:sp>
      <p:sp>
        <p:nvSpPr>
          <p:cNvPr id="8" name="Obj [o90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Trabajo futuro: cinco pasos desde la adquisición hacia la caracterización del suelo</a:t>
            </a:r>
            <a:endParaRPr lang="en-US" sz="1400" dirty="0"/>
          </a:p>
        </p:txBody>
      </p:sp>
      <p:graphicFrame>
        <p:nvGraphicFramePr>
          <p:cNvPr id="9" name="Obj [o905]"/>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3205213"/>
                <a:gridCol w="4006516"/>
              </a:tblGrid>
              <a:tr h="440717">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Paso</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52" b="1" dirty="0">
                          <a:solidFill>
                            <a:srgbClr val="FFFFFF"/>
                          </a:solidFill>
                          <a:latin typeface="Arial" pitchFamily="34" charset="0"/>
                          <a:ea typeface="Arial" pitchFamily="34" charset="-122"/>
                          <a:cs typeface="Arial" pitchFamily="34" charset="-120"/>
                        </a:rPr>
                        <a:t>Para qué</a:t>
                      </a:r>
                      <a:endParaRPr lang="en-US" sz="1052"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4071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Excitador de mayor energía y repetibilidad</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Medir el inicio efectivo del ADC y la deriva de relojes</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Caracterizar el offset residual en el tiempo</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Precisar el margen dinámico de cada ganancia</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Más nodos GEO y adquisición simultánea</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Acercarse al MASW convencional (depende de financiamiento)</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64" b="1" dirty="0">
                          <a:solidFill>
                            <a:srgbClr val="2D2D2D"/>
                          </a:solidFill>
                          <a:latin typeface="Arial" pitchFamily="34" charset="0"/>
                          <a:ea typeface="Arial" pitchFamily="34" charset="-122"/>
                          <a:cs typeface="Arial" pitchFamily="34" charset="-120"/>
                        </a:rPr>
                        <a:t>Curvas de dispersión, modos e inversión</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64"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964" i="1">
                                      <a:latin typeface="Cambria Math" panose="02040503050406030204" pitchFamily="18" charset="0"/>
                                    </a:rPr>
                                  </m:ctrlPr>
                                </m:sSubPr>
                                <m:e>
                                  <m:r>
                                    <a:rPr lang="es-ES" sz="964" i="1">
                                      <a:solidFill>
                                        <a:srgbClr val="2D2D2D"/>
                                      </a:solidFill>
                                      <a:latin typeface="Cambria Math" panose="02040503050406030204" pitchFamily="18" charset="0"/>
                                    </a:rPr>
                                    <m:t xml:space="preserve">V</m:t>
                                  </m:r>
                                </m:e>
                                <m:sub>
                                  <m:r>
                                    <a:rPr lang="es-ES" sz="964" i="1">
                                      <a:solidFill>
                                        <a:srgbClr val="2D2D2D"/>
                                      </a:solidFill>
                                      <a:latin typeface="Cambria Math" panose="02040503050406030204" pitchFamily="18" charset="0"/>
                                    </a:rPr>
                                    <m:t xml:space="preserve">s</m:t>
                                  </m:r>
                                </m:sub>
                              </m:sSub>
                            </m:oMath>
                          </a14:m>
                        </mc:Choice>
                        <mc:Fallback>
                          <a:r>
                            <a:rPr lang="en-US" sz="964" dirty="0">
                              <a:solidFill>
                                <a:srgbClr val="2D2D2D"/>
                              </a:solidFill>
                              <a:latin typeface="Arial" pitchFamily="34" charset="0"/>
                              <a:ea typeface="Arial" pitchFamily="34" charset="-122"/>
                              <a:cs typeface="Arial" pitchFamily="34" charset="-120"/>
                            </a:rPr>
                            <a:t>Vs</a:t>
                          </a:r>
                        </mc:Fallback>
                      </mc:AlternateContent>
                      <a:r>
                        <a:rPr lang="en-US" sz="964" dirty="0">
                          <a:solidFill>
                            <a:srgbClr val="2D2D2D"/>
                          </a:solidFill>
                          <a:latin typeface="Arial" pitchFamily="34" charset="0"/>
                          <a:ea typeface="Arial" pitchFamily="34" charset="-122"/>
                          <a:cs typeface="Arial" pitchFamily="34" charset="-120"/>
                        </a:rPr>
                        <a:t> con la profundidad</a:t>
                      </a:r>
                      <a:endParaRPr lang="en-US" sz="964"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1" name="Obj [o90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5; documento de tesis, 08_trabajos_futuros.tex.</a:t>
            </a:r>
            <a:endParaRPr lang="en-US" sz="800" dirty="0"/>
          </a:p>
        </p:txBody>
      </p:sp>
      <p:sp>
        <p:nvSpPr>
          <p:cNvPr id="12" name="Obj [o90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ESP-NOW no alcanza, UWB es un candidato fundado, no una prestación disponible</a:t>
            </a:r>
            <a:endParaRPr lang="en-US" sz="1400" dirty="0"/>
          </a:p>
        </p:txBody>
      </p:sp>
      <p:sp>
        <p:nvSpPr>
          <p:cNvPr id="13" name="Obj [o908]"/>
          <p:cNvSpPr/>
          <p:nvPr/>
        </p:nvSpPr>
        <p:spPr>
          <a:xfrm>
            <a:off x="966136" y="1561458"/>
            <a:ext cx="2243649" cy="360586"/>
          </a:xfrm>
          <a:prstGeom prst="rect">
            <a:avLst/>
          </a:prstGeom>
          <a:solidFill>
            <a:srgbClr val="1F4E79"/>
          </a:solidFill>
          <a:ln w="6350">
            <a:solidFill>
              <a:srgbClr val="1F4E79"/>
            </a:solidFill>
            <a:prstDash val="solid"/>
          </a:ln>
        </p:spPr>
      </p:sp>
      <p:sp>
        <p:nvSpPr>
          <p:cNvPr id="14" name="Obj [o909]"/>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Korsimaa et al., 2025</a:t>
            </a:r>
            <a:endParaRPr lang="en-US" sz="1260" dirty="0"/>
          </a:p>
        </p:txBody>
      </p:sp>
      <p:sp>
        <p:nvSpPr>
          <p:cNvPr id="15" name="Obj [o910]"/>
          <p:cNvSpPr/>
          <p:nvPr/>
        </p:nvSpPr>
        <p:spPr>
          <a:xfrm>
            <a:off x="966136" y="1922045"/>
            <a:ext cx="2243649" cy="1602606"/>
          </a:xfrm>
          <a:prstGeom prst="rect">
            <a:avLst/>
          </a:prstGeom>
          <a:solidFill>
            <a:srgbClr val="FFFFFF"/>
          </a:solidFill>
          <a:ln w="16694">
            <a:solidFill>
              <a:srgbClr val="1F4E79"/>
            </a:solidFill>
            <a:prstDash val="solid"/>
          </a:ln>
        </p:spPr>
      </p:sp>
      <p:sp>
        <p:nvSpPr>
          <p:cNvPr id="16" name="Obj [o911]"/>
          <p:cNvSpPr txBox="1"/>
          <p:nvPr/>
        </p:nvSpPr>
        <p:spPr>
          <a:xfrm>
            <a:off x="106229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170" dirty="0"/>
          </a:p>
        </p:txBody>
      </p:sp>
      <p:sp>
        <p:nvSpPr>
          <p:cNvPr id="17" name="Obj [o912]"/>
          <p:cNvSpPr/>
          <p:nvPr/>
        </p:nvSpPr>
        <p:spPr>
          <a:xfrm>
            <a:off x="3450176" y="1561458"/>
            <a:ext cx="2243649" cy="360586"/>
          </a:xfrm>
          <a:prstGeom prst="rect">
            <a:avLst/>
          </a:prstGeom>
          <a:solidFill>
            <a:srgbClr val="2E75B6"/>
          </a:solidFill>
          <a:ln w="6350">
            <a:solidFill>
              <a:srgbClr val="2E75B6"/>
            </a:solidFill>
            <a:prstDash val="solid"/>
          </a:ln>
        </p:spPr>
      </p:sp>
      <p:sp>
        <p:nvSpPr>
          <p:cNvPr id="18" name="Obj [o913]"/>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Wicsync (Xue, 2021)</a:t>
            </a:r>
            <a:endParaRPr lang="en-US" sz="1260" dirty="0"/>
          </a:p>
        </p:txBody>
      </p:sp>
      <p:sp>
        <p:nvSpPr>
          <p:cNvPr id="19" name="Obj [o914]"/>
          <p:cNvSpPr/>
          <p:nvPr/>
        </p:nvSpPr>
        <p:spPr>
          <a:xfrm>
            <a:off x="3450176" y="1922045"/>
            <a:ext cx="2243649" cy="1602606"/>
          </a:xfrm>
          <a:prstGeom prst="rect">
            <a:avLst/>
          </a:prstGeom>
          <a:solidFill>
            <a:srgbClr val="FFFFFF"/>
          </a:solidFill>
          <a:ln w="16694">
            <a:solidFill>
              <a:srgbClr val="2E75B6"/>
            </a:solidFill>
            <a:prstDash val="solid"/>
          </a:ln>
        </p:spPr>
      </p:sp>
      <p:sp>
        <p:nvSpPr>
          <p:cNvPr id="20" name="Obj [o915]"/>
          <p:cNvSpPr txBox="1"/>
          <p:nvPr/>
        </p:nvSpPr>
        <p:spPr>
          <a:xfrm>
            <a:off x="354633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170" dirty="0"/>
          </a:p>
        </p:txBody>
      </p:sp>
      <p:sp>
        <p:nvSpPr>
          <p:cNvPr id="21" name="Obj [o916]"/>
          <p:cNvSpPr/>
          <p:nvPr/>
        </p:nvSpPr>
        <p:spPr>
          <a:xfrm>
            <a:off x="5934215" y="1561458"/>
            <a:ext cx="2243649" cy="360586"/>
          </a:xfrm>
          <a:prstGeom prst="rect">
            <a:avLst/>
          </a:prstGeom>
          <a:solidFill>
            <a:srgbClr val="C55A11"/>
          </a:solidFill>
          <a:ln w="6350">
            <a:solidFill>
              <a:srgbClr val="C55A11"/>
            </a:solidFill>
            <a:prstDash val="solid"/>
          </a:ln>
        </p:spPr>
      </p:sp>
      <p:sp>
        <p:nvSpPr>
          <p:cNvPr id="22" name="Obj [o917]"/>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Pérez-Solano, 2022</a:t>
            </a:r>
            <a:endParaRPr lang="en-US" sz="1260" dirty="0"/>
          </a:p>
        </p:txBody>
      </p:sp>
      <p:sp>
        <p:nvSpPr>
          <p:cNvPr id="23" name="Obj [o918]"/>
          <p:cNvSpPr/>
          <p:nvPr/>
        </p:nvSpPr>
        <p:spPr>
          <a:xfrm>
            <a:off x="5934215" y="1922045"/>
            <a:ext cx="2243649" cy="1602606"/>
          </a:xfrm>
          <a:prstGeom prst="rect">
            <a:avLst/>
          </a:prstGeom>
          <a:solidFill>
            <a:srgbClr val="FFFFFF"/>
          </a:solidFill>
          <a:ln w="16694">
            <a:solidFill>
              <a:srgbClr val="C55A11"/>
            </a:solidFill>
            <a:prstDash val="solid"/>
          </a:ln>
        </p:spPr>
      </p:sp>
      <p:sp>
        <p:nvSpPr>
          <p:cNvPr id="24" name="Obj [o919]"/>
          <p:cNvSpPr txBox="1"/>
          <p:nvPr/>
        </p:nvSpPr>
        <p:spPr>
          <a:xfrm>
            <a:off x="603037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170" dirty="0"/>
          </a:p>
        </p:txBody>
      </p:sp>
      <p:sp>
        <p:nvSpPr>
          <p:cNvPr id="25" name="Obj [o920]"/>
          <p:cNvSpPr txBox="1"/>
          <p:nvPr/>
        </p:nvSpPr>
        <p:spPr>
          <a:xfrm>
            <a:off x="966136" y="3684912"/>
            <a:ext cx="7211728" cy="320521"/>
          </a:xfrm>
          <a:prstGeom prst="rect">
            <a:avLst/>
          </a:prstGeom>
          <a:noFill/>
          <a:ln/>
        </p:spPr>
        <p:txBody>
          <a:bodyPr wrap="square" lIns="0" tIns="0" rIns="0" bIns="0" rtlCol="0" anchor="t"/>
          <a:lstStyle/>
          <a:p>
            <a:pPr indent="0" marL="0">
              <a:buNone/>
            </a:pPr>
            <a:r>
              <a:rPr lang="en-US" sz="126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260" dirty="0"/>
          </a:p>
        </p:txBody>
      </p:sp>
      <p:sp>
        <p:nvSpPr>
          <p:cNvPr id="26" name="Obj [o921]"/>
          <p:cNvSpPr/>
          <p:nvPr/>
        </p:nvSpPr>
        <p:spPr>
          <a:xfrm>
            <a:off x="966136" y="4085563"/>
            <a:ext cx="7211728" cy="360586"/>
          </a:xfrm>
          <a:prstGeom prst="rect">
            <a:avLst/>
          </a:prstGeom>
          <a:solidFill>
            <a:srgbClr val="EAF1F8"/>
          </a:solidFill>
          <a:ln w="6350">
            <a:solidFill>
              <a:srgbClr val="EAF1F8"/>
            </a:solidFill>
            <a:prstDash val="solid"/>
          </a:ln>
        </p:spPr>
      </p:sp>
      <p:sp>
        <p:nvSpPr>
          <p:cNvPr id="27" name="Obj [o922]"/>
          <p:cNvSpPr txBox="1"/>
          <p:nvPr/>
        </p:nvSpPr>
        <p:spPr>
          <a:xfrm>
            <a:off x="1086331" y="4085563"/>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260" dirty="0"/>
          </a:p>
        </p:txBody>
      </p:sp>
      <p:sp>
        <p:nvSpPr>
          <p:cNvPr id="28" name="Obj [o92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Korsimaa et al. (2025), HardwareX 24, e00713; Xue et al. (2021), Measurement 183, 109760; Pérez-Solano et al. (2022), Comput. Commun. 186, 80–89; documento de tesis, 08_trabajos_futuros.tex.</a:t>
            </a:r>
            <a:endParaRPr lang="en-US" sz="800" dirty="0"/>
          </a:p>
        </p:txBody>
      </p:sp>
      <p:sp>
        <p:nvSpPr>
          <p:cNvPr id="29" name="Obj [o92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Riesgo conocido: un rearranque por watchdog puede ocultar una falla de sincronismo</a:t>
            </a:r>
            <a:endParaRPr lang="en-US" sz="1400" dirty="0"/>
          </a:p>
        </p:txBody>
      </p:sp>
      <p:sp>
        <p:nvSpPr>
          <p:cNvPr id="30" name="Obj [o925]"/>
          <p:cNvSpPr/>
          <p:nvPr/>
        </p:nvSpPr>
        <p:spPr>
          <a:xfrm>
            <a:off x="966136" y="1561458"/>
            <a:ext cx="2243649" cy="360586"/>
          </a:xfrm>
          <a:prstGeom prst="rect">
            <a:avLst/>
          </a:prstGeom>
          <a:solidFill>
            <a:srgbClr val="1F4E79"/>
          </a:solidFill>
          <a:ln w="6350">
            <a:solidFill>
              <a:srgbClr val="1F4E79"/>
            </a:solidFill>
            <a:prstDash val="solid"/>
          </a:ln>
        </p:spPr>
      </p:sp>
      <p:sp>
        <p:nvSpPr>
          <p:cNvPr id="31" name="Obj [o926]"/>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pasa</a:t>
            </a:r>
            <a:endParaRPr lang="en-US" sz="1350" dirty="0"/>
          </a:p>
        </p:txBody>
      </p:sp>
      <p:sp>
        <p:nvSpPr>
          <p:cNvPr id="32" name="Obj [o927]"/>
          <p:cNvSpPr/>
          <p:nvPr/>
        </p:nvSpPr>
        <p:spPr>
          <a:xfrm>
            <a:off x="966136" y="1922045"/>
            <a:ext cx="2243649" cy="2163519"/>
          </a:xfrm>
          <a:prstGeom prst="rect">
            <a:avLst/>
          </a:prstGeom>
          <a:solidFill>
            <a:srgbClr val="FFFFFF"/>
          </a:solidFill>
          <a:ln w="16694">
            <a:solidFill>
              <a:srgbClr val="1F4E79"/>
            </a:solidFill>
            <a:prstDash val="solid"/>
          </a:ln>
        </p:spPr>
      </p:sp>
      <p:sp>
        <p:nvSpPr>
          <p:cNvPr id="33" name="Obj [o928]"/>
          <p:cNvSpPr txBox="1"/>
          <p:nvPr/>
        </p:nvSpPr>
        <p:spPr>
          <a:xfrm>
            <a:off x="106229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170" dirty="0"/>
          </a:p>
        </p:txBody>
      </p:sp>
      <p:sp>
        <p:nvSpPr>
          <p:cNvPr id="34" name="Obj [o929]"/>
          <p:cNvSpPr/>
          <p:nvPr/>
        </p:nvSpPr>
        <p:spPr>
          <a:xfrm>
            <a:off x="3450176" y="1561458"/>
            <a:ext cx="2243649" cy="360586"/>
          </a:xfrm>
          <a:prstGeom prst="rect">
            <a:avLst/>
          </a:prstGeom>
          <a:solidFill>
            <a:srgbClr val="C55A11"/>
          </a:solidFill>
          <a:ln w="6350">
            <a:solidFill>
              <a:srgbClr val="C55A11"/>
            </a:solidFill>
            <a:prstDash val="solid"/>
          </a:ln>
        </p:spPr>
      </p:sp>
      <p:sp>
        <p:nvSpPr>
          <p:cNvPr id="35" name="Obj [o930]"/>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Por qué importa</a:t>
            </a:r>
            <a:endParaRPr lang="en-US" sz="1350" dirty="0"/>
          </a:p>
        </p:txBody>
      </p:sp>
      <p:sp>
        <p:nvSpPr>
          <p:cNvPr id="36" name="Obj [o931]"/>
          <p:cNvSpPr/>
          <p:nvPr/>
        </p:nvSpPr>
        <p:spPr>
          <a:xfrm>
            <a:off x="3450176" y="1922045"/>
            <a:ext cx="2243649" cy="2163519"/>
          </a:xfrm>
          <a:prstGeom prst="rect">
            <a:avLst/>
          </a:prstGeom>
          <a:solidFill>
            <a:srgbClr val="FFFFFF"/>
          </a:solidFill>
          <a:ln w="16694">
            <a:solidFill>
              <a:srgbClr val="C55A11"/>
            </a:solidFill>
            <a:prstDash val="solid"/>
          </a:ln>
        </p:spPr>
      </p:sp>
      <p:sp>
        <p:nvSpPr>
          <p:cNvPr id="37" name="Obj [o932]"/>
          <p:cNvSpPr txBox="1"/>
          <p:nvPr/>
        </p:nvSpPr>
        <p:spPr>
          <a:xfrm>
            <a:off x="354633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170" dirty="0"/>
          </a:p>
        </p:txBody>
      </p:sp>
      <p:sp>
        <p:nvSpPr>
          <p:cNvPr id="38" name="Obj [o933]"/>
          <p:cNvSpPr/>
          <p:nvPr/>
        </p:nvSpPr>
        <p:spPr>
          <a:xfrm>
            <a:off x="5934215" y="1561458"/>
            <a:ext cx="2243649" cy="360586"/>
          </a:xfrm>
          <a:prstGeom prst="rect">
            <a:avLst/>
          </a:prstGeom>
          <a:solidFill>
            <a:srgbClr val="2E75B6"/>
          </a:solidFill>
          <a:ln w="6350">
            <a:solidFill>
              <a:srgbClr val="2E75B6"/>
            </a:solidFill>
            <a:prstDash val="solid"/>
          </a:ln>
        </p:spPr>
      </p:sp>
      <p:sp>
        <p:nvSpPr>
          <p:cNvPr id="39" name="Obj [o934]"/>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Corrección pendiente</a:t>
            </a:r>
            <a:endParaRPr lang="en-US" sz="1350" dirty="0"/>
          </a:p>
        </p:txBody>
      </p:sp>
      <p:sp>
        <p:nvSpPr>
          <p:cNvPr id="40" name="Obj [o935]"/>
          <p:cNvSpPr/>
          <p:nvPr/>
        </p:nvSpPr>
        <p:spPr>
          <a:xfrm>
            <a:off x="5934215" y="1922045"/>
            <a:ext cx="2243649" cy="2163519"/>
          </a:xfrm>
          <a:prstGeom prst="rect">
            <a:avLst/>
          </a:prstGeom>
          <a:solidFill>
            <a:srgbClr val="FFFFFF"/>
          </a:solidFill>
          <a:ln w="16694">
            <a:solidFill>
              <a:srgbClr val="2E75B6"/>
            </a:solidFill>
            <a:prstDash val="solid"/>
          </a:ln>
        </p:spPr>
      </p:sp>
      <p:sp>
        <p:nvSpPr>
          <p:cNvPr id="41" name="Obj [o936]"/>
          <p:cNvSpPr txBox="1"/>
          <p:nvPr/>
        </p:nvSpPr>
        <p:spPr>
          <a:xfrm>
            <a:off x="603037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170" dirty="0"/>
          </a:p>
        </p:txBody>
      </p:sp>
      <p:sp>
        <p:nvSpPr>
          <p:cNvPr id="42" name="Obj [o937]"/>
          <p:cNvSpPr/>
          <p:nvPr/>
        </p:nvSpPr>
        <p:spPr>
          <a:xfrm>
            <a:off x="966136" y="4165694"/>
            <a:ext cx="7211728" cy="360586"/>
          </a:xfrm>
          <a:prstGeom prst="rect">
            <a:avLst/>
          </a:prstGeom>
          <a:solidFill>
            <a:srgbClr val="EAF1F8"/>
          </a:solidFill>
          <a:ln w="6350">
            <a:solidFill>
              <a:srgbClr val="EAF1F8"/>
            </a:solidFill>
            <a:prstDash val="solid"/>
          </a:ln>
        </p:spPr>
      </p:sp>
      <p:sp>
        <p:nvSpPr>
          <p:cNvPr id="43" name="Obj [o938]"/>
          <p:cNvSpPr txBox="1"/>
          <p:nvPr/>
        </p:nvSpPr>
        <p:spPr>
          <a:xfrm>
            <a:off x="1086331" y="4165694"/>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260" dirty="0"/>
          </a:p>
        </p:txBody>
      </p:sp>
      <p:sp>
        <p:nvSpPr>
          <p:cNvPr id="44" name="Obj [o93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08_trabajos_futuros.tex (sincronización). No figura en el resumen firmado.</a:t>
            </a:r>
            <a:endParaRPr lang="en-US" sz="800" dirty="0"/>
          </a:p>
        </p:txBody>
      </p:sp>
      <p:sp>
        <p:nvSpPr>
          <p:cNvPr id="4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22" presetClass="entr" presetSubtype="8" fill="hold"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50"/>
                                        <p:tgtEl>
                                          <p:spTgt spid="6"/>
                                        </p:tgtEl>
                                      </p:cBhvr>
                                    </p:animEffect>
                                  </p:childTnLst>
                                </p:cTn>
                              </p:par>
                              <p:par>
                                <p:cTn id="11" presetID="22" presetClass="entr" presetSubtype="8" fill="hold" nodeType="withEffect">
                                  <p:stCondLst>
                                    <p:cond delay="205"/>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50"/>
                                        <p:tgtEl>
                                          <p:spTgt spid="4"/>
                                        </p:tgtEl>
                                      </p:cBhvr>
                                    </p:animEffect>
                                  </p:childTnLst>
                                </p:cTn>
                              </p:par>
                              <p:par>
                                <p:cTn id="14" presetID="10" presetClass="entr" presetSubtype="0" fill="hold"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25"/>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175"/>
                                        <p:tgtEl>
                                          <p:spTgt spid="3"/>
                                        </p:tgtEl>
                                      </p:cBhvr>
                                    </p:animEffect>
                                    <p:set>
                                      <p:cBhvr>
                                        <p:cTn id="21" dur="1" fill="hold">
                                          <p:stCondLst>
                                            <p:cond delay="174"/>
                                          </p:stCondLst>
                                        </p:cTn>
                                        <p:tgtEl>
                                          <p:spTgt spid="3"/>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175"/>
                                        <p:tgtEl>
                                          <p:spTgt spid="4"/>
                                        </p:tgtEl>
                                      </p:cBhvr>
                                    </p:animEffect>
                                    <p:set>
                                      <p:cBhvr>
                                        <p:cTn id="24" dur="1" fill="hold">
                                          <p:stCondLst>
                                            <p:cond delay="174"/>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175"/>
                                        <p:tgtEl>
                                          <p:spTgt spid="6"/>
                                        </p:tgtEl>
                                      </p:cBhvr>
                                    </p:animEffect>
                                    <p:set>
                                      <p:cBhvr>
                                        <p:cTn id="27" dur="1" fill="hold">
                                          <p:stCondLst>
                                            <p:cond delay="174"/>
                                          </p:stCondLst>
                                        </p:cTn>
                                        <p:tgtEl>
                                          <p:spTgt spid="6"/>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175"/>
                                        <p:tgtEl>
                                          <p:spTgt spid="7"/>
                                        </p:tgtEl>
                                      </p:cBhvr>
                                    </p:animEffect>
                                    <p:set>
                                      <p:cBhvr>
                                        <p:cTn id="30" dur="1" fill="hold">
                                          <p:stCondLst>
                                            <p:cond delay="174"/>
                                          </p:stCondLst>
                                        </p:cTn>
                                        <p:tgtEl>
                                          <p:spTgt spid="7"/>
                                        </p:tgtEl>
                                        <p:attrNameLst>
                                          <p:attrName>style.visibility</p:attrName>
                                        </p:attrNameLst>
                                      </p:cBhvr>
                                      <p:to>
                                        <p:strVal val="hidden"/>
                                      </p:to>
                                    </p:set>
                                  </p:childTnLst>
                                </p:cTn>
                              </p:par>
                              <p:par>
                                <p:cTn id="31" presetID="10" presetClass="entr" presetSubtype="0" fill="hold" nodeType="withEffect">
                                  <p:stCondLst>
                                    <p:cond delay="225"/>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225"/>
                                        <p:tgtEl>
                                          <p:spTgt spid="8"/>
                                        </p:tgtEl>
                                      </p:cBhvr>
                                    </p:animEffect>
                                  </p:childTnLst>
                                </p:cTn>
                              </p:par>
                              <p:par>
                                <p:cTn id="34" presetID="22" presetClass="entr" presetSubtype="8" fill="hold" nodeType="withEffect">
                                  <p:stCondLst>
                                    <p:cond delay="26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250"/>
                                        <p:tgtEl>
                                          <p:spTgt spid="9"/>
                                        </p:tgtEl>
                                      </p:cBhvr>
                                    </p:animEffect>
                                  </p:childTnLst>
                                </p:cTn>
                              </p:par>
                              <p:par>
                                <p:cTn id="37" presetID="10" presetClass="entr" presetSubtype="0" fill="hold" nodeType="withEffect">
                                  <p:stCondLst>
                                    <p:cond delay="29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225"/>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175"/>
                                        <p:tgtEl>
                                          <p:spTgt spid="8"/>
                                        </p:tgtEl>
                                      </p:cBhvr>
                                    </p:animEffect>
                                    <p:set>
                                      <p:cBhvr>
                                        <p:cTn id="44" dur="1" fill="hold">
                                          <p:stCondLst>
                                            <p:cond delay="174"/>
                                          </p:stCondLst>
                                        </p:cTn>
                                        <p:tgtEl>
                                          <p:spTgt spid="8"/>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75"/>
                                        <p:tgtEl>
                                          <p:spTgt spid="9"/>
                                        </p:tgtEl>
                                      </p:cBhvr>
                                    </p:animEffect>
                                    <p:set>
                                      <p:cBhvr>
                                        <p:cTn id="47" dur="1" fill="hold">
                                          <p:stCondLst>
                                            <p:cond delay="174"/>
                                          </p:stCondLst>
                                        </p:cTn>
                                        <p:tgtEl>
                                          <p:spTgt spid="9"/>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75"/>
                                        <p:tgtEl>
                                          <p:spTgt spid="11"/>
                                        </p:tgtEl>
                                      </p:cBhvr>
                                    </p:animEffect>
                                    <p:set>
                                      <p:cBhvr>
                                        <p:cTn id="50" dur="1" fill="hold">
                                          <p:stCondLst>
                                            <p:cond delay="174"/>
                                          </p:stCondLst>
                                        </p:cTn>
                                        <p:tgtEl>
                                          <p:spTgt spid="11"/>
                                        </p:tgtEl>
                                        <p:attrNameLst>
                                          <p:attrName>style.visibility</p:attrName>
                                        </p:attrNameLst>
                                      </p:cBhvr>
                                      <p:to>
                                        <p:strVal val="hidden"/>
                                      </p:to>
                                    </p:set>
                                  </p:childTnLst>
                                </p:cTn>
                              </p:par>
                              <p:par>
                                <p:cTn id="51" presetID="10" presetClass="entr" presetSubtype="0" fill="hold" nodeType="withEffect">
                                  <p:stCondLst>
                                    <p:cond delay="225"/>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225"/>
                                        <p:tgtEl>
                                          <p:spTgt spid="12"/>
                                        </p:tgtEl>
                                      </p:cBhvr>
                                    </p:animEffect>
                                  </p:childTnLst>
                                </p:cTn>
                              </p:par>
                              <p:par>
                                <p:cTn id="54" presetID="10" presetClass="entr" presetSubtype="0" fill="hold" nodeType="withEffect">
                                  <p:stCondLst>
                                    <p:cond delay="26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225"/>
                                        <p:tgtEl>
                                          <p:spTgt spid="13"/>
                                        </p:tgtEl>
                                      </p:cBhvr>
                                    </p:animEffect>
                                  </p:childTnLst>
                                </p:cTn>
                              </p:par>
                              <p:par>
                                <p:cTn id="57" presetID="22" presetClass="entr" presetSubtype="8" fill="hold" nodeType="withEffect">
                                  <p:stCondLst>
                                    <p:cond delay="295"/>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250"/>
                                        <p:tgtEl>
                                          <p:spTgt spid="14"/>
                                        </p:tgtEl>
                                      </p:cBhvr>
                                    </p:animEffect>
                                  </p:childTnLst>
                                </p:cTn>
                              </p:par>
                              <p:par>
                                <p:cTn id="60" presetID="10" presetClass="entr" presetSubtype="0" fill="hold" nodeType="withEffect">
                                  <p:stCondLst>
                                    <p:cond delay="33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225"/>
                                        <p:tgtEl>
                                          <p:spTgt spid="15"/>
                                        </p:tgtEl>
                                      </p:cBhvr>
                                    </p:animEffect>
                                  </p:childTnLst>
                                </p:cTn>
                              </p:par>
                              <p:par>
                                <p:cTn id="63" presetID="22" presetClass="entr" presetSubtype="8" fill="hold" nodeType="withEffect">
                                  <p:stCondLst>
                                    <p:cond delay="365"/>
                                  </p:stCondLst>
                                  <p:childTnLst>
                                    <p:set>
                                      <p:cBhvr>
                                        <p:cTn id="64" dur="1" fill="hold">
                                          <p:stCondLst>
                                            <p:cond delay="0"/>
                                          </p:stCondLst>
                                        </p:cTn>
                                        <p:tgtEl>
                                          <p:spTgt spid="16"/>
                                        </p:tgtEl>
                                        <p:attrNameLst>
                                          <p:attrName>style.visibility</p:attrName>
                                        </p:attrNameLst>
                                      </p:cBhvr>
                                      <p:to>
                                        <p:strVal val="visible"/>
                                      </p:to>
                                    </p:set>
                                    <p:animEffect transition="in" filter="wipe(left)">
                                      <p:cBhvr>
                                        <p:cTn id="65" dur="250"/>
                                        <p:tgtEl>
                                          <p:spTgt spid="16"/>
                                        </p:tgtEl>
                                      </p:cBhvr>
                                    </p:animEffect>
                                  </p:childTnLst>
                                </p:cTn>
                              </p:par>
                              <p:par>
                                <p:cTn id="66" presetID="10" presetClass="entr" presetSubtype="0" fill="hold" nodeType="withEffect">
                                  <p:stCondLst>
                                    <p:cond delay="40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225"/>
                                        <p:tgtEl>
                                          <p:spTgt spid="17"/>
                                        </p:tgtEl>
                                      </p:cBhvr>
                                    </p:animEffect>
                                  </p:childTnLst>
                                </p:cTn>
                              </p:par>
                              <p:par>
                                <p:cTn id="69" presetID="22" presetClass="entr" presetSubtype="8" fill="hold" nodeType="withEffect">
                                  <p:stCondLst>
                                    <p:cond delay="435"/>
                                  </p:stCondLst>
                                  <p:childTnLst>
                                    <p:set>
                                      <p:cBhvr>
                                        <p:cTn id="70" dur="1" fill="hold">
                                          <p:stCondLst>
                                            <p:cond delay="0"/>
                                          </p:stCondLst>
                                        </p:cTn>
                                        <p:tgtEl>
                                          <p:spTgt spid="18"/>
                                        </p:tgtEl>
                                        <p:attrNameLst>
                                          <p:attrName>style.visibility</p:attrName>
                                        </p:attrNameLst>
                                      </p:cBhvr>
                                      <p:to>
                                        <p:strVal val="visible"/>
                                      </p:to>
                                    </p:set>
                                    <p:animEffect transition="in" filter="wipe(left)">
                                      <p:cBhvr>
                                        <p:cTn id="71" dur="250"/>
                                        <p:tgtEl>
                                          <p:spTgt spid="18"/>
                                        </p:tgtEl>
                                      </p:cBhvr>
                                    </p:animEffect>
                                  </p:childTnLst>
                                </p:cTn>
                              </p:par>
                              <p:par>
                                <p:cTn id="72" presetID="10" presetClass="entr" presetSubtype="0" fill="hold" nodeType="withEffect">
                                  <p:stCondLst>
                                    <p:cond delay="47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5"/>
                                        <p:tgtEl>
                                          <p:spTgt spid="19"/>
                                        </p:tgtEl>
                                      </p:cBhvr>
                                    </p:animEffect>
                                  </p:childTnLst>
                                </p:cTn>
                              </p:par>
                              <p:par>
                                <p:cTn id="75" presetID="22" presetClass="entr" presetSubtype="8" fill="hold" nodeType="withEffect">
                                  <p:stCondLst>
                                    <p:cond delay="505"/>
                                  </p:stCondLst>
                                  <p:childTnLst>
                                    <p:set>
                                      <p:cBhvr>
                                        <p:cTn id="76" dur="1" fill="hold">
                                          <p:stCondLst>
                                            <p:cond delay="0"/>
                                          </p:stCondLst>
                                        </p:cTn>
                                        <p:tgtEl>
                                          <p:spTgt spid="20"/>
                                        </p:tgtEl>
                                        <p:attrNameLst>
                                          <p:attrName>style.visibility</p:attrName>
                                        </p:attrNameLst>
                                      </p:cBhvr>
                                      <p:to>
                                        <p:strVal val="visible"/>
                                      </p:to>
                                    </p:set>
                                    <p:animEffect transition="in" filter="wipe(left)">
                                      <p:cBhvr>
                                        <p:cTn id="77" dur="250"/>
                                        <p:tgtEl>
                                          <p:spTgt spid="20"/>
                                        </p:tgtEl>
                                      </p:cBhvr>
                                    </p:animEffect>
                                  </p:childTnLst>
                                </p:cTn>
                              </p:par>
                              <p:par>
                                <p:cTn id="78" presetID="10" presetClass="entr" presetSubtype="0" fill="hold" nodeType="withEffect">
                                  <p:stCondLst>
                                    <p:cond delay="54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225"/>
                                        <p:tgtEl>
                                          <p:spTgt spid="21"/>
                                        </p:tgtEl>
                                      </p:cBhvr>
                                    </p:animEffect>
                                  </p:childTnLst>
                                </p:cTn>
                              </p:par>
                              <p:par>
                                <p:cTn id="81" presetID="22" presetClass="entr" presetSubtype="8" fill="hold" nodeType="withEffect">
                                  <p:stCondLst>
                                    <p:cond delay="575"/>
                                  </p:stCondLst>
                                  <p:childTnLst>
                                    <p:set>
                                      <p:cBhvr>
                                        <p:cTn id="82" dur="1" fill="hold">
                                          <p:stCondLst>
                                            <p:cond delay="0"/>
                                          </p:stCondLst>
                                        </p:cTn>
                                        <p:tgtEl>
                                          <p:spTgt spid="22"/>
                                        </p:tgtEl>
                                        <p:attrNameLst>
                                          <p:attrName>style.visibility</p:attrName>
                                        </p:attrNameLst>
                                      </p:cBhvr>
                                      <p:to>
                                        <p:strVal val="visible"/>
                                      </p:to>
                                    </p:set>
                                    <p:animEffect transition="in" filter="wipe(left)">
                                      <p:cBhvr>
                                        <p:cTn id="83" dur="250"/>
                                        <p:tgtEl>
                                          <p:spTgt spid="22"/>
                                        </p:tgtEl>
                                      </p:cBhvr>
                                    </p:animEffect>
                                  </p:childTnLst>
                                </p:cTn>
                              </p:par>
                              <p:par>
                                <p:cTn id="84" presetID="10" presetClass="entr" presetSubtype="0" fill="hold" nodeType="withEffect">
                                  <p:stCondLst>
                                    <p:cond delay="61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225"/>
                                        <p:tgtEl>
                                          <p:spTgt spid="23"/>
                                        </p:tgtEl>
                                      </p:cBhvr>
                                    </p:animEffect>
                                  </p:childTnLst>
                                </p:cTn>
                              </p:par>
                              <p:par>
                                <p:cTn id="87" presetID="22" presetClass="entr" presetSubtype="8" fill="hold" nodeType="withEffect">
                                  <p:stCondLst>
                                    <p:cond delay="645"/>
                                  </p:stCondLst>
                                  <p:childTnLst>
                                    <p:set>
                                      <p:cBhvr>
                                        <p:cTn id="88" dur="1" fill="hold">
                                          <p:stCondLst>
                                            <p:cond delay="0"/>
                                          </p:stCondLst>
                                        </p:cTn>
                                        <p:tgtEl>
                                          <p:spTgt spid="24"/>
                                        </p:tgtEl>
                                        <p:attrNameLst>
                                          <p:attrName>style.visibility</p:attrName>
                                        </p:attrNameLst>
                                      </p:cBhvr>
                                      <p:to>
                                        <p:strVal val="visible"/>
                                      </p:to>
                                    </p:set>
                                    <p:animEffect transition="in" filter="wipe(left)">
                                      <p:cBhvr>
                                        <p:cTn id="89" dur="250"/>
                                        <p:tgtEl>
                                          <p:spTgt spid="24"/>
                                        </p:tgtEl>
                                      </p:cBhvr>
                                    </p:animEffect>
                                  </p:childTnLst>
                                </p:cTn>
                              </p:par>
                              <p:par>
                                <p:cTn id="90" presetID="22" presetClass="entr" presetSubtype="8" fill="hold" nodeType="withEffect">
                                  <p:stCondLst>
                                    <p:cond delay="680"/>
                                  </p:stCondLst>
                                  <p:childTnLst>
                                    <p:set>
                                      <p:cBhvr>
                                        <p:cTn id="91" dur="1" fill="hold">
                                          <p:stCondLst>
                                            <p:cond delay="0"/>
                                          </p:stCondLst>
                                        </p:cTn>
                                        <p:tgtEl>
                                          <p:spTgt spid="25"/>
                                        </p:tgtEl>
                                        <p:attrNameLst>
                                          <p:attrName>style.visibility</p:attrName>
                                        </p:attrNameLst>
                                      </p:cBhvr>
                                      <p:to>
                                        <p:strVal val="visible"/>
                                      </p:to>
                                    </p:set>
                                    <p:animEffect transition="in" filter="wipe(left)">
                                      <p:cBhvr>
                                        <p:cTn id="92" dur="250"/>
                                        <p:tgtEl>
                                          <p:spTgt spid="25"/>
                                        </p:tgtEl>
                                      </p:cBhvr>
                                    </p:animEffect>
                                  </p:childTnLst>
                                </p:cTn>
                              </p:par>
                              <p:par>
                                <p:cTn id="93" presetID="10" presetClass="entr" presetSubtype="0" fill="hold" nodeType="withEffect">
                                  <p:stCondLst>
                                    <p:cond delay="715"/>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225"/>
                                        <p:tgtEl>
                                          <p:spTgt spid="26"/>
                                        </p:tgtEl>
                                      </p:cBhvr>
                                    </p:animEffect>
                                  </p:childTnLst>
                                </p:cTn>
                              </p:par>
                              <p:par>
                                <p:cTn id="96" presetID="22" presetClass="entr" presetSubtype="8" fill="hold" nodeType="withEffect">
                                  <p:stCondLst>
                                    <p:cond delay="740"/>
                                  </p:stCondLst>
                                  <p:childTnLst>
                                    <p:set>
                                      <p:cBhvr>
                                        <p:cTn id="97" dur="1" fill="hold">
                                          <p:stCondLst>
                                            <p:cond delay="0"/>
                                          </p:stCondLst>
                                        </p:cTn>
                                        <p:tgtEl>
                                          <p:spTgt spid="27"/>
                                        </p:tgtEl>
                                        <p:attrNameLst>
                                          <p:attrName>style.visibility</p:attrName>
                                        </p:attrNameLst>
                                      </p:cBhvr>
                                      <p:to>
                                        <p:strVal val="visible"/>
                                      </p:to>
                                    </p:set>
                                    <p:animEffect transition="in" filter="wipe(left)">
                                      <p:cBhvr>
                                        <p:cTn id="98" dur="250"/>
                                        <p:tgtEl>
                                          <p:spTgt spid="27"/>
                                        </p:tgtEl>
                                      </p:cBhvr>
                                    </p:animEffect>
                                  </p:childTnLst>
                                </p:cTn>
                              </p:par>
                              <p:par>
                                <p:cTn id="99" presetID="10" presetClass="entr" presetSubtype="0" fill="hold" nodeType="withEffect">
                                  <p:stCondLst>
                                    <p:cond delay="29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225"/>
                                        <p:tgtEl>
                                          <p:spTgt spid="2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175"/>
                                        <p:tgtEl>
                                          <p:spTgt spid="12"/>
                                        </p:tgtEl>
                                      </p:cBhvr>
                                    </p:animEffect>
                                    <p:set>
                                      <p:cBhvr>
                                        <p:cTn id="106" dur="1" fill="hold">
                                          <p:stCondLst>
                                            <p:cond delay="174"/>
                                          </p:stCondLst>
                                        </p:cTn>
                                        <p:tgtEl>
                                          <p:spTgt spid="12"/>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175"/>
                                        <p:tgtEl>
                                          <p:spTgt spid="13"/>
                                        </p:tgtEl>
                                      </p:cBhvr>
                                    </p:animEffect>
                                    <p:set>
                                      <p:cBhvr>
                                        <p:cTn id="109" dur="1" fill="hold">
                                          <p:stCondLst>
                                            <p:cond delay="174"/>
                                          </p:stCondLst>
                                        </p:cTn>
                                        <p:tgtEl>
                                          <p:spTgt spid="13"/>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175"/>
                                        <p:tgtEl>
                                          <p:spTgt spid="14"/>
                                        </p:tgtEl>
                                      </p:cBhvr>
                                    </p:animEffect>
                                    <p:set>
                                      <p:cBhvr>
                                        <p:cTn id="112" dur="1" fill="hold">
                                          <p:stCondLst>
                                            <p:cond delay="174"/>
                                          </p:stCondLst>
                                        </p:cTn>
                                        <p:tgtEl>
                                          <p:spTgt spid="14"/>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175"/>
                                        <p:tgtEl>
                                          <p:spTgt spid="15"/>
                                        </p:tgtEl>
                                      </p:cBhvr>
                                    </p:animEffect>
                                    <p:set>
                                      <p:cBhvr>
                                        <p:cTn id="115" dur="1" fill="hold">
                                          <p:stCondLst>
                                            <p:cond delay="174"/>
                                          </p:stCondLst>
                                        </p:cTn>
                                        <p:tgtEl>
                                          <p:spTgt spid="15"/>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175"/>
                                        <p:tgtEl>
                                          <p:spTgt spid="16"/>
                                        </p:tgtEl>
                                      </p:cBhvr>
                                    </p:animEffect>
                                    <p:set>
                                      <p:cBhvr>
                                        <p:cTn id="118" dur="1" fill="hold">
                                          <p:stCondLst>
                                            <p:cond delay="174"/>
                                          </p:stCondLst>
                                        </p:cTn>
                                        <p:tgtEl>
                                          <p:spTgt spid="16"/>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175"/>
                                        <p:tgtEl>
                                          <p:spTgt spid="17"/>
                                        </p:tgtEl>
                                      </p:cBhvr>
                                    </p:animEffect>
                                    <p:set>
                                      <p:cBhvr>
                                        <p:cTn id="121" dur="1" fill="hold">
                                          <p:stCondLst>
                                            <p:cond delay="174"/>
                                          </p:stCondLst>
                                        </p:cTn>
                                        <p:tgtEl>
                                          <p:spTgt spid="17"/>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175"/>
                                        <p:tgtEl>
                                          <p:spTgt spid="18"/>
                                        </p:tgtEl>
                                      </p:cBhvr>
                                    </p:animEffect>
                                    <p:set>
                                      <p:cBhvr>
                                        <p:cTn id="124" dur="1" fill="hold">
                                          <p:stCondLst>
                                            <p:cond delay="174"/>
                                          </p:stCondLst>
                                        </p:cTn>
                                        <p:tgtEl>
                                          <p:spTgt spid="18"/>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175"/>
                                        <p:tgtEl>
                                          <p:spTgt spid="19"/>
                                        </p:tgtEl>
                                      </p:cBhvr>
                                    </p:animEffect>
                                    <p:set>
                                      <p:cBhvr>
                                        <p:cTn id="127" dur="1" fill="hold">
                                          <p:stCondLst>
                                            <p:cond delay="174"/>
                                          </p:stCondLst>
                                        </p:cTn>
                                        <p:tgtEl>
                                          <p:spTgt spid="19"/>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175"/>
                                        <p:tgtEl>
                                          <p:spTgt spid="20"/>
                                        </p:tgtEl>
                                      </p:cBhvr>
                                    </p:animEffect>
                                    <p:set>
                                      <p:cBhvr>
                                        <p:cTn id="130" dur="1" fill="hold">
                                          <p:stCondLst>
                                            <p:cond delay="174"/>
                                          </p:stCondLst>
                                        </p:cTn>
                                        <p:tgtEl>
                                          <p:spTgt spid="20"/>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175"/>
                                        <p:tgtEl>
                                          <p:spTgt spid="21"/>
                                        </p:tgtEl>
                                      </p:cBhvr>
                                    </p:animEffect>
                                    <p:set>
                                      <p:cBhvr>
                                        <p:cTn id="133" dur="1" fill="hold">
                                          <p:stCondLst>
                                            <p:cond delay="174"/>
                                          </p:stCondLst>
                                        </p:cTn>
                                        <p:tgtEl>
                                          <p:spTgt spid="21"/>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175"/>
                                        <p:tgtEl>
                                          <p:spTgt spid="22"/>
                                        </p:tgtEl>
                                      </p:cBhvr>
                                    </p:animEffect>
                                    <p:set>
                                      <p:cBhvr>
                                        <p:cTn id="136" dur="1" fill="hold">
                                          <p:stCondLst>
                                            <p:cond delay="174"/>
                                          </p:stCondLst>
                                        </p:cTn>
                                        <p:tgtEl>
                                          <p:spTgt spid="22"/>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175"/>
                                        <p:tgtEl>
                                          <p:spTgt spid="23"/>
                                        </p:tgtEl>
                                      </p:cBhvr>
                                    </p:animEffect>
                                    <p:set>
                                      <p:cBhvr>
                                        <p:cTn id="139" dur="1" fill="hold">
                                          <p:stCondLst>
                                            <p:cond delay="174"/>
                                          </p:stCondLst>
                                        </p:cTn>
                                        <p:tgtEl>
                                          <p:spTgt spid="23"/>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175"/>
                                        <p:tgtEl>
                                          <p:spTgt spid="24"/>
                                        </p:tgtEl>
                                      </p:cBhvr>
                                    </p:animEffect>
                                    <p:set>
                                      <p:cBhvr>
                                        <p:cTn id="142" dur="1" fill="hold">
                                          <p:stCondLst>
                                            <p:cond delay="174"/>
                                          </p:stCondLst>
                                        </p:cTn>
                                        <p:tgtEl>
                                          <p:spTgt spid="24"/>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175"/>
                                        <p:tgtEl>
                                          <p:spTgt spid="25"/>
                                        </p:tgtEl>
                                      </p:cBhvr>
                                    </p:animEffect>
                                    <p:set>
                                      <p:cBhvr>
                                        <p:cTn id="145" dur="1" fill="hold">
                                          <p:stCondLst>
                                            <p:cond delay="174"/>
                                          </p:stCondLst>
                                        </p:cTn>
                                        <p:tgtEl>
                                          <p:spTgt spid="25"/>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175"/>
                                        <p:tgtEl>
                                          <p:spTgt spid="26"/>
                                        </p:tgtEl>
                                      </p:cBhvr>
                                    </p:animEffect>
                                    <p:set>
                                      <p:cBhvr>
                                        <p:cTn id="148" dur="1" fill="hold">
                                          <p:stCondLst>
                                            <p:cond delay="174"/>
                                          </p:stCondLst>
                                        </p:cTn>
                                        <p:tgtEl>
                                          <p:spTgt spid="26"/>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175"/>
                                        <p:tgtEl>
                                          <p:spTgt spid="27"/>
                                        </p:tgtEl>
                                      </p:cBhvr>
                                    </p:animEffect>
                                    <p:set>
                                      <p:cBhvr>
                                        <p:cTn id="151" dur="1" fill="hold">
                                          <p:stCondLst>
                                            <p:cond delay="174"/>
                                          </p:stCondLst>
                                        </p:cTn>
                                        <p:tgtEl>
                                          <p:spTgt spid="27"/>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175"/>
                                        <p:tgtEl>
                                          <p:spTgt spid="28"/>
                                        </p:tgtEl>
                                      </p:cBhvr>
                                    </p:animEffect>
                                    <p:set>
                                      <p:cBhvr>
                                        <p:cTn id="154" dur="1" fill="hold">
                                          <p:stCondLst>
                                            <p:cond delay="174"/>
                                          </p:stCondLst>
                                        </p:cTn>
                                        <p:tgtEl>
                                          <p:spTgt spid="28"/>
                                        </p:tgtEl>
                                        <p:attrNameLst>
                                          <p:attrName>style.visibility</p:attrName>
                                        </p:attrNameLst>
                                      </p:cBhvr>
                                      <p:to>
                                        <p:strVal val="hidden"/>
                                      </p:to>
                                    </p:set>
                                  </p:childTnLst>
                                </p:cTn>
                              </p:par>
                              <p:par>
                                <p:cTn id="155" presetID="10" presetClass="entr" presetSubtype="0" fill="hold" nodeType="withEffect">
                                  <p:stCondLst>
                                    <p:cond delay="225"/>
                                  </p:stCondLst>
                                  <p:childTnLst>
                                    <p:set>
                                      <p:cBhvr>
                                        <p:cTn id="156" dur="1" fill="hold">
                                          <p:stCondLst>
                                            <p:cond delay="0"/>
                                          </p:stCondLst>
                                        </p:cTn>
                                        <p:tgtEl>
                                          <p:spTgt spid="29"/>
                                        </p:tgtEl>
                                        <p:attrNameLst>
                                          <p:attrName>style.visibility</p:attrName>
                                        </p:attrNameLst>
                                      </p:cBhvr>
                                      <p:to>
                                        <p:strVal val="visible"/>
                                      </p:to>
                                    </p:set>
                                    <p:animEffect transition="in" filter="fade">
                                      <p:cBhvr>
                                        <p:cTn id="157" dur="225"/>
                                        <p:tgtEl>
                                          <p:spTgt spid="29"/>
                                        </p:tgtEl>
                                      </p:cBhvr>
                                    </p:animEffect>
                                  </p:childTnLst>
                                </p:cTn>
                              </p:par>
                              <p:par>
                                <p:cTn id="158" presetID="10" presetClass="entr" presetSubtype="0" fill="hold" nodeType="withEffect">
                                  <p:stCondLst>
                                    <p:cond delay="260"/>
                                  </p:stCondLst>
                                  <p:childTnLst>
                                    <p:set>
                                      <p:cBhvr>
                                        <p:cTn id="159" dur="1" fill="hold">
                                          <p:stCondLst>
                                            <p:cond delay="0"/>
                                          </p:stCondLst>
                                        </p:cTn>
                                        <p:tgtEl>
                                          <p:spTgt spid="30"/>
                                        </p:tgtEl>
                                        <p:attrNameLst>
                                          <p:attrName>style.visibility</p:attrName>
                                        </p:attrNameLst>
                                      </p:cBhvr>
                                      <p:to>
                                        <p:strVal val="visible"/>
                                      </p:to>
                                    </p:set>
                                    <p:animEffect transition="in" filter="fade">
                                      <p:cBhvr>
                                        <p:cTn id="160" dur="225"/>
                                        <p:tgtEl>
                                          <p:spTgt spid="30"/>
                                        </p:tgtEl>
                                      </p:cBhvr>
                                    </p:animEffect>
                                  </p:childTnLst>
                                </p:cTn>
                              </p:par>
                              <p:par>
                                <p:cTn id="161" presetID="22" presetClass="entr" presetSubtype="4" fill="hold" nodeType="withEffect">
                                  <p:stCondLst>
                                    <p:cond delay="295"/>
                                  </p:stCondLst>
                                  <p:childTnLst>
                                    <p:set>
                                      <p:cBhvr>
                                        <p:cTn id="162" dur="1" fill="hold">
                                          <p:stCondLst>
                                            <p:cond delay="0"/>
                                          </p:stCondLst>
                                        </p:cTn>
                                        <p:tgtEl>
                                          <p:spTgt spid="31"/>
                                        </p:tgtEl>
                                        <p:attrNameLst>
                                          <p:attrName>style.visibility</p:attrName>
                                        </p:attrNameLst>
                                      </p:cBhvr>
                                      <p:to>
                                        <p:strVal val="visible"/>
                                      </p:to>
                                    </p:set>
                                    <p:animEffect transition="in" filter="wipe(down)">
                                      <p:cBhvr>
                                        <p:cTn id="163" dur="250"/>
                                        <p:tgtEl>
                                          <p:spTgt spid="31"/>
                                        </p:tgtEl>
                                      </p:cBhvr>
                                    </p:animEffect>
                                  </p:childTnLst>
                                </p:cTn>
                              </p:par>
                              <p:par>
                                <p:cTn id="164" presetID="10" presetClass="entr" presetSubtype="0" fill="hold" nodeType="withEffect">
                                  <p:stCondLst>
                                    <p:cond delay="330"/>
                                  </p:stCondLst>
                                  <p:childTnLst>
                                    <p:set>
                                      <p:cBhvr>
                                        <p:cTn id="165" dur="1" fill="hold">
                                          <p:stCondLst>
                                            <p:cond delay="0"/>
                                          </p:stCondLst>
                                        </p:cTn>
                                        <p:tgtEl>
                                          <p:spTgt spid="32"/>
                                        </p:tgtEl>
                                        <p:attrNameLst>
                                          <p:attrName>style.visibility</p:attrName>
                                        </p:attrNameLst>
                                      </p:cBhvr>
                                      <p:to>
                                        <p:strVal val="visible"/>
                                      </p:to>
                                    </p:set>
                                    <p:animEffect transition="in" filter="fade">
                                      <p:cBhvr>
                                        <p:cTn id="166" dur="225"/>
                                        <p:tgtEl>
                                          <p:spTgt spid="32"/>
                                        </p:tgtEl>
                                      </p:cBhvr>
                                    </p:animEffect>
                                  </p:childTnLst>
                                </p:cTn>
                              </p:par>
                              <p:par>
                                <p:cTn id="167" presetID="22" presetClass="entr" presetSubtype="4" fill="hold" nodeType="withEffect">
                                  <p:stCondLst>
                                    <p:cond delay="365"/>
                                  </p:stCondLst>
                                  <p:childTnLst>
                                    <p:set>
                                      <p:cBhvr>
                                        <p:cTn id="168" dur="1" fill="hold">
                                          <p:stCondLst>
                                            <p:cond delay="0"/>
                                          </p:stCondLst>
                                        </p:cTn>
                                        <p:tgtEl>
                                          <p:spTgt spid="33"/>
                                        </p:tgtEl>
                                        <p:attrNameLst>
                                          <p:attrName>style.visibility</p:attrName>
                                        </p:attrNameLst>
                                      </p:cBhvr>
                                      <p:to>
                                        <p:strVal val="visible"/>
                                      </p:to>
                                    </p:set>
                                    <p:animEffect transition="in" filter="wipe(down)">
                                      <p:cBhvr>
                                        <p:cTn id="169" dur="250"/>
                                        <p:tgtEl>
                                          <p:spTgt spid="33"/>
                                        </p:tgtEl>
                                      </p:cBhvr>
                                    </p:animEffect>
                                  </p:childTnLst>
                                </p:cTn>
                              </p:par>
                              <p:par>
                                <p:cTn id="170" presetID="10" presetClass="entr" presetSubtype="0" fill="hold" nodeType="withEffect">
                                  <p:stCondLst>
                                    <p:cond delay="400"/>
                                  </p:stCondLst>
                                  <p:childTnLst>
                                    <p:set>
                                      <p:cBhvr>
                                        <p:cTn id="171" dur="1" fill="hold">
                                          <p:stCondLst>
                                            <p:cond delay="0"/>
                                          </p:stCondLst>
                                        </p:cTn>
                                        <p:tgtEl>
                                          <p:spTgt spid="34"/>
                                        </p:tgtEl>
                                        <p:attrNameLst>
                                          <p:attrName>style.visibility</p:attrName>
                                        </p:attrNameLst>
                                      </p:cBhvr>
                                      <p:to>
                                        <p:strVal val="visible"/>
                                      </p:to>
                                    </p:set>
                                    <p:animEffect transition="in" filter="fade">
                                      <p:cBhvr>
                                        <p:cTn id="172" dur="225"/>
                                        <p:tgtEl>
                                          <p:spTgt spid="34"/>
                                        </p:tgtEl>
                                      </p:cBhvr>
                                    </p:animEffect>
                                  </p:childTnLst>
                                </p:cTn>
                              </p:par>
                              <p:par>
                                <p:cTn id="173" presetID="22" presetClass="entr" presetSubtype="4" fill="hold" nodeType="withEffect">
                                  <p:stCondLst>
                                    <p:cond delay="435"/>
                                  </p:stCondLst>
                                  <p:childTnLst>
                                    <p:set>
                                      <p:cBhvr>
                                        <p:cTn id="174" dur="1" fill="hold">
                                          <p:stCondLst>
                                            <p:cond delay="0"/>
                                          </p:stCondLst>
                                        </p:cTn>
                                        <p:tgtEl>
                                          <p:spTgt spid="35"/>
                                        </p:tgtEl>
                                        <p:attrNameLst>
                                          <p:attrName>style.visibility</p:attrName>
                                        </p:attrNameLst>
                                      </p:cBhvr>
                                      <p:to>
                                        <p:strVal val="visible"/>
                                      </p:to>
                                    </p:set>
                                    <p:animEffect transition="in" filter="wipe(down)">
                                      <p:cBhvr>
                                        <p:cTn id="175" dur="250"/>
                                        <p:tgtEl>
                                          <p:spTgt spid="35"/>
                                        </p:tgtEl>
                                      </p:cBhvr>
                                    </p:animEffect>
                                  </p:childTnLst>
                                </p:cTn>
                              </p:par>
                              <p:par>
                                <p:cTn id="176" presetID="10" presetClass="entr" presetSubtype="0" fill="hold" nodeType="withEffect">
                                  <p:stCondLst>
                                    <p:cond delay="470"/>
                                  </p:stCondLst>
                                  <p:childTnLst>
                                    <p:set>
                                      <p:cBhvr>
                                        <p:cTn id="177" dur="1" fill="hold">
                                          <p:stCondLst>
                                            <p:cond delay="0"/>
                                          </p:stCondLst>
                                        </p:cTn>
                                        <p:tgtEl>
                                          <p:spTgt spid="36"/>
                                        </p:tgtEl>
                                        <p:attrNameLst>
                                          <p:attrName>style.visibility</p:attrName>
                                        </p:attrNameLst>
                                      </p:cBhvr>
                                      <p:to>
                                        <p:strVal val="visible"/>
                                      </p:to>
                                    </p:set>
                                    <p:animEffect transition="in" filter="fade">
                                      <p:cBhvr>
                                        <p:cTn id="178" dur="225"/>
                                        <p:tgtEl>
                                          <p:spTgt spid="36"/>
                                        </p:tgtEl>
                                      </p:cBhvr>
                                    </p:animEffect>
                                  </p:childTnLst>
                                </p:cTn>
                              </p:par>
                              <p:par>
                                <p:cTn id="179" presetID="22" presetClass="entr" presetSubtype="4" fill="hold" nodeType="withEffect">
                                  <p:stCondLst>
                                    <p:cond delay="505"/>
                                  </p:stCondLst>
                                  <p:childTnLst>
                                    <p:set>
                                      <p:cBhvr>
                                        <p:cTn id="180" dur="1" fill="hold">
                                          <p:stCondLst>
                                            <p:cond delay="0"/>
                                          </p:stCondLst>
                                        </p:cTn>
                                        <p:tgtEl>
                                          <p:spTgt spid="37"/>
                                        </p:tgtEl>
                                        <p:attrNameLst>
                                          <p:attrName>style.visibility</p:attrName>
                                        </p:attrNameLst>
                                      </p:cBhvr>
                                      <p:to>
                                        <p:strVal val="visible"/>
                                      </p:to>
                                    </p:set>
                                    <p:animEffect transition="in" filter="wipe(down)">
                                      <p:cBhvr>
                                        <p:cTn id="181" dur="250"/>
                                        <p:tgtEl>
                                          <p:spTgt spid="37"/>
                                        </p:tgtEl>
                                      </p:cBhvr>
                                    </p:animEffect>
                                  </p:childTnLst>
                                </p:cTn>
                              </p:par>
                              <p:par>
                                <p:cTn id="182" presetID="10" presetClass="entr" presetSubtype="0" fill="hold" nodeType="withEffect">
                                  <p:stCondLst>
                                    <p:cond delay="540"/>
                                  </p:stCondLst>
                                  <p:childTnLst>
                                    <p:set>
                                      <p:cBhvr>
                                        <p:cTn id="183" dur="1" fill="hold">
                                          <p:stCondLst>
                                            <p:cond delay="0"/>
                                          </p:stCondLst>
                                        </p:cTn>
                                        <p:tgtEl>
                                          <p:spTgt spid="38"/>
                                        </p:tgtEl>
                                        <p:attrNameLst>
                                          <p:attrName>style.visibility</p:attrName>
                                        </p:attrNameLst>
                                      </p:cBhvr>
                                      <p:to>
                                        <p:strVal val="visible"/>
                                      </p:to>
                                    </p:set>
                                    <p:animEffect transition="in" filter="fade">
                                      <p:cBhvr>
                                        <p:cTn id="184" dur="225"/>
                                        <p:tgtEl>
                                          <p:spTgt spid="38"/>
                                        </p:tgtEl>
                                      </p:cBhvr>
                                    </p:animEffect>
                                  </p:childTnLst>
                                </p:cTn>
                              </p:par>
                              <p:par>
                                <p:cTn id="185" presetID="22" presetClass="entr" presetSubtype="4" fill="hold" nodeType="withEffect">
                                  <p:stCondLst>
                                    <p:cond delay="575"/>
                                  </p:stCondLst>
                                  <p:childTnLst>
                                    <p:set>
                                      <p:cBhvr>
                                        <p:cTn id="186" dur="1" fill="hold">
                                          <p:stCondLst>
                                            <p:cond delay="0"/>
                                          </p:stCondLst>
                                        </p:cTn>
                                        <p:tgtEl>
                                          <p:spTgt spid="39"/>
                                        </p:tgtEl>
                                        <p:attrNameLst>
                                          <p:attrName>style.visibility</p:attrName>
                                        </p:attrNameLst>
                                      </p:cBhvr>
                                      <p:to>
                                        <p:strVal val="visible"/>
                                      </p:to>
                                    </p:set>
                                    <p:animEffect transition="in" filter="wipe(down)">
                                      <p:cBhvr>
                                        <p:cTn id="187" dur="250"/>
                                        <p:tgtEl>
                                          <p:spTgt spid="39"/>
                                        </p:tgtEl>
                                      </p:cBhvr>
                                    </p:animEffect>
                                  </p:childTnLst>
                                </p:cTn>
                              </p:par>
                              <p:par>
                                <p:cTn id="188" presetID="10" presetClass="entr" presetSubtype="0" fill="hold" nodeType="withEffect">
                                  <p:stCondLst>
                                    <p:cond delay="61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225"/>
                                        <p:tgtEl>
                                          <p:spTgt spid="40"/>
                                        </p:tgtEl>
                                      </p:cBhvr>
                                    </p:animEffect>
                                  </p:childTnLst>
                                </p:cTn>
                              </p:par>
                              <p:par>
                                <p:cTn id="191" presetID="22" presetClass="entr" presetSubtype="4" fill="hold" nodeType="withEffect">
                                  <p:stCondLst>
                                    <p:cond delay="645"/>
                                  </p:stCondLst>
                                  <p:childTnLst>
                                    <p:set>
                                      <p:cBhvr>
                                        <p:cTn id="192" dur="1" fill="hold">
                                          <p:stCondLst>
                                            <p:cond delay="0"/>
                                          </p:stCondLst>
                                        </p:cTn>
                                        <p:tgtEl>
                                          <p:spTgt spid="41"/>
                                        </p:tgtEl>
                                        <p:attrNameLst>
                                          <p:attrName>style.visibility</p:attrName>
                                        </p:attrNameLst>
                                      </p:cBhvr>
                                      <p:to>
                                        <p:strVal val="visible"/>
                                      </p:to>
                                    </p:set>
                                    <p:animEffect transition="in" filter="wipe(down)">
                                      <p:cBhvr>
                                        <p:cTn id="193" dur="250"/>
                                        <p:tgtEl>
                                          <p:spTgt spid="41"/>
                                        </p:tgtEl>
                                      </p:cBhvr>
                                    </p:animEffect>
                                  </p:childTnLst>
                                </p:cTn>
                              </p:par>
                              <p:par>
                                <p:cTn id="194" presetID="10" presetClass="entr" presetSubtype="0" fill="hold" nodeType="withEffect">
                                  <p:stCondLst>
                                    <p:cond delay="680"/>
                                  </p:stCondLst>
                                  <p:childTnLst>
                                    <p:set>
                                      <p:cBhvr>
                                        <p:cTn id="195" dur="1" fill="hold">
                                          <p:stCondLst>
                                            <p:cond delay="0"/>
                                          </p:stCondLst>
                                        </p:cTn>
                                        <p:tgtEl>
                                          <p:spTgt spid="42"/>
                                        </p:tgtEl>
                                        <p:attrNameLst>
                                          <p:attrName>style.visibility</p:attrName>
                                        </p:attrNameLst>
                                      </p:cBhvr>
                                      <p:to>
                                        <p:strVal val="visible"/>
                                      </p:to>
                                    </p:set>
                                    <p:animEffect transition="in" filter="fade">
                                      <p:cBhvr>
                                        <p:cTn id="196" dur="225"/>
                                        <p:tgtEl>
                                          <p:spTgt spid="42"/>
                                        </p:tgtEl>
                                      </p:cBhvr>
                                    </p:animEffect>
                                  </p:childTnLst>
                                </p:cTn>
                              </p:par>
                              <p:par>
                                <p:cTn id="197" presetID="22" presetClass="entr" presetSubtype="4" fill="hold" nodeType="withEffect">
                                  <p:stCondLst>
                                    <p:cond delay="715"/>
                                  </p:stCondLst>
                                  <p:childTnLst>
                                    <p:set>
                                      <p:cBhvr>
                                        <p:cTn id="198" dur="1" fill="hold">
                                          <p:stCondLst>
                                            <p:cond delay="0"/>
                                          </p:stCondLst>
                                        </p:cTn>
                                        <p:tgtEl>
                                          <p:spTgt spid="43"/>
                                        </p:tgtEl>
                                        <p:attrNameLst>
                                          <p:attrName>style.visibility</p:attrName>
                                        </p:attrNameLst>
                                      </p:cBhvr>
                                      <p:to>
                                        <p:strVal val="visible"/>
                                      </p:to>
                                    </p:set>
                                    <p:animEffect transition="in" filter="wipe(down)">
                                      <p:cBhvr>
                                        <p:cTn id="199" dur="250"/>
                                        <p:tgtEl>
                                          <p:spTgt spid="43"/>
                                        </p:tgtEl>
                                      </p:cBhvr>
                                    </p:animEffect>
                                  </p:childTnLst>
                                </p:cTn>
                              </p:par>
                              <p:par>
                                <p:cTn id="200" presetID="10" presetClass="entr" presetSubtype="0" fill="hold" nodeType="withEffect">
                                  <p:stCondLst>
                                    <p:cond delay="290"/>
                                  </p:stCondLst>
                                  <p:childTnLst>
                                    <p:set>
                                      <p:cBhvr>
                                        <p:cTn id="201" dur="1" fill="hold">
                                          <p:stCondLst>
                                            <p:cond delay="0"/>
                                          </p:stCondLst>
                                        </p:cTn>
                                        <p:tgtEl>
                                          <p:spTgt spid="44"/>
                                        </p:tgtEl>
                                        <p:attrNameLst>
                                          <p:attrName>style.visibility</p:attrName>
                                        </p:attrNameLst>
                                      </p:cBhvr>
                                      <p:to>
                                        <p:strVal val="visible"/>
                                      </p:to>
                                    </p:set>
                                    <p:animEffect transition="in" filter="fade">
                                      <p:cBhvr>
                                        <p:cTn id="202" dur="225"/>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Referencias</a:t>
            </a:r>
            <a:endParaRPr lang="en-US" sz="2200" dirty="0"/>
          </a:p>
        </p:txBody>
      </p:sp>
      <p:sp>
        <p:nvSpPr>
          <p:cNvPr id="3" name="Obj [o94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(1 de 2)</a:t>
            </a:r>
            <a:endParaRPr lang="en-US" sz="1400" dirty="0"/>
          </a:p>
        </p:txBody>
      </p:sp>
      <p:sp>
        <p:nvSpPr>
          <p:cNvPr id="4" name="Obj [o941]"/>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945" dirty="0"/>
          </a:p>
        </p:txBody>
      </p:sp>
      <p:sp>
        <p:nvSpPr>
          <p:cNvPr id="5" name="Obj [o94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Lista a completar y verificar contra los PDF: faltan por confirmar las fuentes marcadas “por confirmar” en las slides.</a:t>
            </a:r>
            <a:endParaRPr lang="en-US" sz="800" dirty="0"/>
          </a:p>
        </p:txBody>
      </p:sp>
      <p:sp>
        <p:nvSpPr>
          <p:cNvPr id="6" name="Obj [o94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(2 de 2)</a:t>
            </a:r>
            <a:endParaRPr lang="en-US" sz="1400" dirty="0"/>
          </a:p>
        </p:txBody>
      </p:sp>
      <p:sp>
        <p:nvSpPr>
          <p:cNvPr id="7" name="Obj [o944]"/>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Sensor Nederland B.V. (2006). SM-24 Geophone Element. Product brochure.</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Tailscale Inc. (2026). What is Tailscale? Documentación técnica.</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945" dirty="0"/>
          </a:p>
        </p:txBody>
      </p:sp>
      <p:sp>
        <p:nvSpPr>
          <p:cNvPr id="8" name="Obj [o94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Faltan: Pazos et al. (2005), Hakimitoroghi et al. (2017), Zhang (2025), Álvarez, González y Vargas (URUCON), Texas Instruments (ΔΣ), Wood y Cox (2012), Comina et al. (2011), Socco y Strobbia (2004), Xia et al. (1999).</a:t>
            </a:r>
            <a:endParaRPr lang="en-US" sz="800" dirty="0"/>
          </a:p>
        </p:txBody>
      </p:sp>
      <p:sp>
        <p:nvSpPr>
          <p:cNvPr id="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35"/>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25"/>
                                        <p:tgtEl>
                                          <p:spTgt spid="3"/>
                                        </p:tgtEl>
                                      </p:cBhvr>
                                    </p:animEffect>
                                  </p:childTnLst>
                                </p:cTn>
                              </p:par>
                              <p:par>
                                <p:cTn id="8" presetID="10" presetClass="entr" presetSubtype="0" grpId="0" fill="hold" nodeType="withEffect">
                                  <p:stCondLst>
                                    <p:cond delay="17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25"/>
                                        <p:tgtEl>
                                          <p:spTgt spid="4">
                                            <p:txEl>
                                              <p:pRg st="0" end="0"/>
                                            </p:txEl>
                                          </p:spTgt>
                                        </p:tgtEl>
                                      </p:cBhvr>
                                    </p:animEffect>
                                  </p:childTnLst>
                                </p:cTn>
                              </p:par>
                              <p:par>
                                <p:cTn id="11" presetID="10" presetClass="entr" presetSubtype="0" grpId="0" fill="hold" nodeType="withEffect">
                                  <p:stCondLst>
                                    <p:cond delay="235"/>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25"/>
                                        <p:tgtEl>
                                          <p:spTgt spid="4">
                                            <p:txEl>
                                              <p:pRg st="1" end="1"/>
                                            </p:txEl>
                                          </p:spTgt>
                                        </p:tgtEl>
                                      </p:cBhvr>
                                    </p:animEffect>
                                  </p:childTnLst>
                                </p:cTn>
                              </p:par>
                              <p:par>
                                <p:cTn id="14" presetID="10" presetClass="entr" presetSubtype="0" grpId="0" fill="hold" nodeType="withEffect">
                                  <p:stCondLst>
                                    <p:cond delay="3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225"/>
                                        <p:tgtEl>
                                          <p:spTgt spid="4">
                                            <p:txEl>
                                              <p:pRg st="2" end="2"/>
                                            </p:txEl>
                                          </p:spTgt>
                                        </p:tgtEl>
                                      </p:cBhvr>
                                    </p:animEffect>
                                  </p:childTnLst>
                                </p:cTn>
                              </p:par>
                              <p:par>
                                <p:cTn id="17" presetID="10" presetClass="entr" presetSubtype="0" grpId="0" fill="hold" nodeType="withEffect">
                                  <p:stCondLst>
                                    <p:cond delay="365"/>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225"/>
                                        <p:tgtEl>
                                          <p:spTgt spid="4">
                                            <p:txEl>
                                              <p:pRg st="3" end="3"/>
                                            </p:txEl>
                                          </p:spTgt>
                                        </p:tgtEl>
                                      </p:cBhvr>
                                    </p:animEffect>
                                  </p:childTnLst>
                                </p:cTn>
                              </p:par>
                              <p:par>
                                <p:cTn id="20" presetID="10" presetClass="entr" presetSubtype="0" grpId="0" fill="hold" nodeType="withEffect">
                                  <p:stCondLst>
                                    <p:cond delay="43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25"/>
                                        <p:tgtEl>
                                          <p:spTgt spid="4">
                                            <p:txEl>
                                              <p:pRg st="4" end="4"/>
                                            </p:txEl>
                                          </p:spTgt>
                                        </p:tgtEl>
                                      </p:cBhvr>
                                    </p:animEffect>
                                  </p:childTnLst>
                                </p:cTn>
                              </p:par>
                              <p:par>
                                <p:cTn id="23" presetID="10" presetClass="entr" presetSubtype="0" grpId="0" fill="hold" nodeType="withEffect">
                                  <p:stCondLst>
                                    <p:cond delay="495"/>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225"/>
                                        <p:tgtEl>
                                          <p:spTgt spid="4">
                                            <p:txEl>
                                              <p:pRg st="5" end="5"/>
                                            </p:txEl>
                                          </p:spTgt>
                                        </p:tgtEl>
                                      </p:cBhvr>
                                    </p:animEffect>
                                  </p:childTnLst>
                                </p:cTn>
                              </p:par>
                              <p:par>
                                <p:cTn id="26" presetID="10" presetClass="entr" presetSubtype="0" grpId="0" fill="hold" nodeType="withEffect">
                                  <p:stCondLst>
                                    <p:cond delay="56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225"/>
                                        <p:tgtEl>
                                          <p:spTgt spid="4">
                                            <p:txEl>
                                              <p:pRg st="6" end="6"/>
                                            </p:txEl>
                                          </p:spTgt>
                                        </p:tgtEl>
                                      </p:cBhvr>
                                    </p:animEffect>
                                  </p:childTnLst>
                                </p:cTn>
                              </p:par>
                              <p:par>
                                <p:cTn id="29" presetID="10" presetClass="entr" presetSubtype="0" grpId="0" fill="hold" nodeType="withEffect">
                                  <p:stCondLst>
                                    <p:cond delay="625"/>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225"/>
                                        <p:tgtEl>
                                          <p:spTgt spid="4">
                                            <p:txEl>
                                              <p:pRg st="7" end="7"/>
                                            </p:txEl>
                                          </p:spTgt>
                                        </p:tgtEl>
                                      </p:cBhvr>
                                    </p:animEffect>
                                  </p:childTnLst>
                                </p:cTn>
                              </p:par>
                              <p:par>
                                <p:cTn id="32" presetID="10" presetClass="entr" presetSubtype="0" grpId="0" fill="hold" nodeType="withEffect">
                                  <p:stCondLst>
                                    <p:cond delay="69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225"/>
                                        <p:tgtEl>
                                          <p:spTgt spid="4">
                                            <p:txEl>
                                              <p:pRg st="8" end="8"/>
                                            </p:txEl>
                                          </p:spTgt>
                                        </p:tgtEl>
                                      </p:cBhvr>
                                    </p:animEffect>
                                  </p:childTnLst>
                                </p:cTn>
                              </p:par>
                              <p:par>
                                <p:cTn id="35" presetID="10" presetClass="entr" presetSubtype="0" grpId="0" fill="hold" nodeType="withEffect">
                                  <p:stCondLst>
                                    <p:cond delay="755"/>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225"/>
                                        <p:tgtEl>
                                          <p:spTgt spid="4">
                                            <p:txEl>
                                              <p:pRg st="9" end="9"/>
                                            </p:txEl>
                                          </p:spTgt>
                                        </p:tgtEl>
                                      </p:cBhvr>
                                    </p:animEffect>
                                  </p:childTnLst>
                                </p:cTn>
                              </p:par>
                              <p:par>
                                <p:cTn id="38" presetID="10" presetClass="entr" presetSubtype="0" fill="hold" nodeType="withEffect">
                                  <p:stCondLst>
                                    <p:cond delay="20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225"/>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175"/>
                                        <p:tgtEl>
                                          <p:spTgt spid="3"/>
                                        </p:tgtEl>
                                      </p:cBhvr>
                                    </p:animEffect>
                                    <p:set>
                                      <p:cBhvr>
                                        <p:cTn id="45" dur="1" fill="hold">
                                          <p:stCondLst>
                                            <p:cond delay="174"/>
                                          </p:stCondLst>
                                        </p:cTn>
                                        <p:tgtEl>
                                          <p:spTgt spid="3"/>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175"/>
                                        <p:tgtEl>
                                          <p:spTgt spid="4">
                                            <p:txEl>
                                              <p:pRg st="0" end="0"/>
                                            </p:txEl>
                                          </p:spTgt>
                                        </p:tgtEl>
                                      </p:cBhvr>
                                    </p:animEffect>
                                    <p:set>
                                      <p:cBhvr>
                                        <p:cTn id="48" dur="1" fill="hold">
                                          <p:stCondLst>
                                            <p:cond delay="174"/>
                                          </p:stCondLst>
                                        </p:cTn>
                                        <p:tgtEl>
                                          <p:spTgt spid="4">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175"/>
                                        <p:tgtEl>
                                          <p:spTgt spid="4">
                                            <p:txEl>
                                              <p:pRg st="1" end="1"/>
                                            </p:txEl>
                                          </p:spTgt>
                                        </p:tgtEl>
                                      </p:cBhvr>
                                    </p:animEffect>
                                    <p:set>
                                      <p:cBhvr>
                                        <p:cTn id="51" dur="1" fill="hold">
                                          <p:stCondLst>
                                            <p:cond delay="174"/>
                                          </p:stCondLst>
                                        </p:cTn>
                                        <p:tgtEl>
                                          <p:spTgt spid="4">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175"/>
                                        <p:tgtEl>
                                          <p:spTgt spid="4">
                                            <p:txEl>
                                              <p:pRg st="2" end="2"/>
                                            </p:txEl>
                                          </p:spTgt>
                                        </p:tgtEl>
                                      </p:cBhvr>
                                    </p:animEffect>
                                    <p:set>
                                      <p:cBhvr>
                                        <p:cTn id="54" dur="1" fill="hold">
                                          <p:stCondLst>
                                            <p:cond delay="174"/>
                                          </p:stCondLst>
                                        </p:cTn>
                                        <p:tgtEl>
                                          <p:spTgt spid="4">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175"/>
                                        <p:tgtEl>
                                          <p:spTgt spid="4">
                                            <p:txEl>
                                              <p:pRg st="3" end="3"/>
                                            </p:txEl>
                                          </p:spTgt>
                                        </p:tgtEl>
                                      </p:cBhvr>
                                    </p:animEffect>
                                    <p:set>
                                      <p:cBhvr>
                                        <p:cTn id="57" dur="1" fill="hold">
                                          <p:stCondLst>
                                            <p:cond delay="174"/>
                                          </p:stCondLst>
                                        </p:cTn>
                                        <p:tgtEl>
                                          <p:spTgt spid="4">
                                            <p:txEl>
                                              <p:pRg st="3" end="3"/>
                                            </p:txEl>
                                          </p:spTgt>
                                        </p:tgtEl>
                                        <p:attrNameLst>
                                          <p:attrName>style.visibility</p:attrName>
                                        </p:attrNameLst>
                                      </p:cBhvr>
                                      <p:to>
                                        <p:strVal val="hidden"/>
                                      </p:to>
                                    </p:set>
                                  </p:childTnLst>
                                </p:cTn>
                              </p:par>
                              <p:par>
                                <p:cTn id="58" presetID="10" presetClass="exit" presetSubtype="0" grpId="0" fill="hold" nodeType="withEffect">
                                  <p:stCondLst>
                                    <p:cond delay="0"/>
                                  </p:stCondLst>
                                  <p:childTnLst>
                                    <p:animEffect transition="out" filter="fade">
                                      <p:cBhvr>
                                        <p:cTn id="59" dur="175"/>
                                        <p:tgtEl>
                                          <p:spTgt spid="4">
                                            <p:txEl>
                                              <p:pRg st="4" end="4"/>
                                            </p:txEl>
                                          </p:spTgt>
                                        </p:tgtEl>
                                      </p:cBhvr>
                                    </p:animEffect>
                                    <p:set>
                                      <p:cBhvr>
                                        <p:cTn id="60" dur="1" fill="hold">
                                          <p:stCondLst>
                                            <p:cond delay="174"/>
                                          </p:stCondLst>
                                        </p:cTn>
                                        <p:tgtEl>
                                          <p:spTgt spid="4">
                                            <p:txEl>
                                              <p:pRg st="4" end="4"/>
                                            </p:txEl>
                                          </p:spTgt>
                                        </p:tgtEl>
                                        <p:attrNameLst>
                                          <p:attrName>style.visibility</p:attrName>
                                        </p:attrNameLst>
                                      </p:cBhvr>
                                      <p:to>
                                        <p:strVal val="hidden"/>
                                      </p:to>
                                    </p:set>
                                  </p:childTnLst>
                                </p:cTn>
                              </p:par>
                              <p:par>
                                <p:cTn id="61" presetID="10" presetClass="exit" presetSubtype="0" grpId="0" fill="hold" nodeType="withEffect">
                                  <p:stCondLst>
                                    <p:cond delay="0"/>
                                  </p:stCondLst>
                                  <p:childTnLst>
                                    <p:animEffect transition="out" filter="fade">
                                      <p:cBhvr>
                                        <p:cTn id="62" dur="175"/>
                                        <p:tgtEl>
                                          <p:spTgt spid="4">
                                            <p:txEl>
                                              <p:pRg st="5" end="5"/>
                                            </p:txEl>
                                          </p:spTgt>
                                        </p:tgtEl>
                                      </p:cBhvr>
                                    </p:animEffect>
                                    <p:set>
                                      <p:cBhvr>
                                        <p:cTn id="63" dur="1" fill="hold">
                                          <p:stCondLst>
                                            <p:cond delay="174"/>
                                          </p:stCondLst>
                                        </p:cTn>
                                        <p:tgtEl>
                                          <p:spTgt spid="4">
                                            <p:txEl>
                                              <p:pRg st="5" end="5"/>
                                            </p:txEl>
                                          </p:spTgt>
                                        </p:tgtEl>
                                        <p:attrNameLst>
                                          <p:attrName>style.visibility</p:attrName>
                                        </p:attrNameLst>
                                      </p:cBhvr>
                                      <p:to>
                                        <p:strVal val="hidden"/>
                                      </p:to>
                                    </p:set>
                                  </p:childTnLst>
                                </p:cTn>
                              </p:par>
                              <p:par>
                                <p:cTn id="64" presetID="10" presetClass="exit" presetSubtype="0" grpId="0" fill="hold" nodeType="withEffect">
                                  <p:stCondLst>
                                    <p:cond delay="0"/>
                                  </p:stCondLst>
                                  <p:childTnLst>
                                    <p:animEffect transition="out" filter="fade">
                                      <p:cBhvr>
                                        <p:cTn id="65" dur="175"/>
                                        <p:tgtEl>
                                          <p:spTgt spid="4">
                                            <p:txEl>
                                              <p:pRg st="6" end="6"/>
                                            </p:txEl>
                                          </p:spTgt>
                                        </p:tgtEl>
                                      </p:cBhvr>
                                    </p:animEffect>
                                    <p:set>
                                      <p:cBhvr>
                                        <p:cTn id="66" dur="1" fill="hold">
                                          <p:stCondLst>
                                            <p:cond delay="174"/>
                                          </p:stCondLst>
                                        </p:cTn>
                                        <p:tgtEl>
                                          <p:spTgt spid="4">
                                            <p:txEl>
                                              <p:pRg st="6" end="6"/>
                                            </p:txEl>
                                          </p:spTgt>
                                        </p:tgtEl>
                                        <p:attrNameLst>
                                          <p:attrName>style.visibility</p:attrName>
                                        </p:attrNameLst>
                                      </p:cBhvr>
                                      <p:to>
                                        <p:strVal val="hidden"/>
                                      </p:to>
                                    </p:set>
                                  </p:childTnLst>
                                </p:cTn>
                              </p:par>
                              <p:par>
                                <p:cTn id="67" presetID="10" presetClass="exit" presetSubtype="0" grpId="0" fill="hold" nodeType="withEffect">
                                  <p:stCondLst>
                                    <p:cond delay="0"/>
                                  </p:stCondLst>
                                  <p:childTnLst>
                                    <p:animEffect transition="out" filter="fade">
                                      <p:cBhvr>
                                        <p:cTn id="68" dur="175"/>
                                        <p:tgtEl>
                                          <p:spTgt spid="4">
                                            <p:txEl>
                                              <p:pRg st="7" end="7"/>
                                            </p:txEl>
                                          </p:spTgt>
                                        </p:tgtEl>
                                      </p:cBhvr>
                                    </p:animEffect>
                                    <p:set>
                                      <p:cBhvr>
                                        <p:cTn id="69" dur="1" fill="hold">
                                          <p:stCondLst>
                                            <p:cond delay="174"/>
                                          </p:stCondLst>
                                        </p:cTn>
                                        <p:tgtEl>
                                          <p:spTgt spid="4">
                                            <p:txEl>
                                              <p:pRg st="7" end="7"/>
                                            </p:txEl>
                                          </p:spTgt>
                                        </p:tgtEl>
                                        <p:attrNameLst>
                                          <p:attrName>style.visibility</p:attrName>
                                        </p:attrNameLst>
                                      </p:cBhvr>
                                      <p:to>
                                        <p:strVal val="hidden"/>
                                      </p:to>
                                    </p:set>
                                  </p:childTnLst>
                                </p:cTn>
                              </p:par>
                              <p:par>
                                <p:cTn id="70" presetID="10" presetClass="exit" presetSubtype="0" grpId="0" fill="hold" nodeType="withEffect">
                                  <p:stCondLst>
                                    <p:cond delay="0"/>
                                  </p:stCondLst>
                                  <p:childTnLst>
                                    <p:animEffect transition="out" filter="fade">
                                      <p:cBhvr>
                                        <p:cTn id="71" dur="175"/>
                                        <p:tgtEl>
                                          <p:spTgt spid="4">
                                            <p:txEl>
                                              <p:pRg st="8" end="8"/>
                                            </p:txEl>
                                          </p:spTgt>
                                        </p:tgtEl>
                                      </p:cBhvr>
                                    </p:animEffect>
                                    <p:set>
                                      <p:cBhvr>
                                        <p:cTn id="72" dur="1" fill="hold">
                                          <p:stCondLst>
                                            <p:cond delay="174"/>
                                          </p:stCondLst>
                                        </p:cTn>
                                        <p:tgtEl>
                                          <p:spTgt spid="4">
                                            <p:txEl>
                                              <p:pRg st="8" end="8"/>
                                            </p:txEl>
                                          </p:spTgt>
                                        </p:tgtEl>
                                        <p:attrNameLst>
                                          <p:attrName>style.visibility</p:attrName>
                                        </p:attrNameLst>
                                      </p:cBhvr>
                                      <p:to>
                                        <p:strVal val="hidden"/>
                                      </p:to>
                                    </p:set>
                                  </p:childTnLst>
                                </p:cTn>
                              </p:par>
                              <p:par>
                                <p:cTn id="73" presetID="10" presetClass="exit" presetSubtype="0" grpId="0" fill="hold" nodeType="withEffect">
                                  <p:stCondLst>
                                    <p:cond delay="0"/>
                                  </p:stCondLst>
                                  <p:childTnLst>
                                    <p:animEffect transition="out" filter="fade">
                                      <p:cBhvr>
                                        <p:cTn id="74" dur="175"/>
                                        <p:tgtEl>
                                          <p:spTgt spid="4">
                                            <p:txEl>
                                              <p:pRg st="9" end="9"/>
                                            </p:txEl>
                                          </p:spTgt>
                                        </p:tgtEl>
                                      </p:cBhvr>
                                    </p:animEffect>
                                    <p:set>
                                      <p:cBhvr>
                                        <p:cTn id="75" dur="1" fill="hold">
                                          <p:stCondLst>
                                            <p:cond delay="174"/>
                                          </p:stCondLst>
                                        </p:cTn>
                                        <p:tgtEl>
                                          <p:spTgt spid="4">
                                            <p:txEl>
                                              <p:pRg st="9" end="9"/>
                                            </p:txEl>
                                          </p:spTgt>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175"/>
                                        <p:tgtEl>
                                          <p:spTgt spid="5"/>
                                        </p:tgtEl>
                                      </p:cBhvr>
                                    </p:animEffect>
                                    <p:set>
                                      <p:cBhvr>
                                        <p:cTn id="78" dur="1" fill="hold">
                                          <p:stCondLst>
                                            <p:cond delay="174"/>
                                          </p:stCondLst>
                                        </p:cTn>
                                        <p:tgtEl>
                                          <p:spTgt spid="5"/>
                                        </p:tgtEl>
                                        <p:attrNameLst>
                                          <p:attrName>style.visibility</p:attrName>
                                        </p:attrNameLst>
                                      </p:cBhvr>
                                      <p:to>
                                        <p:strVal val="hidden"/>
                                      </p:to>
                                    </p:set>
                                  </p:childTnLst>
                                </p:cTn>
                              </p:par>
                              <p:par>
                                <p:cTn id="79" presetID="10" presetClass="entr" presetSubtype="0" fill="hold" nodeType="withEffect">
                                  <p:stCondLst>
                                    <p:cond delay="225"/>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225"/>
                                        <p:tgtEl>
                                          <p:spTgt spid="6"/>
                                        </p:tgtEl>
                                      </p:cBhvr>
                                    </p:animEffect>
                                  </p:childTnLst>
                                </p:cTn>
                              </p:par>
                              <p:par>
                                <p:cTn id="82" presetID="10" presetClass="entr" presetSubtype="0" grpId="0" fill="hold" nodeType="withEffect">
                                  <p:stCondLst>
                                    <p:cond delay="260"/>
                                  </p:stCondLst>
                                  <p:childTnLst>
                                    <p:set>
                                      <p:cBhvr>
                                        <p:cTn id="83" dur="1" fill="hold">
                                          <p:stCondLst>
                                            <p:cond delay="0"/>
                                          </p:stCondLst>
                                        </p:cTn>
                                        <p:tgtEl>
                                          <p:spTgt spid="7">
                                            <p:txEl>
                                              <p:pRg st="0" end="0"/>
                                            </p:txEl>
                                          </p:spTgt>
                                        </p:tgtEl>
                                        <p:attrNameLst>
                                          <p:attrName>style.visibility</p:attrName>
                                        </p:attrNameLst>
                                      </p:cBhvr>
                                      <p:to>
                                        <p:strVal val="visible"/>
                                      </p:to>
                                    </p:set>
                                    <p:animEffect transition="in" filter="fade">
                                      <p:cBhvr>
                                        <p:cTn id="84" dur="225"/>
                                        <p:tgtEl>
                                          <p:spTgt spid="7">
                                            <p:txEl>
                                              <p:pRg st="0" end="0"/>
                                            </p:txEl>
                                          </p:spTgt>
                                        </p:tgtEl>
                                      </p:cBhvr>
                                    </p:animEffect>
                                  </p:childTnLst>
                                </p:cTn>
                              </p:par>
                              <p:par>
                                <p:cTn id="85" presetID="10" presetClass="entr" presetSubtype="0" grpId="0" fill="hold" nodeType="withEffect">
                                  <p:stCondLst>
                                    <p:cond delay="325"/>
                                  </p:stCondLst>
                                  <p:childTnLst>
                                    <p:set>
                                      <p:cBhvr>
                                        <p:cTn id="86" dur="1" fill="hold">
                                          <p:stCondLst>
                                            <p:cond delay="0"/>
                                          </p:stCondLst>
                                        </p:cTn>
                                        <p:tgtEl>
                                          <p:spTgt spid="7">
                                            <p:txEl>
                                              <p:pRg st="1" end="1"/>
                                            </p:txEl>
                                          </p:spTgt>
                                        </p:tgtEl>
                                        <p:attrNameLst>
                                          <p:attrName>style.visibility</p:attrName>
                                        </p:attrNameLst>
                                      </p:cBhvr>
                                      <p:to>
                                        <p:strVal val="visible"/>
                                      </p:to>
                                    </p:set>
                                    <p:animEffect transition="in" filter="fade">
                                      <p:cBhvr>
                                        <p:cTn id="87" dur="225"/>
                                        <p:tgtEl>
                                          <p:spTgt spid="7">
                                            <p:txEl>
                                              <p:pRg st="1" end="1"/>
                                            </p:txEl>
                                          </p:spTgt>
                                        </p:tgtEl>
                                      </p:cBhvr>
                                    </p:animEffect>
                                  </p:childTnLst>
                                </p:cTn>
                              </p:par>
                              <p:par>
                                <p:cTn id="88" presetID="10" presetClass="entr" presetSubtype="0" grpId="0" fill="hold" nodeType="withEffect">
                                  <p:stCondLst>
                                    <p:cond delay="390"/>
                                  </p:stCondLst>
                                  <p:childTnLst>
                                    <p:set>
                                      <p:cBhvr>
                                        <p:cTn id="89" dur="1" fill="hold">
                                          <p:stCondLst>
                                            <p:cond delay="0"/>
                                          </p:stCondLst>
                                        </p:cTn>
                                        <p:tgtEl>
                                          <p:spTgt spid="7">
                                            <p:txEl>
                                              <p:pRg st="2" end="2"/>
                                            </p:txEl>
                                          </p:spTgt>
                                        </p:tgtEl>
                                        <p:attrNameLst>
                                          <p:attrName>style.visibility</p:attrName>
                                        </p:attrNameLst>
                                      </p:cBhvr>
                                      <p:to>
                                        <p:strVal val="visible"/>
                                      </p:to>
                                    </p:set>
                                    <p:animEffect transition="in" filter="fade">
                                      <p:cBhvr>
                                        <p:cTn id="90" dur="225"/>
                                        <p:tgtEl>
                                          <p:spTgt spid="7">
                                            <p:txEl>
                                              <p:pRg st="2" end="2"/>
                                            </p:txEl>
                                          </p:spTgt>
                                        </p:tgtEl>
                                      </p:cBhvr>
                                    </p:animEffect>
                                  </p:childTnLst>
                                </p:cTn>
                              </p:par>
                              <p:par>
                                <p:cTn id="91" presetID="10" presetClass="entr" presetSubtype="0" grpId="0" fill="hold" nodeType="withEffect">
                                  <p:stCondLst>
                                    <p:cond delay="455"/>
                                  </p:stCondLst>
                                  <p:childTnLst>
                                    <p:set>
                                      <p:cBhvr>
                                        <p:cTn id="92" dur="1" fill="hold">
                                          <p:stCondLst>
                                            <p:cond delay="0"/>
                                          </p:stCondLst>
                                        </p:cTn>
                                        <p:tgtEl>
                                          <p:spTgt spid="7">
                                            <p:txEl>
                                              <p:pRg st="3" end="3"/>
                                            </p:txEl>
                                          </p:spTgt>
                                        </p:tgtEl>
                                        <p:attrNameLst>
                                          <p:attrName>style.visibility</p:attrName>
                                        </p:attrNameLst>
                                      </p:cBhvr>
                                      <p:to>
                                        <p:strVal val="visible"/>
                                      </p:to>
                                    </p:set>
                                    <p:animEffect transition="in" filter="fade">
                                      <p:cBhvr>
                                        <p:cTn id="93" dur="225"/>
                                        <p:tgtEl>
                                          <p:spTgt spid="7">
                                            <p:txEl>
                                              <p:pRg st="3" end="3"/>
                                            </p:txEl>
                                          </p:spTgt>
                                        </p:tgtEl>
                                      </p:cBhvr>
                                    </p:animEffect>
                                  </p:childTnLst>
                                </p:cTn>
                              </p:par>
                              <p:par>
                                <p:cTn id="94" presetID="10" presetClass="entr" presetSubtype="0" grpId="0" fill="hold" nodeType="withEffect">
                                  <p:stCondLst>
                                    <p:cond delay="520"/>
                                  </p:stCondLst>
                                  <p:childTnLst>
                                    <p:set>
                                      <p:cBhvr>
                                        <p:cTn id="95" dur="1" fill="hold">
                                          <p:stCondLst>
                                            <p:cond delay="0"/>
                                          </p:stCondLst>
                                        </p:cTn>
                                        <p:tgtEl>
                                          <p:spTgt spid="7">
                                            <p:txEl>
                                              <p:pRg st="4" end="4"/>
                                            </p:txEl>
                                          </p:spTgt>
                                        </p:tgtEl>
                                        <p:attrNameLst>
                                          <p:attrName>style.visibility</p:attrName>
                                        </p:attrNameLst>
                                      </p:cBhvr>
                                      <p:to>
                                        <p:strVal val="visible"/>
                                      </p:to>
                                    </p:set>
                                    <p:animEffect transition="in" filter="fade">
                                      <p:cBhvr>
                                        <p:cTn id="96" dur="225"/>
                                        <p:tgtEl>
                                          <p:spTgt spid="7">
                                            <p:txEl>
                                              <p:pRg st="4" end="4"/>
                                            </p:txEl>
                                          </p:spTgt>
                                        </p:tgtEl>
                                      </p:cBhvr>
                                    </p:animEffect>
                                  </p:childTnLst>
                                </p:cTn>
                              </p:par>
                              <p:par>
                                <p:cTn id="97" presetID="10" presetClass="entr" presetSubtype="0" grpId="0" fill="hold" nodeType="withEffect">
                                  <p:stCondLst>
                                    <p:cond delay="585"/>
                                  </p:stCondLst>
                                  <p:childTnLst>
                                    <p:set>
                                      <p:cBhvr>
                                        <p:cTn id="98" dur="1" fill="hold">
                                          <p:stCondLst>
                                            <p:cond delay="0"/>
                                          </p:stCondLst>
                                        </p:cTn>
                                        <p:tgtEl>
                                          <p:spTgt spid="7">
                                            <p:txEl>
                                              <p:pRg st="5" end="5"/>
                                            </p:txEl>
                                          </p:spTgt>
                                        </p:tgtEl>
                                        <p:attrNameLst>
                                          <p:attrName>style.visibility</p:attrName>
                                        </p:attrNameLst>
                                      </p:cBhvr>
                                      <p:to>
                                        <p:strVal val="visible"/>
                                      </p:to>
                                    </p:set>
                                    <p:animEffect transition="in" filter="fade">
                                      <p:cBhvr>
                                        <p:cTn id="99" dur="225"/>
                                        <p:tgtEl>
                                          <p:spTgt spid="7">
                                            <p:txEl>
                                              <p:pRg st="5" end="5"/>
                                            </p:txEl>
                                          </p:spTgt>
                                        </p:tgtEl>
                                      </p:cBhvr>
                                    </p:animEffect>
                                  </p:childTnLst>
                                </p:cTn>
                              </p:par>
                              <p:par>
                                <p:cTn id="100" presetID="10" presetClass="entr" presetSubtype="0" grpId="0" fill="hold" nodeType="withEffect">
                                  <p:stCondLst>
                                    <p:cond delay="650"/>
                                  </p:stCondLst>
                                  <p:childTnLst>
                                    <p:set>
                                      <p:cBhvr>
                                        <p:cTn id="101" dur="1" fill="hold">
                                          <p:stCondLst>
                                            <p:cond delay="0"/>
                                          </p:stCondLst>
                                        </p:cTn>
                                        <p:tgtEl>
                                          <p:spTgt spid="7">
                                            <p:txEl>
                                              <p:pRg st="6" end="6"/>
                                            </p:txEl>
                                          </p:spTgt>
                                        </p:tgtEl>
                                        <p:attrNameLst>
                                          <p:attrName>style.visibility</p:attrName>
                                        </p:attrNameLst>
                                      </p:cBhvr>
                                      <p:to>
                                        <p:strVal val="visible"/>
                                      </p:to>
                                    </p:set>
                                    <p:animEffect transition="in" filter="fade">
                                      <p:cBhvr>
                                        <p:cTn id="102" dur="225"/>
                                        <p:tgtEl>
                                          <p:spTgt spid="7">
                                            <p:txEl>
                                              <p:pRg st="6" end="6"/>
                                            </p:txEl>
                                          </p:spTgt>
                                        </p:tgtEl>
                                      </p:cBhvr>
                                    </p:animEffect>
                                  </p:childTnLst>
                                </p:cTn>
                              </p:par>
                              <p:par>
                                <p:cTn id="103" presetID="10" presetClass="entr" presetSubtype="0" grpId="0" fill="hold" nodeType="withEffect">
                                  <p:stCondLst>
                                    <p:cond delay="715"/>
                                  </p:stCondLst>
                                  <p:childTnLst>
                                    <p:set>
                                      <p:cBhvr>
                                        <p:cTn id="104" dur="1" fill="hold">
                                          <p:stCondLst>
                                            <p:cond delay="0"/>
                                          </p:stCondLst>
                                        </p:cTn>
                                        <p:tgtEl>
                                          <p:spTgt spid="7">
                                            <p:txEl>
                                              <p:pRg st="7" end="7"/>
                                            </p:txEl>
                                          </p:spTgt>
                                        </p:tgtEl>
                                        <p:attrNameLst>
                                          <p:attrName>style.visibility</p:attrName>
                                        </p:attrNameLst>
                                      </p:cBhvr>
                                      <p:to>
                                        <p:strVal val="visible"/>
                                      </p:to>
                                    </p:set>
                                    <p:animEffect transition="in" filter="fade">
                                      <p:cBhvr>
                                        <p:cTn id="105" dur="225"/>
                                        <p:tgtEl>
                                          <p:spTgt spid="7">
                                            <p:txEl>
                                              <p:pRg st="7" end="7"/>
                                            </p:txEl>
                                          </p:spTgt>
                                        </p:tgtEl>
                                      </p:cBhvr>
                                    </p:animEffect>
                                  </p:childTnLst>
                                </p:cTn>
                              </p:par>
                              <p:par>
                                <p:cTn id="106" presetID="10" presetClass="entr" presetSubtype="0" grpId="0" fill="hold" nodeType="withEffect">
                                  <p:stCondLst>
                                    <p:cond delay="780"/>
                                  </p:stCondLst>
                                  <p:childTnLst>
                                    <p:set>
                                      <p:cBhvr>
                                        <p:cTn id="107" dur="1" fill="hold">
                                          <p:stCondLst>
                                            <p:cond delay="0"/>
                                          </p:stCondLst>
                                        </p:cTn>
                                        <p:tgtEl>
                                          <p:spTgt spid="7">
                                            <p:txEl>
                                              <p:pRg st="8" end="8"/>
                                            </p:txEl>
                                          </p:spTgt>
                                        </p:tgtEl>
                                        <p:attrNameLst>
                                          <p:attrName>style.visibility</p:attrName>
                                        </p:attrNameLst>
                                      </p:cBhvr>
                                      <p:to>
                                        <p:strVal val="visible"/>
                                      </p:to>
                                    </p:set>
                                    <p:animEffect transition="in" filter="fade">
                                      <p:cBhvr>
                                        <p:cTn id="108" dur="225"/>
                                        <p:tgtEl>
                                          <p:spTgt spid="7">
                                            <p:txEl>
                                              <p:pRg st="8" end="8"/>
                                            </p:txEl>
                                          </p:spTgt>
                                        </p:tgtEl>
                                      </p:cBhvr>
                                    </p:animEffect>
                                  </p:childTnLst>
                                </p:cTn>
                              </p:par>
                              <p:par>
                                <p:cTn id="109" presetID="10" presetClass="entr" presetSubtype="0" grpId="0" fill="hold" nodeType="withEffect">
                                  <p:stCondLst>
                                    <p:cond delay="845"/>
                                  </p:stCondLst>
                                  <p:childTnLst>
                                    <p:set>
                                      <p:cBhvr>
                                        <p:cTn id="110" dur="1" fill="hold">
                                          <p:stCondLst>
                                            <p:cond delay="0"/>
                                          </p:stCondLst>
                                        </p:cTn>
                                        <p:tgtEl>
                                          <p:spTgt spid="7">
                                            <p:txEl>
                                              <p:pRg st="9" end="9"/>
                                            </p:txEl>
                                          </p:spTgt>
                                        </p:tgtEl>
                                        <p:attrNameLst>
                                          <p:attrName>style.visibility</p:attrName>
                                        </p:attrNameLst>
                                      </p:cBhvr>
                                      <p:to>
                                        <p:strVal val="visible"/>
                                      </p:to>
                                    </p:set>
                                    <p:animEffect transition="in" filter="fade">
                                      <p:cBhvr>
                                        <p:cTn id="111" dur="225"/>
                                        <p:tgtEl>
                                          <p:spTgt spid="7">
                                            <p:txEl>
                                              <p:pRg st="9" end="9"/>
                                            </p:txEl>
                                          </p:spTgt>
                                        </p:tgtEl>
                                      </p:cBhvr>
                                    </p:animEffect>
                                  </p:childTnLst>
                                </p:cTn>
                              </p:par>
                              <p:par>
                                <p:cTn id="112" presetID="10" presetClass="entr" presetSubtype="0" fill="hold" nodeType="withEffect">
                                  <p:stCondLst>
                                    <p:cond delay="290"/>
                                  </p:stCondLst>
                                  <p:childTnLst>
                                    <p:set>
                                      <p:cBhvr>
                                        <p:cTn id="113" dur="1" fill="hold">
                                          <p:stCondLst>
                                            <p:cond delay="0"/>
                                          </p:stCondLst>
                                        </p:cTn>
                                        <p:tgtEl>
                                          <p:spTgt spid="8"/>
                                        </p:tgtEl>
                                        <p:attrNameLst>
                                          <p:attrName>style.visibility</p:attrName>
                                        </p:attrNameLst>
                                      </p:cBhvr>
                                      <p:to>
                                        <p:strVal val="visible"/>
                                      </p:to>
                                    </p:set>
                                    <p:animEffect transition="in" filter="fade">
                                      <p:cBhvr>
                                        <p:cTn id="114" dur="225"/>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 (comprimida)</dc:title>
  <dc:subject>PptxGenJS Presentation</dc:subject>
  <dc:creator>Elías David Álvarez Martínez</dc:creator>
  <cp:lastModifiedBy>Elías David Álvarez Martínez</cp:lastModifiedBy>
  <cp:revision>1</cp:revision>
  <dcterms:created xsi:type="dcterms:W3CDTF">2026-10-13T08:44:20Z</dcterms:created>
  <dcterms:modified xsi:type="dcterms:W3CDTF">2026-10-13T08:44:20Z</dcterms:modified>
</cp:coreProperties>
</file>