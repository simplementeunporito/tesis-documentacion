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cuanto hay una interfaz entre dos materiales, aparece algo nuevo: una onda P que llega a esa interfaz no se limita a reflejarse y transmitirse como P. También genera ondas S, reflejadas y transmitidas. A eso se le llama conversión de modo. Los ángulos de cada una se relacionan con la ley de Snell: el seno del ángulo dividido por la velocidad es constante. Con esto ya podemos entender cómo se combinan P y S cuando hay una superficie 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S puede oscilar en dos direcciones perpendiculares al avance. Si oscila dentro del plano que contiene el rayo incidente y la normal a la interfaz, es SV. Esa componente se acopla con las P: en una interfaz, SV genera P y P genera SV. Si oscila perpendicular a ese plano, es SH, y SH solo genera SH. Esta separación importa porque de la combinación de P y SV salen las ondas Rayleigh, y de SH salen las ondas Love.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la onda SH queda atrapada en una capa blanda sobre un medio más rápido, se refleja totalmente en las interfaces, interfiere consigo misma y se propaga como onda Love. El movimiento es horizontal y perpendicular a la propagación. Dos cosas para nosotros: solo existe con una capa lenta sobre un medio más rápido, y no tiene componente vertical, así que un geófono vertical como el SM-24 no la 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(fs)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cap. 2 (n.º de figura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ρ: densidad; λ, μ: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φ y uno vectorial ψ</a:t>
            </a:r>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φ: compresión, viaja a Vp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ψ: corte, viaja a Vs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μ: módulo de corte (también G), la rigidez al corte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λ: constante de Lamé</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ρ: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Vp &gt; Vs</a:t>
            </a:r>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γ del orden de 10⁻⁵ o menos, G es casi constante: Gmax</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Gmax</a:t>
            </a:r>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Vs, podemos estimar Gmax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ρ varía poco entre suelos y se estima con muestras o correlaciones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Vs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Vs pesa el doble que uno en ρ</a:t>
            </a:r>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29260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Δx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Vs = Δx / Δt</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Vs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Vs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Vs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Vs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rayo directo y rayo refractado entre capa lenta y capa rápida">    </p:cNvPr>
          <p:cNvPicPr>
            <a:picLocks noChangeAspect="1"/>
          </p:cNvPicPr>
          <p:nvPr/>
        </p:nvPicPr>
        <p:blipFill>
          <a:blip r:embed="rId1"/>
          <a:stretch>
            <a:fillRect/>
          </a:stretch>
        </p:blipFill>
        <p:spPr>
          <a:xfrm>
            <a:off x="457200" y="1234440"/>
            <a:ext cx="4937760" cy="2648018"/>
          </a:xfrm>
          <a:prstGeom prst="rect">
            <a:avLst/>
          </a:prstGeom>
        </p:spPr>
      </p:pic>
      <p:sp>
        <p:nvSpPr>
          <p:cNvPr id="4" name="Cuerpo"/>
          <p:cNvSpPr txBox="1"/>
          <p:nvPr/>
        </p:nvSpPr>
        <p:spPr>
          <a:xfrm>
            <a:off x="5669280" y="1280160"/>
            <a:ext cx="301752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Incide en la interfaz con el ángulo crítico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Viaja por la capa rápida (onda de cabeza)</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Sale hacia los geófonos y llega antes que la directa, desde xc</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principio de refracción (ley de Snell).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Gráfico tiempo-distancia" descr="Gráfico tiempo-distancia: recta directa y recta refractada con intercepto ti">    </p:cNvPr>
          <p:cNvPicPr>
            <a:picLocks noChangeAspect="1"/>
          </p:cNvPicPr>
          <p:nvPr/>
        </p:nvPicPr>
        <p:blipFill>
          <a:blip r:embed="rId1"/>
          <a:stretch>
            <a:fillRect/>
          </a:stretch>
        </p:blipFill>
        <p:spPr>
          <a:xfrm>
            <a:off x="457200" y="1280160"/>
            <a:ext cx="4023360" cy="301752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 pendiente de cada recta da 1/V</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El intercepto tᵢ da el espesor de la capa superior</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Resultado: velocidades y espesores por capa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una interfaz, una onda P genera ondas P y S, reflejadas y transmitidas</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Cuerpo"/>
          <p:cNvSpPr txBox="1"/>
          <p:nvPr/>
        </p:nvSpPr>
        <p:spPr>
          <a:xfrm>
            <a:off x="3931920" y="137160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Una P incidente produce P y S reflejadas y transmitidas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Ese cambio de tipo se llama conversión de modo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Los ángulos cumplen la ley de Snell: sin θ / V es constante</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onda S se polariza: SV se acopla con P, SH viaja sola</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371600"/>
            <a:ext cx="2560320"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SV: oscila en el plano de incidencia y se acopla con P</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oscila perpendicular a ese plano y solo genera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 SV: ondas Rayleigh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ondas Love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una onda SH atrapada en una capa lenta sobre un medio más rápido</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SH se reflejan totalmente en la capa y interfieren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horizontal, perpendicular a la propagación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capa lenta sobre medio rápido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ν = 0,25,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cR ≈ 0,9·Vs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2103120"/>
            <a:ext cx="374904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2103120"/>
                <a:ext cx="374904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2103120"/>
                <a:ext cx="374904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3154680"/>
            <a:ext cx="37490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cR / Vs va de 0,86 a 0,95 según ν</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No hay dispersión: todas las frecuencias van a la misma cR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Vs ≈ cR / 0,9</a:t>
            </a:r>
            <a:endParaRPr lang="en-US" sz="16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2026-10-13T03:08:21Z</dcterms:created>
  <dcterms:modified xsi:type="dcterms:W3CDTF">2026-10-13T03:08:21Z</dcterms:modified>
</cp:coreProperties>
</file>