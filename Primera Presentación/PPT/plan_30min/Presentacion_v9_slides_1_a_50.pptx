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confirmar este punto en Foti, porque no pude abrir el PDF.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ρ suele variar poco en comparación con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Vs(z),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 Variación de ρ: Kramer (1996), Foti et al. (2014),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2026-10-13T04:17:54Z</dcterms:created>
  <dcterms:modified xsi:type="dcterms:W3CDTF">2026-10-13T04:17:54Z</dcterms:modified>
</cp:coreProperties>
</file>